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wav" ContentType="audio/x-wav"/>
  <Default Extension="png" ContentType="image/png"/>
  <Default Extension="wmf" ContentType="image/x-wmf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media/image1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24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247.xml" ContentType="application/vnd.openxmlformats-officedocument.presentationml.slideLayout+xml"/>
  <Override PartName="/ppt/slideLayouts/slideLayout248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50.xml" ContentType="application/vnd.openxmlformats-officedocument.presentationml.slideLayout+xml"/>
  <Override PartName="/ppt/slideLayouts/slideLayout251.xml" ContentType="application/vnd.openxmlformats-officedocument.presentationml.slideLayout+xml"/>
  <Override PartName="/ppt/slideLayouts/slideLayout252.xml" ContentType="application/vnd.openxmlformats-officedocument.presentationml.slideLayout+xml"/>
  <Override PartName="/ppt/slideLayouts/slideLayout253.xml" ContentType="application/vnd.openxmlformats-officedocument.presentationml.slideLayout+xml"/>
  <Override PartName="/ppt/slideLayouts/slideLayout254.xml" ContentType="application/vnd.openxmlformats-officedocument.presentationml.slideLayout+xml"/>
  <Override PartName="/ppt/slideLayouts/slideLayout255.xml" ContentType="application/vnd.openxmlformats-officedocument.presentationml.slideLayout+xml"/>
  <Override PartName="/ppt/slideLayouts/slideLayout256.xml" ContentType="application/vnd.openxmlformats-officedocument.presentationml.slideLayout+xml"/>
  <Override PartName="/ppt/slideLayouts/slideLayout257.xml" ContentType="application/vnd.openxmlformats-officedocument.presentationml.slideLayout+xml"/>
  <Override PartName="/ppt/slideLayouts/slideLayout258.xml" ContentType="application/vnd.openxmlformats-officedocument.presentationml.slideLayout+xml"/>
  <Override PartName="/ppt/slideLayouts/slideLayout259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60.xml" ContentType="application/vnd.openxmlformats-officedocument.presentationml.slideLayout+xml"/>
  <Override PartName="/ppt/slideLayouts/slideLayout261.xml" ContentType="application/vnd.openxmlformats-officedocument.presentationml.slideLayout+xml"/>
  <Override PartName="/ppt/slideLayouts/slideLayout262.xml" ContentType="application/vnd.openxmlformats-officedocument.presentationml.slideLayout+xml"/>
  <Override PartName="/ppt/slideLayouts/slideLayout263.xml" ContentType="application/vnd.openxmlformats-officedocument.presentationml.slideLayout+xml"/>
  <Override PartName="/ppt/slideLayouts/slideLayout264.xml" ContentType="application/vnd.openxmlformats-officedocument.presentationml.slideLayout+xml"/>
  <Override PartName="/ppt/slideLayouts/slideLayout265.xml" ContentType="application/vnd.openxmlformats-officedocument.presentationml.slideLayout+xml"/>
  <Override PartName="/ppt/slideLayouts/slideLayout266.xml" ContentType="application/vnd.openxmlformats-officedocument.presentationml.slideLayout+xml"/>
  <Override PartName="/ppt/slideLayouts/slideLayout267.xml" ContentType="application/vnd.openxmlformats-officedocument.presentationml.slideLayout+xml"/>
  <Override PartName="/ppt/slideLayouts/slideLayout268.xml" ContentType="application/vnd.openxmlformats-officedocument.presentationml.slideLayout+xml"/>
  <Override PartName="/ppt/slideLayouts/slideLayout269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70.xml" ContentType="application/vnd.openxmlformats-officedocument.presentationml.slideLayout+xml"/>
  <Override PartName="/ppt/slideLayouts/slideLayout271.xml" ContentType="application/vnd.openxmlformats-officedocument.presentationml.slideLayout+xml"/>
  <Override PartName="/ppt/slideLayouts/slideLayout272.xml" ContentType="application/vnd.openxmlformats-officedocument.presentationml.slideLayout+xml"/>
  <Override PartName="/ppt/slideLayouts/slideLayout273.xml" ContentType="application/vnd.openxmlformats-officedocument.presentationml.slideLayout+xml"/>
  <Override PartName="/ppt/slideLayouts/slideLayout274.xml" ContentType="application/vnd.openxmlformats-officedocument.presentationml.slideLayout+xml"/>
  <Override PartName="/ppt/slideLayouts/slideLayout275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.xml" ContentType="application/vnd.openxmlformats-officedocument.theme+xml"/>
  <Override PartName="/ppt/theme/theme20.xml" ContentType="application/vnd.openxmlformats-officedocument.theme+xml"/>
  <Override PartName="/ppt/theme/theme21.xml" ContentType="application/vnd.openxmlformats-officedocument.theme+xml"/>
  <Override PartName="/ppt/theme/theme22.xml" ContentType="application/vnd.openxmlformats-officedocument.theme+xml"/>
  <Override PartName="/ppt/theme/theme23.xml" ContentType="application/vnd.openxmlformats-officedocument.theme+xml"/>
  <Override PartName="/ppt/theme/theme24.xml" ContentType="application/vnd.openxmlformats-officedocument.theme+xml"/>
  <Override PartName="/ppt/theme/theme25.xml" ContentType="application/vnd.openxmlformats-officedocument.theme+xml"/>
  <Override PartName="/ppt/theme/theme26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72" r:id="rId4"/>
    <p:sldMasterId id="2147483684" r:id="rId5"/>
    <p:sldMasterId id="2147483696" r:id="rId6"/>
    <p:sldMasterId id="2147483708" r:id="rId7"/>
    <p:sldMasterId id="2147483720" r:id="rId8"/>
    <p:sldMasterId id="2147483732" r:id="rId9"/>
    <p:sldMasterId id="2147483744" r:id="rId10"/>
    <p:sldMasterId id="2147483756" r:id="rId11"/>
    <p:sldMasterId id="2147483768" r:id="rId12"/>
    <p:sldMasterId id="2147483780" r:id="rId13"/>
    <p:sldMasterId id="2147483792" r:id="rId14"/>
    <p:sldMasterId id="2147483804" r:id="rId15"/>
    <p:sldMasterId id="2147483816" r:id="rId16"/>
    <p:sldMasterId id="2147483828" r:id="rId17"/>
    <p:sldMasterId id="2147483840" r:id="rId18"/>
    <p:sldMasterId id="2147483852" r:id="rId19"/>
    <p:sldMasterId id="2147483864" r:id="rId20"/>
    <p:sldMasterId id="2147483876" r:id="rId21"/>
    <p:sldMasterId id="2147483888" r:id="rId22"/>
    <p:sldMasterId id="2147483900" r:id="rId23"/>
    <p:sldMasterId id="2147483912" r:id="rId24"/>
    <p:sldMasterId id="2147483924" r:id="rId25"/>
    <p:sldMasterId id="2147483936" r:id="rId26"/>
  </p:sldMasterIdLst>
  <p:notesMasterIdLst>
    <p:notesMasterId r:id="rId28"/>
  </p:notesMasterIdLst>
  <p:sldIdLst>
    <p:sldId id="647" r:id="rId27"/>
    <p:sldId id="646" r:id="rId29"/>
    <p:sldId id="595" r:id="rId30"/>
    <p:sldId id="322" r:id="rId31"/>
    <p:sldId id="492" r:id="rId32"/>
    <p:sldId id="549" r:id="rId33"/>
    <p:sldId id="596" r:id="rId34"/>
    <p:sldId id="604" r:id="rId35"/>
    <p:sldId id="423" r:id="rId36"/>
    <p:sldId id="493" r:id="rId37"/>
    <p:sldId id="606" r:id="rId38"/>
    <p:sldId id="554" r:id="rId39"/>
    <p:sldId id="555" r:id="rId40"/>
    <p:sldId id="557" r:id="rId41"/>
    <p:sldId id="558" r:id="rId42"/>
    <p:sldId id="559" r:id="rId43"/>
    <p:sldId id="563" r:id="rId44"/>
    <p:sldId id="648" r:id="rId45"/>
    <p:sldId id="649" r:id="rId46"/>
    <p:sldId id="650" r:id="rId47"/>
    <p:sldId id="651" r:id="rId48"/>
    <p:sldId id="652" r:id="rId49"/>
    <p:sldId id="654" r:id="rId50"/>
    <p:sldId id="598" r:id="rId51"/>
    <p:sldId id="600" r:id="rId52"/>
    <p:sldId id="601" r:id="rId53"/>
    <p:sldId id="602" r:id="rId54"/>
    <p:sldId id="608" r:id="rId55"/>
    <p:sldId id="603" r:id="rId56"/>
    <p:sldId id="570" r:id="rId57"/>
    <p:sldId id="313" r:id="rId58"/>
    <p:sldId id="586" r:id="rId59"/>
    <p:sldId id="653" r:id="rId60"/>
    <p:sldId id="587" r:id="rId61"/>
    <p:sldId id="395" r:id="rId62"/>
    <p:sldId id="590" r:id="rId63"/>
    <p:sldId id="591" r:id="rId64"/>
    <p:sldId id="593" r:id="rId65"/>
    <p:sldId id="638" r:id="rId66"/>
    <p:sldId id="592" r:id="rId67"/>
    <p:sldId id="639" r:id="rId68"/>
    <p:sldId id="641" r:id="rId69"/>
    <p:sldId id="607" r:id="rId70"/>
    <p:sldId id="643" r:id="rId71"/>
    <p:sldId id="644" r:id="rId72"/>
    <p:sldId id="645" r:id="rId73"/>
    <p:sldId id="642" r:id="rId74"/>
    <p:sldId id="536" r:id="rId75"/>
    <p:sldId id="582" r:id="rId76"/>
    <p:sldId id="583" r:id="rId77"/>
    <p:sldId id="584" r:id="rId78"/>
    <p:sldId id="594" r:id="rId79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buFont typeface="Arial" panose="020B0604020202020204" pitchFamily="34" charset="0"/>
      <a:defRPr sz="2200" kern="1200">
        <a:solidFill>
          <a:schemeClr val="tx1"/>
        </a:solidFill>
        <a:latin typeface="Tahoma" panose="020B0604030504040204" pitchFamily="34" charset="0"/>
        <a:ea typeface="华文中宋" panose="0201060004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buFont typeface="Arial" panose="020B0604020202020204" pitchFamily="34" charset="0"/>
      <a:defRPr sz="2200" kern="1200">
        <a:solidFill>
          <a:schemeClr val="tx1"/>
        </a:solidFill>
        <a:latin typeface="Tahoma" panose="020B0604030504040204" pitchFamily="34" charset="0"/>
        <a:ea typeface="华文中宋" panose="0201060004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buFont typeface="Arial" panose="020B0604020202020204" pitchFamily="34" charset="0"/>
      <a:defRPr sz="2200" kern="1200">
        <a:solidFill>
          <a:schemeClr val="tx1"/>
        </a:solidFill>
        <a:latin typeface="Tahoma" panose="020B0604030504040204" pitchFamily="34" charset="0"/>
        <a:ea typeface="华文中宋" panose="0201060004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buFont typeface="Arial" panose="020B0604020202020204" pitchFamily="34" charset="0"/>
      <a:defRPr sz="2200" kern="1200">
        <a:solidFill>
          <a:schemeClr val="tx1"/>
        </a:solidFill>
        <a:latin typeface="Tahoma" panose="020B0604030504040204" pitchFamily="34" charset="0"/>
        <a:ea typeface="华文中宋" panose="0201060004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buFont typeface="Arial" panose="020B0604020202020204" pitchFamily="34" charset="0"/>
      <a:defRPr sz="2200" kern="1200">
        <a:solidFill>
          <a:schemeClr val="tx1"/>
        </a:solidFill>
        <a:latin typeface="Tahoma" panose="020B0604030504040204" pitchFamily="34" charset="0"/>
        <a:ea typeface="华文中宋" panose="02010600040101010101" pitchFamily="2" charset="-122"/>
        <a:cs typeface="+mn-cs"/>
      </a:defRPr>
    </a:lvl5pPr>
    <a:lvl6pPr marL="2286000" algn="l" defTabSz="914400" rtl="0" eaLnBrk="1" latinLnBrk="0" hangingPunct="1">
      <a:defRPr sz="2200" kern="1200">
        <a:solidFill>
          <a:schemeClr val="tx1"/>
        </a:solidFill>
        <a:latin typeface="Tahoma" panose="020B0604030504040204" pitchFamily="34" charset="0"/>
        <a:ea typeface="华文中宋" panose="02010600040101010101" pitchFamily="2" charset="-122"/>
        <a:cs typeface="+mn-cs"/>
      </a:defRPr>
    </a:lvl6pPr>
    <a:lvl7pPr marL="2743200" algn="l" defTabSz="914400" rtl="0" eaLnBrk="1" latinLnBrk="0" hangingPunct="1">
      <a:defRPr sz="2200" kern="1200">
        <a:solidFill>
          <a:schemeClr val="tx1"/>
        </a:solidFill>
        <a:latin typeface="Tahoma" panose="020B0604030504040204" pitchFamily="34" charset="0"/>
        <a:ea typeface="华文中宋" panose="02010600040101010101" pitchFamily="2" charset="-122"/>
        <a:cs typeface="+mn-cs"/>
      </a:defRPr>
    </a:lvl7pPr>
    <a:lvl8pPr marL="3200400" algn="l" defTabSz="914400" rtl="0" eaLnBrk="1" latinLnBrk="0" hangingPunct="1">
      <a:defRPr sz="2200" kern="1200">
        <a:solidFill>
          <a:schemeClr val="tx1"/>
        </a:solidFill>
        <a:latin typeface="Tahoma" panose="020B0604030504040204" pitchFamily="34" charset="0"/>
        <a:ea typeface="华文中宋" panose="02010600040101010101" pitchFamily="2" charset="-122"/>
        <a:cs typeface="+mn-cs"/>
      </a:defRPr>
    </a:lvl8pPr>
    <a:lvl9pPr marL="3657600" algn="l" defTabSz="914400" rtl="0" eaLnBrk="1" latinLnBrk="0" hangingPunct="1">
      <a:defRPr sz="2200" kern="1200">
        <a:solidFill>
          <a:schemeClr val="tx1"/>
        </a:solidFill>
        <a:latin typeface="Tahoma" panose="020B0604030504040204" pitchFamily="34" charset="0"/>
        <a:ea typeface="华文中宋" panose="0201060004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08" userDrawn="1">
          <p15:clr>
            <a:srgbClr val="A4A3A4"/>
          </p15:clr>
        </p15:guide>
        <p15:guide id="2" pos="2733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微软用户" initials="微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0000"/>
    <a:srgbClr val="0000FF"/>
    <a:srgbClr val="000099"/>
    <a:srgbClr val="003399"/>
    <a:srgbClr val="20BB14"/>
    <a:srgbClr val="CC3300"/>
    <a:srgbClr val="A50021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087" autoAdjust="0"/>
  </p:normalViewPr>
  <p:slideViewPr>
    <p:cSldViewPr showGuides="1">
      <p:cViewPr varScale="1">
        <p:scale>
          <a:sx n="66" d="100"/>
          <a:sy n="66" d="100"/>
        </p:scale>
        <p:origin x="1304" y="40"/>
      </p:cViewPr>
      <p:guideLst>
        <p:guide orient="horz" pos="2008"/>
        <p:guide pos="2733"/>
      </p:guideLst>
    </p:cSldViewPr>
  </p:slideViewPr>
  <p:outlineViewPr>
    <p:cViewPr>
      <p:scale>
        <a:sx n="25" d="100"/>
        <a:sy n="25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gridSpacing cx="72005" cy="72005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Master" Target="slideMasters/slideMaster8.xml"/><Relationship Id="rId83" Type="http://schemas.openxmlformats.org/officeDocument/2006/relationships/commentAuthors" Target="commentAuthors.xml"/><Relationship Id="rId82" Type="http://schemas.openxmlformats.org/officeDocument/2006/relationships/tableStyles" Target="tableStyles.xml"/><Relationship Id="rId81" Type="http://schemas.openxmlformats.org/officeDocument/2006/relationships/viewProps" Target="viewProps.xml"/><Relationship Id="rId80" Type="http://schemas.openxmlformats.org/officeDocument/2006/relationships/presProps" Target="presProps.xml"/><Relationship Id="rId8" Type="http://schemas.openxmlformats.org/officeDocument/2006/relationships/slideMaster" Target="slideMasters/slideMaster7.xml"/><Relationship Id="rId79" Type="http://schemas.openxmlformats.org/officeDocument/2006/relationships/slide" Target="slides/slide52.xml"/><Relationship Id="rId78" Type="http://schemas.openxmlformats.org/officeDocument/2006/relationships/slide" Target="slides/slide51.xml"/><Relationship Id="rId77" Type="http://schemas.openxmlformats.org/officeDocument/2006/relationships/slide" Target="slides/slide50.xml"/><Relationship Id="rId76" Type="http://schemas.openxmlformats.org/officeDocument/2006/relationships/slide" Target="slides/slide49.xml"/><Relationship Id="rId75" Type="http://schemas.openxmlformats.org/officeDocument/2006/relationships/slide" Target="slides/slide48.xml"/><Relationship Id="rId74" Type="http://schemas.openxmlformats.org/officeDocument/2006/relationships/slide" Target="slides/slide47.xml"/><Relationship Id="rId73" Type="http://schemas.openxmlformats.org/officeDocument/2006/relationships/slide" Target="slides/slide46.xml"/><Relationship Id="rId72" Type="http://schemas.openxmlformats.org/officeDocument/2006/relationships/slide" Target="slides/slide45.xml"/><Relationship Id="rId71" Type="http://schemas.openxmlformats.org/officeDocument/2006/relationships/slide" Target="slides/slide44.xml"/><Relationship Id="rId70" Type="http://schemas.openxmlformats.org/officeDocument/2006/relationships/slide" Target="slides/slide43.xml"/><Relationship Id="rId7" Type="http://schemas.openxmlformats.org/officeDocument/2006/relationships/slideMaster" Target="slideMasters/slideMaster6.xml"/><Relationship Id="rId69" Type="http://schemas.openxmlformats.org/officeDocument/2006/relationships/slide" Target="slides/slide42.xml"/><Relationship Id="rId68" Type="http://schemas.openxmlformats.org/officeDocument/2006/relationships/slide" Target="slides/slide41.xml"/><Relationship Id="rId67" Type="http://schemas.openxmlformats.org/officeDocument/2006/relationships/slide" Target="slides/slide40.xml"/><Relationship Id="rId66" Type="http://schemas.openxmlformats.org/officeDocument/2006/relationships/slide" Target="slides/slide39.xml"/><Relationship Id="rId65" Type="http://schemas.openxmlformats.org/officeDocument/2006/relationships/slide" Target="slides/slide38.xml"/><Relationship Id="rId64" Type="http://schemas.openxmlformats.org/officeDocument/2006/relationships/slide" Target="slides/slide37.xml"/><Relationship Id="rId63" Type="http://schemas.openxmlformats.org/officeDocument/2006/relationships/slide" Target="slides/slide36.xml"/><Relationship Id="rId62" Type="http://schemas.openxmlformats.org/officeDocument/2006/relationships/slide" Target="slides/slide35.xml"/><Relationship Id="rId61" Type="http://schemas.openxmlformats.org/officeDocument/2006/relationships/slide" Target="slides/slide34.xml"/><Relationship Id="rId60" Type="http://schemas.openxmlformats.org/officeDocument/2006/relationships/slide" Target="slides/slide33.xml"/><Relationship Id="rId6" Type="http://schemas.openxmlformats.org/officeDocument/2006/relationships/slideMaster" Target="slideMasters/slideMaster5.xml"/><Relationship Id="rId59" Type="http://schemas.openxmlformats.org/officeDocument/2006/relationships/slide" Target="slides/slide32.xml"/><Relationship Id="rId58" Type="http://schemas.openxmlformats.org/officeDocument/2006/relationships/slide" Target="slides/slide31.xml"/><Relationship Id="rId57" Type="http://schemas.openxmlformats.org/officeDocument/2006/relationships/slide" Target="slides/slide30.xml"/><Relationship Id="rId56" Type="http://schemas.openxmlformats.org/officeDocument/2006/relationships/slide" Target="slides/slide29.xml"/><Relationship Id="rId55" Type="http://schemas.openxmlformats.org/officeDocument/2006/relationships/slide" Target="slides/slide28.xml"/><Relationship Id="rId54" Type="http://schemas.openxmlformats.org/officeDocument/2006/relationships/slide" Target="slides/slide27.xml"/><Relationship Id="rId53" Type="http://schemas.openxmlformats.org/officeDocument/2006/relationships/slide" Target="slides/slide26.xml"/><Relationship Id="rId52" Type="http://schemas.openxmlformats.org/officeDocument/2006/relationships/slide" Target="slides/slide25.xml"/><Relationship Id="rId51" Type="http://schemas.openxmlformats.org/officeDocument/2006/relationships/slide" Target="slides/slide24.xml"/><Relationship Id="rId50" Type="http://schemas.openxmlformats.org/officeDocument/2006/relationships/slide" Target="slides/slide23.xml"/><Relationship Id="rId5" Type="http://schemas.openxmlformats.org/officeDocument/2006/relationships/slideMaster" Target="slideMasters/slideMaster4.xml"/><Relationship Id="rId49" Type="http://schemas.openxmlformats.org/officeDocument/2006/relationships/slide" Target="slides/slide22.xml"/><Relationship Id="rId48" Type="http://schemas.openxmlformats.org/officeDocument/2006/relationships/slide" Target="slides/slide21.xml"/><Relationship Id="rId47" Type="http://schemas.openxmlformats.org/officeDocument/2006/relationships/slide" Target="slides/slide20.xml"/><Relationship Id="rId46" Type="http://schemas.openxmlformats.org/officeDocument/2006/relationships/slide" Target="slides/slide19.xml"/><Relationship Id="rId45" Type="http://schemas.openxmlformats.org/officeDocument/2006/relationships/slide" Target="slides/slide18.xml"/><Relationship Id="rId44" Type="http://schemas.openxmlformats.org/officeDocument/2006/relationships/slide" Target="slides/slide17.xml"/><Relationship Id="rId43" Type="http://schemas.openxmlformats.org/officeDocument/2006/relationships/slide" Target="slides/slide16.xml"/><Relationship Id="rId42" Type="http://schemas.openxmlformats.org/officeDocument/2006/relationships/slide" Target="slides/slide15.xml"/><Relationship Id="rId41" Type="http://schemas.openxmlformats.org/officeDocument/2006/relationships/slide" Target="slides/slide14.xml"/><Relationship Id="rId40" Type="http://schemas.openxmlformats.org/officeDocument/2006/relationships/slide" Target="slides/slide13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12.xml"/><Relationship Id="rId38" Type="http://schemas.openxmlformats.org/officeDocument/2006/relationships/slide" Target="slides/slide11.xml"/><Relationship Id="rId37" Type="http://schemas.openxmlformats.org/officeDocument/2006/relationships/slide" Target="slides/slide10.xml"/><Relationship Id="rId36" Type="http://schemas.openxmlformats.org/officeDocument/2006/relationships/slide" Target="slides/slide9.xml"/><Relationship Id="rId35" Type="http://schemas.openxmlformats.org/officeDocument/2006/relationships/slide" Target="slides/slide8.xml"/><Relationship Id="rId34" Type="http://schemas.openxmlformats.org/officeDocument/2006/relationships/slide" Target="slides/slide7.xml"/><Relationship Id="rId33" Type="http://schemas.openxmlformats.org/officeDocument/2006/relationships/slide" Target="slides/slide6.xml"/><Relationship Id="rId32" Type="http://schemas.openxmlformats.org/officeDocument/2006/relationships/slide" Target="slides/slide5.xml"/><Relationship Id="rId31" Type="http://schemas.openxmlformats.org/officeDocument/2006/relationships/slide" Target="slides/slide4.xml"/><Relationship Id="rId30" Type="http://schemas.openxmlformats.org/officeDocument/2006/relationships/slide" Target="slides/slide3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.xml"/><Relationship Id="rId28" Type="http://schemas.openxmlformats.org/officeDocument/2006/relationships/notesMaster" Target="notesMasters/notesMaster1.xml"/><Relationship Id="rId27" Type="http://schemas.openxmlformats.org/officeDocument/2006/relationships/slide" Target="slides/slide1.xml"/><Relationship Id="rId26" Type="http://schemas.openxmlformats.org/officeDocument/2006/relationships/slideMaster" Target="slideMasters/slideMaster25.xml"/><Relationship Id="rId25" Type="http://schemas.openxmlformats.org/officeDocument/2006/relationships/slideMaster" Target="slideMasters/slideMaster24.xml"/><Relationship Id="rId24" Type="http://schemas.openxmlformats.org/officeDocument/2006/relationships/slideMaster" Target="slideMasters/slideMaster23.xml"/><Relationship Id="rId23" Type="http://schemas.openxmlformats.org/officeDocument/2006/relationships/slideMaster" Target="slideMasters/slideMaster22.xml"/><Relationship Id="rId22" Type="http://schemas.openxmlformats.org/officeDocument/2006/relationships/slideMaster" Target="slideMasters/slideMaster21.xml"/><Relationship Id="rId21" Type="http://schemas.openxmlformats.org/officeDocument/2006/relationships/slideMaster" Target="slideMasters/slideMaster20.xml"/><Relationship Id="rId20" Type="http://schemas.openxmlformats.org/officeDocument/2006/relationships/slideMaster" Target="slideMasters/slideMaster19.xml"/><Relationship Id="rId2" Type="http://schemas.openxmlformats.org/officeDocument/2006/relationships/theme" Target="theme/theme1.xml"/><Relationship Id="rId19" Type="http://schemas.openxmlformats.org/officeDocument/2006/relationships/slideMaster" Target="slideMasters/slideMaster18.xml"/><Relationship Id="rId18" Type="http://schemas.openxmlformats.org/officeDocument/2006/relationships/slideMaster" Target="slideMasters/slideMaster17.xml"/><Relationship Id="rId17" Type="http://schemas.openxmlformats.org/officeDocument/2006/relationships/slideMaster" Target="slideMasters/slideMaster16.xml"/><Relationship Id="rId16" Type="http://schemas.openxmlformats.org/officeDocument/2006/relationships/slideMaster" Target="slideMasters/slideMaster15.xml"/><Relationship Id="rId15" Type="http://schemas.openxmlformats.org/officeDocument/2006/relationships/slideMaster" Target="slideMasters/slideMaster14.xml"/><Relationship Id="rId14" Type="http://schemas.openxmlformats.org/officeDocument/2006/relationships/slideMaster" Target="slideMasters/slideMaster13.xml"/><Relationship Id="rId13" Type="http://schemas.openxmlformats.org/officeDocument/2006/relationships/slideMaster" Target="slideMasters/slideMaster12.xml"/><Relationship Id="rId12" Type="http://schemas.openxmlformats.org/officeDocument/2006/relationships/slideMaster" Target="slideMasters/slideMaster11.xml"/><Relationship Id="rId11" Type="http://schemas.openxmlformats.org/officeDocument/2006/relationships/slideMaster" Target="slideMasters/slideMaster10.xml"/><Relationship Id="rId10" Type="http://schemas.openxmlformats.org/officeDocument/2006/relationships/slideMaster" Target="slideMasters/slideMaster9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wmf"/><Relationship Id="rId1" Type="http://schemas.openxmlformats.org/officeDocument/2006/relationships/image" Target="../media/image32.wmf"/></Relationships>
</file>

<file path=ppt/drawings/_rels/vmlDrawing3.vml.rels><?xml version="1.0" encoding="UTF-8" standalone="yes"?>
<Relationships xmlns="http://schemas.openxmlformats.org/package/2006/relationships"><Relationship Id="rId9" Type="http://schemas.openxmlformats.org/officeDocument/2006/relationships/image" Target="../media/image43.wmf"/><Relationship Id="rId8" Type="http://schemas.openxmlformats.org/officeDocument/2006/relationships/image" Target="../media/image42.wmf"/><Relationship Id="rId7" Type="http://schemas.openxmlformats.org/officeDocument/2006/relationships/image" Target="../media/image41.wmf"/><Relationship Id="rId6" Type="http://schemas.openxmlformats.org/officeDocument/2006/relationships/image" Target="../media/image40.wmf"/><Relationship Id="rId5" Type="http://schemas.openxmlformats.org/officeDocument/2006/relationships/image" Target="../media/image39.png"/><Relationship Id="rId4" Type="http://schemas.openxmlformats.org/officeDocument/2006/relationships/image" Target="../media/image38.wmf"/><Relationship Id="rId3" Type="http://schemas.openxmlformats.org/officeDocument/2006/relationships/image" Target="../media/image37.wmf"/><Relationship Id="rId2" Type="http://schemas.openxmlformats.org/officeDocument/2006/relationships/image" Target="../media/image36.wmf"/><Relationship Id="rId1" Type="http://schemas.openxmlformats.org/officeDocument/2006/relationships/image" Target="../media/image35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46.wmf"/><Relationship Id="rId2" Type="http://schemas.openxmlformats.org/officeDocument/2006/relationships/image" Target="../media/image45.wmf"/><Relationship Id="rId1" Type="http://schemas.openxmlformats.org/officeDocument/2006/relationships/image" Target="../media/image44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image" Target="../media/image47.png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52.wmf"/><Relationship Id="rId2" Type="http://schemas.openxmlformats.org/officeDocument/2006/relationships/image" Target="../media/image51.wmf"/><Relationship Id="rId1" Type="http://schemas.openxmlformats.org/officeDocument/2006/relationships/image" Target="../media/image50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53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54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65.wmf"/><Relationship Id="rId2" Type="http://schemas.openxmlformats.org/officeDocument/2006/relationships/image" Target="../media/image64.wmf"/><Relationship Id="rId1" Type="http://schemas.openxmlformats.org/officeDocument/2006/relationships/image" Target="../media/image63.wmf"/></Relationships>
</file>

<file path=ppt/drawings/_rels/vmlDrawing10.vml.rels><?xml version="1.0" encoding="UTF-8" standalone="yes"?>
<Relationships xmlns="http://schemas.openxmlformats.org/package/2006/relationships"><Relationship Id="rId6" Type="http://schemas.openxmlformats.org/officeDocument/2006/relationships/image" Target="../media/image72.wmf"/><Relationship Id="rId5" Type="http://schemas.openxmlformats.org/officeDocument/2006/relationships/image" Target="../media/image70.wmf"/><Relationship Id="rId4" Type="http://schemas.openxmlformats.org/officeDocument/2006/relationships/image" Target="../media/image69.wmf"/><Relationship Id="rId3" Type="http://schemas.openxmlformats.org/officeDocument/2006/relationships/image" Target="../media/image68.wmf"/><Relationship Id="rId2" Type="http://schemas.openxmlformats.org/officeDocument/2006/relationships/image" Target="../media/image67.wmf"/><Relationship Id="rId1" Type="http://schemas.openxmlformats.org/officeDocument/2006/relationships/image" Target="../media/image66.wmf"/></Relationships>
</file>

<file path=ppt/drawings/_rels/vmlDrawing11.vml.rels><?xml version="1.0" encoding="UTF-8" standalone="yes"?>
<Relationships xmlns="http://schemas.openxmlformats.org/package/2006/relationships"><Relationship Id="rId5" Type="http://schemas.openxmlformats.org/officeDocument/2006/relationships/image" Target="../media/image77.wmf"/><Relationship Id="rId4" Type="http://schemas.openxmlformats.org/officeDocument/2006/relationships/image" Target="../media/image76.wmf"/><Relationship Id="rId3" Type="http://schemas.openxmlformats.org/officeDocument/2006/relationships/image" Target="../media/image75.wmf"/><Relationship Id="rId2" Type="http://schemas.openxmlformats.org/officeDocument/2006/relationships/image" Target="../media/image74.wmf"/><Relationship Id="rId1" Type="http://schemas.openxmlformats.org/officeDocument/2006/relationships/image" Target="../media/image73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78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85.w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86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buFontTx/>
              <a:buNone/>
              <a:defRPr kumimoji="1" sz="1200" b="1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buFontTx/>
              <a:buNone/>
              <a:defRPr kumimoji="1" sz="1200" b="1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8372" name="Rectangle 4"/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50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 smtClean="0"/>
              <a:t>单击此处编辑母版文本样式</a:t>
            </a:r>
            <a:endParaRPr lang="zh-CN" altLang="en-US" noProof="0" smtClean="0"/>
          </a:p>
          <a:p>
            <a:pPr lvl="1"/>
            <a:r>
              <a:rPr lang="zh-CN" altLang="en-US" noProof="0" smtClean="0"/>
              <a:t>第二级</a:t>
            </a:r>
            <a:endParaRPr lang="zh-CN" altLang="en-US" noProof="0" smtClean="0"/>
          </a:p>
          <a:p>
            <a:pPr lvl="2"/>
            <a:r>
              <a:rPr lang="zh-CN" altLang="en-US" noProof="0" smtClean="0"/>
              <a:t>第三级</a:t>
            </a:r>
            <a:endParaRPr lang="zh-CN" altLang="en-US" noProof="0" smtClean="0"/>
          </a:p>
          <a:p>
            <a:pPr lvl="3"/>
            <a:r>
              <a:rPr lang="zh-CN" altLang="en-US" noProof="0" smtClean="0"/>
              <a:t>第四级</a:t>
            </a:r>
            <a:endParaRPr lang="zh-CN" altLang="en-US" noProof="0" smtClean="0"/>
          </a:p>
          <a:p>
            <a:pPr lvl="4"/>
            <a:r>
              <a:rPr lang="zh-CN" altLang="en-US" noProof="0" smtClean="0"/>
              <a:t>第五级</a:t>
            </a:r>
            <a:endParaRPr lang="zh-CN" altLang="en-US" noProof="0" smtClean="0"/>
          </a:p>
        </p:txBody>
      </p:sp>
      <p:sp>
        <p:nvSpPr>
          <p:cNvPr id="2151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buFontTx/>
              <a:buNone/>
              <a:defRPr kumimoji="1" sz="1200" b="1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151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 b="1">
                <a:ea typeface="宋体" panose="02010600030101010101" pitchFamily="2" charset="-122"/>
              </a:defRPr>
            </a:lvl1pPr>
          </a:lstStyle>
          <a:p>
            <a:fld id="{5BC8AFC5-EBA2-4EA6-977E-D0D3A39433A1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C8AFC5-EBA2-4EA6-977E-D0D3A39433A1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C8AFC5-EBA2-4EA6-977E-D0D3A39433A1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 smtClean="0">
                <a:solidFill>
                  <a:srgbClr val="000099"/>
                </a:solidFill>
                <a:latin typeface="Times New Roman" panose="02020603050405020304" pitchFamily="18" charset="0"/>
              </a:rPr>
              <a:t>即要求轴瓦在轴承座内进行轴向和周向固定。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C8AFC5-EBA2-4EA6-977E-D0D3A39433A1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C8AFC5-EBA2-4EA6-977E-D0D3A39433A1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/>
      </p:sp>
      <p:sp>
        <p:nvSpPr>
          <p:cNvPr id="59395" name="文本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1200" dirty="0" smtClean="0">
                <a:solidFill>
                  <a:srgbClr val="000099"/>
                </a:solidFill>
                <a:latin typeface="Times New Roman" panose="02020603050405020304" pitchFamily="18" charset="0"/>
              </a:rPr>
              <a:t>此类轴承设计时，常采用简化的条件性计算来确定轴承的尺寸。</a:t>
            </a:r>
            <a:endParaRPr lang="zh-CN" altLang="en-US" sz="1200" dirty="0" smtClean="0">
              <a:solidFill>
                <a:srgbClr val="000099"/>
              </a:solidFill>
              <a:latin typeface="Times New Roman" panose="02020603050405020304" pitchFamily="18" charset="0"/>
            </a:endParaRPr>
          </a:p>
          <a:p>
            <a:endParaRPr lang="zh-CN" altLang="en-US" dirty="0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/>
      </p:sp>
      <p:sp>
        <p:nvSpPr>
          <p:cNvPr id="61443" name="文本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en-US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/>
      </p:sp>
      <p:sp>
        <p:nvSpPr>
          <p:cNvPr id="62467" name="文本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剪应力都同剪切变形速率呈线性函数关系的流体称为牛顿流体</a:t>
            </a:r>
            <a:endParaRPr lang="zh-CN" altLang="en-US" dirty="0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/>
      </p:sp>
      <p:sp>
        <p:nvSpPr>
          <p:cNvPr id="63491" name="文本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en-US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/>
      </p:sp>
      <p:sp>
        <p:nvSpPr>
          <p:cNvPr id="64515" name="文本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en-US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4294967295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4294967295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/>
      </p:sp>
      <p:sp>
        <p:nvSpPr>
          <p:cNvPr id="65539" name="文本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en-US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C8AFC5-EBA2-4EA6-977E-D0D3A39433A1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/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5" name="Group 3"/>
            <p:cNvGrpSpPr/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15" name="Rectangle 4"/>
              <p:cNvSpPr>
                <a:spLocks noChangeArrowheads="1"/>
              </p:cNvSpPr>
              <p:nvPr/>
            </p:nvSpPr>
            <p:spPr bwMode="ltGray">
              <a:xfrm>
                <a:off x="2112" y="0"/>
                <a:ext cx="3648" cy="9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grpSp>
            <p:nvGrpSpPr>
              <p:cNvPr id="16" name="Group 5"/>
              <p:cNvGrpSpPr/>
              <p:nvPr userDrawn="1"/>
            </p:nvGrpSpPr>
            <p:grpSpPr bwMode="auto">
              <a:xfrm>
                <a:off x="0" y="0"/>
                <a:ext cx="5760" cy="4320"/>
                <a:chOff x="0" y="0"/>
                <a:chExt cx="5760" cy="4320"/>
              </a:xfrm>
            </p:grpSpPr>
            <p:sp>
              <p:nvSpPr>
                <p:cNvPr id="18" name="Line 6"/>
                <p:cNvSpPr>
                  <a:spLocks noChangeShapeType="1"/>
                </p:cNvSpPr>
                <p:nvPr/>
              </p:nvSpPr>
              <p:spPr bwMode="auto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9" name="Line 7"/>
                <p:cNvSpPr>
                  <a:spLocks noChangeShapeType="1"/>
                </p:cNvSpPr>
                <p:nvPr/>
              </p:nvSpPr>
              <p:spPr bwMode="auto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0" name="Line 8"/>
                <p:cNvSpPr>
                  <a:spLocks noChangeShapeType="1"/>
                </p:cNvSpPr>
                <p:nvPr/>
              </p:nvSpPr>
              <p:spPr bwMode="auto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1" name="Line 9"/>
                <p:cNvSpPr>
                  <a:spLocks noChangeShapeType="1"/>
                </p:cNvSpPr>
                <p:nvPr/>
              </p:nvSpPr>
              <p:spPr bwMode="auto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2" name="Line 10"/>
                <p:cNvSpPr>
                  <a:spLocks noChangeShapeType="1"/>
                </p:cNvSpPr>
                <p:nvPr/>
              </p:nvSpPr>
              <p:spPr bwMode="auto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3" name="Line 11"/>
                <p:cNvSpPr>
                  <a:spLocks noChangeShapeType="1"/>
                </p:cNvSpPr>
                <p:nvPr/>
              </p:nvSpPr>
              <p:spPr bwMode="auto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4" name="Line 12"/>
                <p:cNvSpPr>
                  <a:spLocks noChangeShapeType="1"/>
                </p:cNvSpPr>
                <p:nvPr/>
              </p:nvSpPr>
              <p:spPr bwMode="auto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5" name="Line 13"/>
                <p:cNvSpPr>
                  <a:spLocks noChangeShapeType="1"/>
                </p:cNvSpPr>
                <p:nvPr/>
              </p:nvSpPr>
              <p:spPr bwMode="auto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6" name="Line 14"/>
                <p:cNvSpPr>
                  <a:spLocks noChangeShapeType="1"/>
                </p:cNvSpPr>
                <p:nvPr/>
              </p:nvSpPr>
              <p:spPr bwMode="auto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7" name="Line 15"/>
                <p:cNvSpPr>
                  <a:spLocks noChangeShapeType="1"/>
                </p:cNvSpPr>
                <p:nvPr/>
              </p:nvSpPr>
              <p:spPr bwMode="auto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8" name="Line 16"/>
                <p:cNvSpPr>
                  <a:spLocks noChangeShapeType="1"/>
                </p:cNvSpPr>
                <p:nvPr/>
              </p:nvSpPr>
              <p:spPr bwMode="auto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9" name="Line 17"/>
                <p:cNvSpPr>
                  <a:spLocks noChangeShapeType="1"/>
                </p:cNvSpPr>
                <p:nvPr/>
              </p:nvSpPr>
              <p:spPr bwMode="auto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0" name="Line 18"/>
                <p:cNvSpPr>
                  <a:spLocks noChangeShapeType="1"/>
                </p:cNvSpPr>
                <p:nvPr/>
              </p:nvSpPr>
              <p:spPr bwMode="auto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1" name="Line 19"/>
                <p:cNvSpPr>
                  <a:spLocks noChangeShapeType="1"/>
                </p:cNvSpPr>
                <p:nvPr/>
              </p:nvSpPr>
              <p:spPr bwMode="auto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2" name="Line 20"/>
                <p:cNvSpPr>
                  <a:spLocks noChangeShapeType="1"/>
                </p:cNvSpPr>
                <p:nvPr/>
              </p:nvSpPr>
              <p:spPr bwMode="auto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3" name="Line 21"/>
                <p:cNvSpPr>
                  <a:spLocks noChangeShapeType="1"/>
                </p:cNvSpPr>
                <p:nvPr/>
              </p:nvSpPr>
              <p:spPr bwMode="auto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4" name="Line 22"/>
                <p:cNvSpPr>
                  <a:spLocks noChangeShapeType="1"/>
                </p:cNvSpPr>
                <p:nvPr/>
              </p:nvSpPr>
              <p:spPr bwMode="auto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5" name="Line 23"/>
                <p:cNvSpPr>
                  <a:spLocks noChangeShapeType="1"/>
                </p:cNvSpPr>
                <p:nvPr/>
              </p:nvSpPr>
              <p:spPr bwMode="auto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6" name="Line 24"/>
                <p:cNvSpPr>
                  <a:spLocks noChangeShapeType="1"/>
                </p:cNvSpPr>
                <p:nvPr/>
              </p:nvSpPr>
              <p:spPr bwMode="auto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7" name="Line 25"/>
                <p:cNvSpPr>
                  <a:spLocks noChangeShapeType="1"/>
                </p:cNvSpPr>
                <p:nvPr/>
              </p:nvSpPr>
              <p:spPr bwMode="auto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8" name="Line 26"/>
                <p:cNvSpPr>
                  <a:spLocks noChangeShapeType="1"/>
                </p:cNvSpPr>
                <p:nvPr/>
              </p:nvSpPr>
              <p:spPr bwMode="auto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9" name="Line 27"/>
                <p:cNvSpPr>
                  <a:spLocks noChangeShapeType="1"/>
                </p:cNvSpPr>
                <p:nvPr/>
              </p:nvSpPr>
              <p:spPr bwMode="auto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0" name="Line 28"/>
                <p:cNvSpPr>
                  <a:spLocks noChangeShapeType="1"/>
                </p:cNvSpPr>
                <p:nvPr/>
              </p:nvSpPr>
              <p:spPr bwMode="auto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1" name="Line 29"/>
                <p:cNvSpPr>
                  <a:spLocks noChangeShapeType="1"/>
                </p:cNvSpPr>
                <p:nvPr/>
              </p:nvSpPr>
              <p:spPr bwMode="auto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2" name="Line 30"/>
                <p:cNvSpPr>
                  <a:spLocks noChangeShapeType="1"/>
                </p:cNvSpPr>
                <p:nvPr/>
              </p:nvSpPr>
              <p:spPr bwMode="auto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3" name="Line 31"/>
                <p:cNvSpPr>
                  <a:spLocks noChangeShapeType="1"/>
                </p:cNvSpPr>
                <p:nvPr/>
              </p:nvSpPr>
              <p:spPr bwMode="auto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4" name="Line 32"/>
                <p:cNvSpPr>
                  <a:spLocks noChangeShapeType="1"/>
                </p:cNvSpPr>
                <p:nvPr/>
              </p:nvSpPr>
              <p:spPr bwMode="auto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5" name="Line 33"/>
                <p:cNvSpPr>
                  <a:spLocks noChangeShapeType="1"/>
                </p:cNvSpPr>
                <p:nvPr/>
              </p:nvSpPr>
              <p:spPr bwMode="auto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6" name="Line 34"/>
                <p:cNvSpPr>
                  <a:spLocks noChangeShapeType="1"/>
                </p:cNvSpPr>
                <p:nvPr/>
              </p:nvSpPr>
              <p:spPr bwMode="auto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7" name="Line 35"/>
                <p:cNvSpPr>
                  <a:spLocks noChangeShapeType="1"/>
                </p:cNvSpPr>
                <p:nvPr/>
              </p:nvSpPr>
              <p:spPr bwMode="auto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8" name="Line 36"/>
                <p:cNvSpPr>
                  <a:spLocks noChangeShapeType="1"/>
                </p:cNvSpPr>
                <p:nvPr/>
              </p:nvSpPr>
              <p:spPr bwMode="auto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9" name="Line 37"/>
                <p:cNvSpPr>
                  <a:spLocks noChangeShapeType="1"/>
                </p:cNvSpPr>
                <p:nvPr/>
              </p:nvSpPr>
              <p:spPr bwMode="auto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0" name="Line 38"/>
                <p:cNvSpPr>
                  <a:spLocks noChangeShapeType="1"/>
                </p:cNvSpPr>
                <p:nvPr/>
              </p:nvSpPr>
              <p:spPr bwMode="auto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1" name="Line 39"/>
                <p:cNvSpPr>
                  <a:spLocks noChangeShapeType="1"/>
                </p:cNvSpPr>
                <p:nvPr/>
              </p:nvSpPr>
              <p:spPr bwMode="auto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2" name="Line 40"/>
                <p:cNvSpPr>
                  <a:spLocks noChangeShapeType="1"/>
                </p:cNvSpPr>
                <p:nvPr/>
              </p:nvSpPr>
              <p:spPr bwMode="auto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3" name="Line 41"/>
                <p:cNvSpPr>
                  <a:spLocks noChangeShapeType="1"/>
                </p:cNvSpPr>
                <p:nvPr/>
              </p:nvSpPr>
              <p:spPr bwMode="auto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4" name="Line 42"/>
                <p:cNvSpPr>
                  <a:spLocks noChangeShapeType="1"/>
                </p:cNvSpPr>
                <p:nvPr/>
              </p:nvSpPr>
              <p:spPr bwMode="auto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5" name="Line 43"/>
                <p:cNvSpPr>
                  <a:spLocks noChangeShapeType="1"/>
                </p:cNvSpPr>
                <p:nvPr/>
              </p:nvSpPr>
              <p:spPr bwMode="auto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6" name="Line 44"/>
                <p:cNvSpPr>
                  <a:spLocks noChangeShapeType="1"/>
                </p:cNvSpPr>
                <p:nvPr/>
              </p:nvSpPr>
              <p:spPr bwMode="auto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7" name="Line 45"/>
                <p:cNvSpPr>
                  <a:spLocks noChangeShapeType="1"/>
                </p:cNvSpPr>
                <p:nvPr/>
              </p:nvSpPr>
              <p:spPr bwMode="auto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8" name="Line 46"/>
                <p:cNvSpPr>
                  <a:spLocks noChangeShapeType="1"/>
                </p:cNvSpPr>
                <p:nvPr/>
              </p:nvSpPr>
              <p:spPr bwMode="auto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9" name="Line 47"/>
                <p:cNvSpPr>
                  <a:spLocks noChangeShapeType="1"/>
                </p:cNvSpPr>
                <p:nvPr/>
              </p:nvSpPr>
              <p:spPr bwMode="auto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0" name="Line 48"/>
                <p:cNvSpPr>
                  <a:spLocks noChangeShapeType="1"/>
                </p:cNvSpPr>
                <p:nvPr/>
              </p:nvSpPr>
              <p:spPr bwMode="auto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1" name="Line 49"/>
                <p:cNvSpPr>
                  <a:spLocks noChangeShapeType="1"/>
                </p:cNvSpPr>
                <p:nvPr/>
              </p:nvSpPr>
              <p:spPr bwMode="auto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2" name="Line 50"/>
                <p:cNvSpPr>
                  <a:spLocks noChangeShapeType="1"/>
                </p:cNvSpPr>
                <p:nvPr/>
              </p:nvSpPr>
              <p:spPr bwMode="auto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3" name="Line 51"/>
                <p:cNvSpPr>
                  <a:spLocks noChangeShapeType="1"/>
                </p:cNvSpPr>
                <p:nvPr/>
              </p:nvSpPr>
              <p:spPr bwMode="auto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4" name="Line 52"/>
                <p:cNvSpPr>
                  <a:spLocks noChangeShapeType="1"/>
                </p:cNvSpPr>
                <p:nvPr/>
              </p:nvSpPr>
              <p:spPr bwMode="auto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5" name="Line 53"/>
                <p:cNvSpPr>
                  <a:spLocks noChangeShapeType="1"/>
                </p:cNvSpPr>
                <p:nvPr/>
              </p:nvSpPr>
              <p:spPr bwMode="auto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6" name="Line 54"/>
                <p:cNvSpPr>
                  <a:spLocks noChangeShapeType="1"/>
                </p:cNvSpPr>
                <p:nvPr/>
              </p:nvSpPr>
              <p:spPr bwMode="auto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7" name="Line 55"/>
                <p:cNvSpPr>
                  <a:spLocks noChangeShapeType="1"/>
                </p:cNvSpPr>
                <p:nvPr/>
              </p:nvSpPr>
              <p:spPr bwMode="auto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8" name="Line 56"/>
                <p:cNvSpPr>
                  <a:spLocks noChangeShapeType="1"/>
                </p:cNvSpPr>
                <p:nvPr/>
              </p:nvSpPr>
              <p:spPr bwMode="auto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</p:grpSp>
          <p:sp>
            <p:nvSpPr>
              <p:cNvPr id="17" name="Line 57"/>
              <p:cNvSpPr>
                <a:spLocks noChangeShapeType="1"/>
              </p:cNvSpPr>
              <p:nvPr/>
            </p:nvSpPr>
            <p:spPr bwMode="ltGray">
              <a:xfrm>
                <a:off x="5568" y="0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  <p:grpSp>
          <p:nvGrpSpPr>
            <p:cNvPr id="6" name="Group 58"/>
            <p:cNvGrpSpPr/>
            <p:nvPr userDrawn="1"/>
          </p:nvGrpSpPr>
          <p:grpSpPr bwMode="auto">
            <a:xfrm>
              <a:off x="3" y="559"/>
              <a:ext cx="4192" cy="1796"/>
              <a:chOff x="3" y="559"/>
              <a:chExt cx="4192" cy="1796"/>
            </a:xfrm>
          </p:grpSpPr>
          <p:sp>
            <p:nvSpPr>
              <p:cNvPr id="11" name="Line 59"/>
              <p:cNvSpPr>
                <a:spLocks noChangeShapeType="1"/>
              </p:cNvSpPr>
              <p:nvPr/>
            </p:nvSpPr>
            <p:spPr bwMode="ltGray">
              <a:xfrm>
                <a:off x="506" y="559"/>
                <a:ext cx="0" cy="179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2" name="Line 60"/>
              <p:cNvSpPr>
                <a:spLocks noChangeShapeType="1"/>
              </p:cNvSpPr>
              <p:nvPr/>
            </p:nvSpPr>
            <p:spPr bwMode="ltGray">
              <a:xfrm flipH="1" flipV="1">
                <a:off x="3" y="1924"/>
                <a:ext cx="32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3" name="Line 61"/>
              <p:cNvSpPr>
                <a:spLocks noChangeShapeType="1"/>
              </p:cNvSpPr>
              <p:nvPr/>
            </p:nvSpPr>
            <p:spPr bwMode="ltGray">
              <a:xfrm flipH="1" flipV="1">
                <a:off x="384" y="938"/>
                <a:ext cx="38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4" name="Arc 62"/>
              <p:cNvSpPr/>
              <p:nvPr/>
            </p:nvSpPr>
            <p:spPr bwMode="ltGray">
              <a:xfrm rot="16200000" flipH="1">
                <a:off x="402" y="837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  <p:grpSp>
          <p:nvGrpSpPr>
            <p:cNvPr id="7" name="Group 63"/>
            <p:cNvGrpSpPr/>
            <p:nvPr userDrawn="1"/>
          </p:nvGrpSpPr>
          <p:grpSpPr bwMode="auto">
            <a:xfrm>
              <a:off x="1480" y="1952"/>
              <a:ext cx="3808" cy="1812"/>
              <a:chOff x="1480" y="1952"/>
              <a:chExt cx="3808" cy="1812"/>
            </a:xfrm>
          </p:grpSpPr>
          <p:sp>
            <p:nvSpPr>
              <p:cNvPr id="8" name="Line 64"/>
              <p:cNvSpPr>
                <a:spLocks noChangeShapeType="1"/>
              </p:cNvSpPr>
              <p:nvPr/>
            </p:nvSpPr>
            <p:spPr bwMode="ltGray">
              <a:xfrm flipV="1">
                <a:off x="1480" y="3442"/>
                <a:ext cx="38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9" name="Line 65"/>
              <p:cNvSpPr>
                <a:spLocks noChangeShapeType="1"/>
              </p:cNvSpPr>
              <p:nvPr/>
            </p:nvSpPr>
            <p:spPr bwMode="ltGray">
              <a:xfrm flipH="1">
                <a:off x="5172" y="1952"/>
                <a:ext cx="0" cy="181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0" name="Arc 66"/>
              <p:cNvSpPr/>
              <p:nvPr/>
            </p:nvSpPr>
            <p:spPr bwMode="ltGray">
              <a:xfrm rot="5400000">
                <a:off x="5074" y="3325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</p:grpSp>
      <p:sp>
        <p:nvSpPr>
          <p:cNvPr id="6211" name="Rectangle 67"/>
          <p:cNvSpPr>
            <a:spLocks noGrp="1" noChangeArrowheads="1"/>
          </p:cNvSpPr>
          <p:nvPr>
            <p:ph type="ctrTitle"/>
          </p:nvPr>
        </p:nvSpPr>
        <p:spPr bwMode="auto">
          <a:xfrm>
            <a:off x="990600" y="1752600"/>
            <a:ext cx="7772400" cy="11430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6212" name="Rectangle 68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990600" y="3309938"/>
            <a:ext cx="6400800" cy="17526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0" indent="0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69" name="Rectangle 69"/>
          <p:cNvSpPr>
            <a:spLocks noGrp="1" noChangeArrowheads="1"/>
          </p:cNvSpPr>
          <p:nvPr>
            <p:ph type="dt" sz="quarter" idx="10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buFontTx/>
              <a:buNone/>
              <a:defRPr kumimoji="0" sz="14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0" name="Rectangle 70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ctr">
              <a:buFontTx/>
              <a:buNone/>
              <a:defRPr kumimoji="0" sz="14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" name="Rectangle 71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>
              <a:defRPr sz="1400">
                <a:ea typeface="宋体" panose="02010600030101010101" pitchFamily="2" charset="-122"/>
              </a:defRPr>
            </a:lvl1pPr>
          </a:lstStyle>
          <a:p>
            <a:fld id="{D79A390B-E4D2-4BB1-A297-0857C1D0ED8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/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5" name="Group 3"/>
            <p:cNvGrpSpPr/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15" name="Rectangle 4"/>
              <p:cNvSpPr>
                <a:spLocks noChangeArrowheads="1"/>
              </p:cNvSpPr>
              <p:nvPr/>
            </p:nvSpPr>
            <p:spPr bwMode="ltGray">
              <a:xfrm>
                <a:off x="2112" y="0"/>
                <a:ext cx="3648" cy="9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grpSp>
            <p:nvGrpSpPr>
              <p:cNvPr id="16" name="Group 5"/>
              <p:cNvGrpSpPr/>
              <p:nvPr userDrawn="1"/>
            </p:nvGrpSpPr>
            <p:grpSpPr bwMode="auto">
              <a:xfrm>
                <a:off x="0" y="0"/>
                <a:ext cx="5760" cy="4320"/>
                <a:chOff x="0" y="0"/>
                <a:chExt cx="5760" cy="4320"/>
              </a:xfrm>
            </p:grpSpPr>
            <p:sp>
              <p:nvSpPr>
                <p:cNvPr id="18" name="Line 6"/>
                <p:cNvSpPr>
                  <a:spLocks noChangeShapeType="1"/>
                </p:cNvSpPr>
                <p:nvPr/>
              </p:nvSpPr>
              <p:spPr bwMode="auto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9" name="Line 7"/>
                <p:cNvSpPr>
                  <a:spLocks noChangeShapeType="1"/>
                </p:cNvSpPr>
                <p:nvPr/>
              </p:nvSpPr>
              <p:spPr bwMode="auto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0" name="Line 8"/>
                <p:cNvSpPr>
                  <a:spLocks noChangeShapeType="1"/>
                </p:cNvSpPr>
                <p:nvPr/>
              </p:nvSpPr>
              <p:spPr bwMode="auto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1" name="Line 9"/>
                <p:cNvSpPr>
                  <a:spLocks noChangeShapeType="1"/>
                </p:cNvSpPr>
                <p:nvPr/>
              </p:nvSpPr>
              <p:spPr bwMode="auto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2" name="Line 10"/>
                <p:cNvSpPr>
                  <a:spLocks noChangeShapeType="1"/>
                </p:cNvSpPr>
                <p:nvPr/>
              </p:nvSpPr>
              <p:spPr bwMode="auto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3" name="Line 11"/>
                <p:cNvSpPr>
                  <a:spLocks noChangeShapeType="1"/>
                </p:cNvSpPr>
                <p:nvPr/>
              </p:nvSpPr>
              <p:spPr bwMode="auto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4" name="Line 12"/>
                <p:cNvSpPr>
                  <a:spLocks noChangeShapeType="1"/>
                </p:cNvSpPr>
                <p:nvPr/>
              </p:nvSpPr>
              <p:spPr bwMode="auto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5" name="Line 13"/>
                <p:cNvSpPr>
                  <a:spLocks noChangeShapeType="1"/>
                </p:cNvSpPr>
                <p:nvPr/>
              </p:nvSpPr>
              <p:spPr bwMode="auto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6" name="Line 14"/>
                <p:cNvSpPr>
                  <a:spLocks noChangeShapeType="1"/>
                </p:cNvSpPr>
                <p:nvPr/>
              </p:nvSpPr>
              <p:spPr bwMode="auto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7" name="Line 15"/>
                <p:cNvSpPr>
                  <a:spLocks noChangeShapeType="1"/>
                </p:cNvSpPr>
                <p:nvPr/>
              </p:nvSpPr>
              <p:spPr bwMode="auto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8" name="Line 16"/>
                <p:cNvSpPr>
                  <a:spLocks noChangeShapeType="1"/>
                </p:cNvSpPr>
                <p:nvPr/>
              </p:nvSpPr>
              <p:spPr bwMode="auto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9" name="Line 17"/>
                <p:cNvSpPr>
                  <a:spLocks noChangeShapeType="1"/>
                </p:cNvSpPr>
                <p:nvPr/>
              </p:nvSpPr>
              <p:spPr bwMode="auto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0" name="Line 18"/>
                <p:cNvSpPr>
                  <a:spLocks noChangeShapeType="1"/>
                </p:cNvSpPr>
                <p:nvPr/>
              </p:nvSpPr>
              <p:spPr bwMode="auto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1" name="Line 19"/>
                <p:cNvSpPr>
                  <a:spLocks noChangeShapeType="1"/>
                </p:cNvSpPr>
                <p:nvPr/>
              </p:nvSpPr>
              <p:spPr bwMode="auto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2" name="Line 20"/>
                <p:cNvSpPr>
                  <a:spLocks noChangeShapeType="1"/>
                </p:cNvSpPr>
                <p:nvPr/>
              </p:nvSpPr>
              <p:spPr bwMode="auto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3" name="Line 21"/>
                <p:cNvSpPr>
                  <a:spLocks noChangeShapeType="1"/>
                </p:cNvSpPr>
                <p:nvPr/>
              </p:nvSpPr>
              <p:spPr bwMode="auto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4" name="Line 22"/>
                <p:cNvSpPr>
                  <a:spLocks noChangeShapeType="1"/>
                </p:cNvSpPr>
                <p:nvPr/>
              </p:nvSpPr>
              <p:spPr bwMode="auto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5" name="Line 23"/>
                <p:cNvSpPr>
                  <a:spLocks noChangeShapeType="1"/>
                </p:cNvSpPr>
                <p:nvPr/>
              </p:nvSpPr>
              <p:spPr bwMode="auto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6" name="Line 24"/>
                <p:cNvSpPr>
                  <a:spLocks noChangeShapeType="1"/>
                </p:cNvSpPr>
                <p:nvPr/>
              </p:nvSpPr>
              <p:spPr bwMode="auto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7" name="Line 25"/>
                <p:cNvSpPr>
                  <a:spLocks noChangeShapeType="1"/>
                </p:cNvSpPr>
                <p:nvPr/>
              </p:nvSpPr>
              <p:spPr bwMode="auto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8" name="Line 26"/>
                <p:cNvSpPr>
                  <a:spLocks noChangeShapeType="1"/>
                </p:cNvSpPr>
                <p:nvPr/>
              </p:nvSpPr>
              <p:spPr bwMode="auto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9" name="Line 27"/>
                <p:cNvSpPr>
                  <a:spLocks noChangeShapeType="1"/>
                </p:cNvSpPr>
                <p:nvPr/>
              </p:nvSpPr>
              <p:spPr bwMode="auto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0" name="Line 28"/>
                <p:cNvSpPr>
                  <a:spLocks noChangeShapeType="1"/>
                </p:cNvSpPr>
                <p:nvPr/>
              </p:nvSpPr>
              <p:spPr bwMode="auto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1" name="Line 29"/>
                <p:cNvSpPr>
                  <a:spLocks noChangeShapeType="1"/>
                </p:cNvSpPr>
                <p:nvPr/>
              </p:nvSpPr>
              <p:spPr bwMode="auto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2" name="Line 30"/>
                <p:cNvSpPr>
                  <a:spLocks noChangeShapeType="1"/>
                </p:cNvSpPr>
                <p:nvPr/>
              </p:nvSpPr>
              <p:spPr bwMode="auto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3" name="Line 31"/>
                <p:cNvSpPr>
                  <a:spLocks noChangeShapeType="1"/>
                </p:cNvSpPr>
                <p:nvPr/>
              </p:nvSpPr>
              <p:spPr bwMode="auto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4" name="Line 32"/>
                <p:cNvSpPr>
                  <a:spLocks noChangeShapeType="1"/>
                </p:cNvSpPr>
                <p:nvPr/>
              </p:nvSpPr>
              <p:spPr bwMode="auto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5" name="Line 33"/>
                <p:cNvSpPr>
                  <a:spLocks noChangeShapeType="1"/>
                </p:cNvSpPr>
                <p:nvPr/>
              </p:nvSpPr>
              <p:spPr bwMode="auto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6" name="Line 34"/>
                <p:cNvSpPr>
                  <a:spLocks noChangeShapeType="1"/>
                </p:cNvSpPr>
                <p:nvPr/>
              </p:nvSpPr>
              <p:spPr bwMode="auto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7" name="Line 35"/>
                <p:cNvSpPr>
                  <a:spLocks noChangeShapeType="1"/>
                </p:cNvSpPr>
                <p:nvPr/>
              </p:nvSpPr>
              <p:spPr bwMode="auto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8" name="Line 36"/>
                <p:cNvSpPr>
                  <a:spLocks noChangeShapeType="1"/>
                </p:cNvSpPr>
                <p:nvPr/>
              </p:nvSpPr>
              <p:spPr bwMode="auto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9" name="Line 37"/>
                <p:cNvSpPr>
                  <a:spLocks noChangeShapeType="1"/>
                </p:cNvSpPr>
                <p:nvPr/>
              </p:nvSpPr>
              <p:spPr bwMode="auto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0" name="Line 38"/>
                <p:cNvSpPr>
                  <a:spLocks noChangeShapeType="1"/>
                </p:cNvSpPr>
                <p:nvPr/>
              </p:nvSpPr>
              <p:spPr bwMode="auto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1" name="Line 39"/>
                <p:cNvSpPr>
                  <a:spLocks noChangeShapeType="1"/>
                </p:cNvSpPr>
                <p:nvPr/>
              </p:nvSpPr>
              <p:spPr bwMode="auto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2" name="Line 40"/>
                <p:cNvSpPr>
                  <a:spLocks noChangeShapeType="1"/>
                </p:cNvSpPr>
                <p:nvPr/>
              </p:nvSpPr>
              <p:spPr bwMode="auto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3" name="Line 41"/>
                <p:cNvSpPr>
                  <a:spLocks noChangeShapeType="1"/>
                </p:cNvSpPr>
                <p:nvPr/>
              </p:nvSpPr>
              <p:spPr bwMode="auto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4" name="Line 42"/>
                <p:cNvSpPr>
                  <a:spLocks noChangeShapeType="1"/>
                </p:cNvSpPr>
                <p:nvPr/>
              </p:nvSpPr>
              <p:spPr bwMode="auto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5" name="Line 43"/>
                <p:cNvSpPr>
                  <a:spLocks noChangeShapeType="1"/>
                </p:cNvSpPr>
                <p:nvPr/>
              </p:nvSpPr>
              <p:spPr bwMode="auto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6" name="Line 44"/>
                <p:cNvSpPr>
                  <a:spLocks noChangeShapeType="1"/>
                </p:cNvSpPr>
                <p:nvPr/>
              </p:nvSpPr>
              <p:spPr bwMode="auto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7" name="Line 45"/>
                <p:cNvSpPr>
                  <a:spLocks noChangeShapeType="1"/>
                </p:cNvSpPr>
                <p:nvPr/>
              </p:nvSpPr>
              <p:spPr bwMode="auto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8" name="Line 46"/>
                <p:cNvSpPr>
                  <a:spLocks noChangeShapeType="1"/>
                </p:cNvSpPr>
                <p:nvPr/>
              </p:nvSpPr>
              <p:spPr bwMode="auto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9" name="Line 47"/>
                <p:cNvSpPr>
                  <a:spLocks noChangeShapeType="1"/>
                </p:cNvSpPr>
                <p:nvPr/>
              </p:nvSpPr>
              <p:spPr bwMode="auto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0" name="Line 48"/>
                <p:cNvSpPr>
                  <a:spLocks noChangeShapeType="1"/>
                </p:cNvSpPr>
                <p:nvPr/>
              </p:nvSpPr>
              <p:spPr bwMode="auto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1" name="Line 49"/>
                <p:cNvSpPr>
                  <a:spLocks noChangeShapeType="1"/>
                </p:cNvSpPr>
                <p:nvPr/>
              </p:nvSpPr>
              <p:spPr bwMode="auto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2" name="Line 50"/>
                <p:cNvSpPr>
                  <a:spLocks noChangeShapeType="1"/>
                </p:cNvSpPr>
                <p:nvPr/>
              </p:nvSpPr>
              <p:spPr bwMode="auto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3" name="Line 51"/>
                <p:cNvSpPr>
                  <a:spLocks noChangeShapeType="1"/>
                </p:cNvSpPr>
                <p:nvPr/>
              </p:nvSpPr>
              <p:spPr bwMode="auto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4" name="Line 52"/>
                <p:cNvSpPr>
                  <a:spLocks noChangeShapeType="1"/>
                </p:cNvSpPr>
                <p:nvPr/>
              </p:nvSpPr>
              <p:spPr bwMode="auto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5" name="Line 53"/>
                <p:cNvSpPr>
                  <a:spLocks noChangeShapeType="1"/>
                </p:cNvSpPr>
                <p:nvPr/>
              </p:nvSpPr>
              <p:spPr bwMode="auto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6" name="Line 54"/>
                <p:cNvSpPr>
                  <a:spLocks noChangeShapeType="1"/>
                </p:cNvSpPr>
                <p:nvPr/>
              </p:nvSpPr>
              <p:spPr bwMode="auto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7" name="Line 55"/>
                <p:cNvSpPr>
                  <a:spLocks noChangeShapeType="1"/>
                </p:cNvSpPr>
                <p:nvPr/>
              </p:nvSpPr>
              <p:spPr bwMode="auto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8" name="Line 56"/>
                <p:cNvSpPr>
                  <a:spLocks noChangeShapeType="1"/>
                </p:cNvSpPr>
                <p:nvPr/>
              </p:nvSpPr>
              <p:spPr bwMode="auto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</p:grpSp>
          <p:sp>
            <p:nvSpPr>
              <p:cNvPr id="17" name="Line 57"/>
              <p:cNvSpPr>
                <a:spLocks noChangeShapeType="1"/>
              </p:cNvSpPr>
              <p:nvPr/>
            </p:nvSpPr>
            <p:spPr bwMode="ltGray">
              <a:xfrm>
                <a:off x="5568" y="0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  <p:grpSp>
          <p:nvGrpSpPr>
            <p:cNvPr id="6" name="Group 58"/>
            <p:cNvGrpSpPr/>
            <p:nvPr userDrawn="1"/>
          </p:nvGrpSpPr>
          <p:grpSpPr bwMode="auto">
            <a:xfrm>
              <a:off x="3" y="559"/>
              <a:ext cx="4192" cy="1796"/>
              <a:chOff x="3" y="559"/>
              <a:chExt cx="4192" cy="1796"/>
            </a:xfrm>
          </p:grpSpPr>
          <p:sp>
            <p:nvSpPr>
              <p:cNvPr id="11" name="Line 59"/>
              <p:cNvSpPr>
                <a:spLocks noChangeShapeType="1"/>
              </p:cNvSpPr>
              <p:nvPr/>
            </p:nvSpPr>
            <p:spPr bwMode="ltGray">
              <a:xfrm>
                <a:off x="506" y="559"/>
                <a:ext cx="0" cy="179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2" name="Line 60"/>
              <p:cNvSpPr>
                <a:spLocks noChangeShapeType="1"/>
              </p:cNvSpPr>
              <p:nvPr/>
            </p:nvSpPr>
            <p:spPr bwMode="ltGray">
              <a:xfrm flipH="1" flipV="1">
                <a:off x="3" y="1924"/>
                <a:ext cx="32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3" name="Line 61"/>
              <p:cNvSpPr>
                <a:spLocks noChangeShapeType="1"/>
              </p:cNvSpPr>
              <p:nvPr/>
            </p:nvSpPr>
            <p:spPr bwMode="ltGray">
              <a:xfrm flipH="1" flipV="1">
                <a:off x="384" y="938"/>
                <a:ext cx="38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4" name="Arc 62"/>
              <p:cNvSpPr/>
              <p:nvPr/>
            </p:nvSpPr>
            <p:spPr bwMode="ltGray">
              <a:xfrm rot="16200000" flipH="1">
                <a:off x="402" y="838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  <p:grpSp>
          <p:nvGrpSpPr>
            <p:cNvPr id="7" name="Group 63"/>
            <p:cNvGrpSpPr/>
            <p:nvPr userDrawn="1"/>
          </p:nvGrpSpPr>
          <p:grpSpPr bwMode="auto">
            <a:xfrm>
              <a:off x="1480" y="1952"/>
              <a:ext cx="3808" cy="1812"/>
              <a:chOff x="1480" y="1952"/>
              <a:chExt cx="3808" cy="1812"/>
            </a:xfrm>
          </p:grpSpPr>
          <p:sp>
            <p:nvSpPr>
              <p:cNvPr id="8" name="Line 64"/>
              <p:cNvSpPr>
                <a:spLocks noChangeShapeType="1"/>
              </p:cNvSpPr>
              <p:nvPr/>
            </p:nvSpPr>
            <p:spPr bwMode="ltGray">
              <a:xfrm flipV="1">
                <a:off x="1480" y="3442"/>
                <a:ext cx="38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9" name="Line 65"/>
              <p:cNvSpPr>
                <a:spLocks noChangeShapeType="1"/>
              </p:cNvSpPr>
              <p:nvPr/>
            </p:nvSpPr>
            <p:spPr bwMode="ltGray">
              <a:xfrm flipH="1">
                <a:off x="5172" y="1952"/>
                <a:ext cx="0" cy="181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0" name="Arc 66"/>
              <p:cNvSpPr/>
              <p:nvPr/>
            </p:nvSpPr>
            <p:spPr bwMode="ltGray">
              <a:xfrm rot="5400000">
                <a:off x="5075" y="3327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</p:grpSp>
      <p:sp>
        <p:nvSpPr>
          <p:cNvPr id="6211" name="Rectangle 67"/>
          <p:cNvSpPr>
            <a:spLocks noGrp="1" noChangeArrowheads="1"/>
          </p:cNvSpPr>
          <p:nvPr>
            <p:ph type="ctrTitle"/>
          </p:nvPr>
        </p:nvSpPr>
        <p:spPr bwMode="auto">
          <a:xfrm>
            <a:off x="990600" y="1752600"/>
            <a:ext cx="7772400" cy="11430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6212" name="Rectangle 68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990600" y="3309938"/>
            <a:ext cx="6400800" cy="17526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0" indent="0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69" name="Rectangle 69"/>
          <p:cNvSpPr>
            <a:spLocks noGrp="1" noChangeArrowheads="1"/>
          </p:cNvSpPr>
          <p:nvPr>
            <p:ph type="dt" sz="quarter" idx="10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buFontTx/>
              <a:buNone/>
              <a:defRPr kumimoji="0" sz="14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0" name="Rectangle 70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ctr">
              <a:buFontTx/>
              <a:buNone/>
              <a:defRPr kumimoji="0" sz="14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" name="Rectangle 71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>
              <a:defRPr sz="1400">
                <a:ea typeface="宋体" panose="02010600030101010101" pitchFamily="2" charset="-122"/>
              </a:defRPr>
            </a:lvl1pPr>
          </a:lstStyle>
          <a:p>
            <a:fld id="{83740981-55D0-4A9C-81BB-E84A5E20C8BB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/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5" name="Group 3"/>
            <p:cNvGrpSpPr/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15" name="Rectangle 4"/>
              <p:cNvSpPr>
                <a:spLocks noChangeArrowheads="1"/>
              </p:cNvSpPr>
              <p:nvPr/>
            </p:nvSpPr>
            <p:spPr bwMode="ltGray">
              <a:xfrm>
                <a:off x="2112" y="0"/>
                <a:ext cx="3648" cy="9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grpSp>
            <p:nvGrpSpPr>
              <p:cNvPr id="16" name="Group 5"/>
              <p:cNvGrpSpPr/>
              <p:nvPr userDrawn="1"/>
            </p:nvGrpSpPr>
            <p:grpSpPr bwMode="auto">
              <a:xfrm>
                <a:off x="0" y="0"/>
                <a:ext cx="5760" cy="4320"/>
                <a:chOff x="0" y="0"/>
                <a:chExt cx="5760" cy="4320"/>
              </a:xfrm>
            </p:grpSpPr>
            <p:sp>
              <p:nvSpPr>
                <p:cNvPr id="18" name="Line 6"/>
                <p:cNvSpPr>
                  <a:spLocks noChangeShapeType="1"/>
                </p:cNvSpPr>
                <p:nvPr/>
              </p:nvSpPr>
              <p:spPr bwMode="auto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9" name="Line 7"/>
                <p:cNvSpPr>
                  <a:spLocks noChangeShapeType="1"/>
                </p:cNvSpPr>
                <p:nvPr/>
              </p:nvSpPr>
              <p:spPr bwMode="auto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0" name="Line 8"/>
                <p:cNvSpPr>
                  <a:spLocks noChangeShapeType="1"/>
                </p:cNvSpPr>
                <p:nvPr/>
              </p:nvSpPr>
              <p:spPr bwMode="auto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1" name="Line 9"/>
                <p:cNvSpPr>
                  <a:spLocks noChangeShapeType="1"/>
                </p:cNvSpPr>
                <p:nvPr/>
              </p:nvSpPr>
              <p:spPr bwMode="auto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2" name="Line 10"/>
                <p:cNvSpPr>
                  <a:spLocks noChangeShapeType="1"/>
                </p:cNvSpPr>
                <p:nvPr/>
              </p:nvSpPr>
              <p:spPr bwMode="auto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3" name="Line 11"/>
                <p:cNvSpPr>
                  <a:spLocks noChangeShapeType="1"/>
                </p:cNvSpPr>
                <p:nvPr/>
              </p:nvSpPr>
              <p:spPr bwMode="auto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4" name="Line 12"/>
                <p:cNvSpPr>
                  <a:spLocks noChangeShapeType="1"/>
                </p:cNvSpPr>
                <p:nvPr/>
              </p:nvSpPr>
              <p:spPr bwMode="auto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5" name="Line 13"/>
                <p:cNvSpPr>
                  <a:spLocks noChangeShapeType="1"/>
                </p:cNvSpPr>
                <p:nvPr/>
              </p:nvSpPr>
              <p:spPr bwMode="auto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6" name="Line 14"/>
                <p:cNvSpPr>
                  <a:spLocks noChangeShapeType="1"/>
                </p:cNvSpPr>
                <p:nvPr/>
              </p:nvSpPr>
              <p:spPr bwMode="auto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7" name="Line 15"/>
                <p:cNvSpPr>
                  <a:spLocks noChangeShapeType="1"/>
                </p:cNvSpPr>
                <p:nvPr/>
              </p:nvSpPr>
              <p:spPr bwMode="auto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8" name="Line 16"/>
                <p:cNvSpPr>
                  <a:spLocks noChangeShapeType="1"/>
                </p:cNvSpPr>
                <p:nvPr/>
              </p:nvSpPr>
              <p:spPr bwMode="auto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9" name="Line 17"/>
                <p:cNvSpPr>
                  <a:spLocks noChangeShapeType="1"/>
                </p:cNvSpPr>
                <p:nvPr/>
              </p:nvSpPr>
              <p:spPr bwMode="auto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0" name="Line 18"/>
                <p:cNvSpPr>
                  <a:spLocks noChangeShapeType="1"/>
                </p:cNvSpPr>
                <p:nvPr/>
              </p:nvSpPr>
              <p:spPr bwMode="auto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1" name="Line 19"/>
                <p:cNvSpPr>
                  <a:spLocks noChangeShapeType="1"/>
                </p:cNvSpPr>
                <p:nvPr/>
              </p:nvSpPr>
              <p:spPr bwMode="auto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2" name="Line 20"/>
                <p:cNvSpPr>
                  <a:spLocks noChangeShapeType="1"/>
                </p:cNvSpPr>
                <p:nvPr/>
              </p:nvSpPr>
              <p:spPr bwMode="auto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3" name="Line 21"/>
                <p:cNvSpPr>
                  <a:spLocks noChangeShapeType="1"/>
                </p:cNvSpPr>
                <p:nvPr/>
              </p:nvSpPr>
              <p:spPr bwMode="auto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4" name="Line 22"/>
                <p:cNvSpPr>
                  <a:spLocks noChangeShapeType="1"/>
                </p:cNvSpPr>
                <p:nvPr/>
              </p:nvSpPr>
              <p:spPr bwMode="auto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5" name="Line 23"/>
                <p:cNvSpPr>
                  <a:spLocks noChangeShapeType="1"/>
                </p:cNvSpPr>
                <p:nvPr/>
              </p:nvSpPr>
              <p:spPr bwMode="auto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6" name="Line 24"/>
                <p:cNvSpPr>
                  <a:spLocks noChangeShapeType="1"/>
                </p:cNvSpPr>
                <p:nvPr/>
              </p:nvSpPr>
              <p:spPr bwMode="auto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7" name="Line 25"/>
                <p:cNvSpPr>
                  <a:spLocks noChangeShapeType="1"/>
                </p:cNvSpPr>
                <p:nvPr/>
              </p:nvSpPr>
              <p:spPr bwMode="auto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8" name="Line 26"/>
                <p:cNvSpPr>
                  <a:spLocks noChangeShapeType="1"/>
                </p:cNvSpPr>
                <p:nvPr/>
              </p:nvSpPr>
              <p:spPr bwMode="auto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9" name="Line 27"/>
                <p:cNvSpPr>
                  <a:spLocks noChangeShapeType="1"/>
                </p:cNvSpPr>
                <p:nvPr/>
              </p:nvSpPr>
              <p:spPr bwMode="auto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0" name="Line 28"/>
                <p:cNvSpPr>
                  <a:spLocks noChangeShapeType="1"/>
                </p:cNvSpPr>
                <p:nvPr/>
              </p:nvSpPr>
              <p:spPr bwMode="auto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1" name="Line 29"/>
                <p:cNvSpPr>
                  <a:spLocks noChangeShapeType="1"/>
                </p:cNvSpPr>
                <p:nvPr/>
              </p:nvSpPr>
              <p:spPr bwMode="auto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2" name="Line 30"/>
                <p:cNvSpPr>
                  <a:spLocks noChangeShapeType="1"/>
                </p:cNvSpPr>
                <p:nvPr/>
              </p:nvSpPr>
              <p:spPr bwMode="auto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3" name="Line 31"/>
                <p:cNvSpPr>
                  <a:spLocks noChangeShapeType="1"/>
                </p:cNvSpPr>
                <p:nvPr/>
              </p:nvSpPr>
              <p:spPr bwMode="auto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4" name="Line 32"/>
                <p:cNvSpPr>
                  <a:spLocks noChangeShapeType="1"/>
                </p:cNvSpPr>
                <p:nvPr/>
              </p:nvSpPr>
              <p:spPr bwMode="auto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5" name="Line 33"/>
                <p:cNvSpPr>
                  <a:spLocks noChangeShapeType="1"/>
                </p:cNvSpPr>
                <p:nvPr/>
              </p:nvSpPr>
              <p:spPr bwMode="auto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6" name="Line 34"/>
                <p:cNvSpPr>
                  <a:spLocks noChangeShapeType="1"/>
                </p:cNvSpPr>
                <p:nvPr/>
              </p:nvSpPr>
              <p:spPr bwMode="auto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7" name="Line 35"/>
                <p:cNvSpPr>
                  <a:spLocks noChangeShapeType="1"/>
                </p:cNvSpPr>
                <p:nvPr/>
              </p:nvSpPr>
              <p:spPr bwMode="auto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8" name="Line 36"/>
                <p:cNvSpPr>
                  <a:spLocks noChangeShapeType="1"/>
                </p:cNvSpPr>
                <p:nvPr/>
              </p:nvSpPr>
              <p:spPr bwMode="auto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9" name="Line 37"/>
                <p:cNvSpPr>
                  <a:spLocks noChangeShapeType="1"/>
                </p:cNvSpPr>
                <p:nvPr/>
              </p:nvSpPr>
              <p:spPr bwMode="auto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0" name="Line 38"/>
                <p:cNvSpPr>
                  <a:spLocks noChangeShapeType="1"/>
                </p:cNvSpPr>
                <p:nvPr/>
              </p:nvSpPr>
              <p:spPr bwMode="auto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1" name="Line 39"/>
                <p:cNvSpPr>
                  <a:spLocks noChangeShapeType="1"/>
                </p:cNvSpPr>
                <p:nvPr/>
              </p:nvSpPr>
              <p:spPr bwMode="auto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2" name="Line 40"/>
                <p:cNvSpPr>
                  <a:spLocks noChangeShapeType="1"/>
                </p:cNvSpPr>
                <p:nvPr/>
              </p:nvSpPr>
              <p:spPr bwMode="auto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3" name="Line 41"/>
                <p:cNvSpPr>
                  <a:spLocks noChangeShapeType="1"/>
                </p:cNvSpPr>
                <p:nvPr/>
              </p:nvSpPr>
              <p:spPr bwMode="auto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4" name="Line 42"/>
                <p:cNvSpPr>
                  <a:spLocks noChangeShapeType="1"/>
                </p:cNvSpPr>
                <p:nvPr/>
              </p:nvSpPr>
              <p:spPr bwMode="auto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5" name="Line 43"/>
                <p:cNvSpPr>
                  <a:spLocks noChangeShapeType="1"/>
                </p:cNvSpPr>
                <p:nvPr/>
              </p:nvSpPr>
              <p:spPr bwMode="auto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6" name="Line 44"/>
                <p:cNvSpPr>
                  <a:spLocks noChangeShapeType="1"/>
                </p:cNvSpPr>
                <p:nvPr/>
              </p:nvSpPr>
              <p:spPr bwMode="auto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7" name="Line 45"/>
                <p:cNvSpPr>
                  <a:spLocks noChangeShapeType="1"/>
                </p:cNvSpPr>
                <p:nvPr/>
              </p:nvSpPr>
              <p:spPr bwMode="auto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8" name="Line 46"/>
                <p:cNvSpPr>
                  <a:spLocks noChangeShapeType="1"/>
                </p:cNvSpPr>
                <p:nvPr/>
              </p:nvSpPr>
              <p:spPr bwMode="auto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9" name="Line 47"/>
                <p:cNvSpPr>
                  <a:spLocks noChangeShapeType="1"/>
                </p:cNvSpPr>
                <p:nvPr/>
              </p:nvSpPr>
              <p:spPr bwMode="auto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0" name="Line 48"/>
                <p:cNvSpPr>
                  <a:spLocks noChangeShapeType="1"/>
                </p:cNvSpPr>
                <p:nvPr/>
              </p:nvSpPr>
              <p:spPr bwMode="auto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1" name="Line 49"/>
                <p:cNvSpPr>
                  <a:spLocks noChangeShapeType="1"/>
                </p:cNvSpPr>
                <p:nvPr/>
              </p:nvSpPr>
              <p:spPr bwMode="auto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2" name="Line 50"/>
                <p:cNvSpPr>
                  <a:spLocks noChangeShapeType="1"/>
                </p:cNvSpPr>
                <p:nvPr/>
              </p:nvSpPr>
              <p:spPr bwMode="auto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3" name="Line 51"/>
                <p:cNvSpPr>
                  <a:spLocks noChangeShapeType="1"/>
                </p:cNvSpPr>
                <p:nvPr/>
              </p:nvSpPr>
              <p:spPr bwMode="auto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4" name="Line 52"/>
                <p:cNvSpPr>
                  <a:spLocks noChangeShapeType="1"/>
                </p:cNvSpPr>
                <p:nvPr/>
              </p:nvSpPr>
              <p:spPr bwMode="auto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5" name="Line 53"/>
                <p:cNvSpPr>
                  <a:spLocks noChangeShapeType="1"/>
                </p:cNvSpPr>
                <p:nvPr/>
              </p:nvSpPr>
              <p:spPr bwMode="auto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6" name="Line 54"/>
                <p:cNvSpPr>
                  <a:spLocks noChangeShapeType="1"/>
                </p:cNvSpPr>
                <p:nvPr/>
              </p:nvSpPr>
              <p:spPr bwMode="auto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7" name="Line 55"/>
                <p:cNvSpPr>
                  <a:spLocks noChangeShapeType="1"/>
                </p:cNvSpPr>
                <p:nvPr/>
              </p:nvSpPr>
              <p:spPr bwMode="auto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8" name="Line 56"/>
                <p:cNvSpPr>
                  <a:spLocks noChangeShapeType="1"/>
                </p:cNvSpPr>
                <p:nvPr/>
              </p:nvSpPr>
              <p:spPr bwMode="auto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</p:grpSp>
          <p:sp>
            <p:nvSpPr>
              <p:cNvPr id="17" name="Line 57"/>
              <p:cNvSpPr>
                <a:spLocks noChangeShapeType="1"/>
              </p:cNvSpPr>
              <p:nvPr/>
            </p:nvSpPr>
            <p:spPr bwMode="ltGray">
              <a:xfrm>
                <a:off x="5568" y="0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  <p:grpSp>
          <p:nvGrpSpPr>
            <p:cNvPr id="6" name="Group 58"/>
            <p:cNvGrpSpPr/>
            <p:nvPr userDrawn="1"/>
          </p:nvGrpSpPr>
          <p:grpSpPr bwMode="auto">
            <a:xfrm>
              <a:off x="3" y="559"/>
              <a:ext cx="4192" cy="1796"/>
              <a:chOff x="3" y="559"/>
              <a:chExt cx="4192" cy="1796"/>
            </a:xfrm>
          </p:grpSpPr>
          <p:sp>
            <p:nvSpPr>
              <p:cNvPr id="11" name="Line 59"/>
              <p:cNvSpPr>
                <a:spLocks noChangeShapeType="1"/>
              </p:cNvSpPr>
              <p:nvPr/>
            </p:nvSpPr>
            <p:spPr bwMode="ltGray">
              <a:xfrm>
                <a:off x="506" y="559"/>
                <a:ext cx="0" cy="179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2" name="Line 60"/>
              <p:cNvSpPr>
                <a:spLocks noChangeShapeType="1"/>
              </p:cNvSpPr>
              <p:nvPr/>
            </p:nvSpPr>
            <p:spPr bwMode="ltGray">
              <a:xfrm flipH="1" flipV="1">
                <a:off x="3" y="1924"/>
                <a:ext cx="32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3" name="Line 61"/>
              <p:cNvSpPr>
                <a:spLocks noChangeShapeType="1"/>
              </p:cNvSpPr>
              <p:nvPr/>
            </p:nvSpPr>
            <p:spPr bwMode="ltGray">
              <a:xfrm flipH="1" flipV="1">
                <a:off x="384" y="938"/>
                <a:ext cx="38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4" name="Arc 62"/>
              <p:cNvSpPr/>
              <p:nvPr/>
            </p:nvSpPr>
            <p:spPr bwMode="ltGray">
              <a:xfrm rot="16200000" flipH="1">
                <a:off x="402" y="838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  <p:grpSp>
          <p:nvGrpSpPr>
            <p:cNvPr id="7" name="Group 63"/>
            <p:cNvGrpSpPr/>
            <p:nvPr userDrawn="1"/>
          </p:nvGrpSpPr>
          <p:grpSpPr bwMode="auto">
            <a:xfrm>
              <a:off x="1480" y="1952"/>
              <a:ext cx="3808" cy="1812"/>
              <a:chOff x="1480" y="1952"/>
              <a:chExt cx="3808" cy="1812"/>
            </a:xfrm>
          </p:grpSpPr>
          <p:sp>
            <p:nvSpPr>
              <p:cNvPr id="8" name="Line 64"/>
              <p:cNvSpPr>
                <a:spLocks noChangeShapeType="1"/>
              </p:cNvSpPr>
              <p:nvPr/>
            </p:nvSpPr>
            <p:spPr bwMode="ltGray">
              <a:xfrm flipV="1">
                <a:off x="1480" y="3442"/>
                <a:ext cx="38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9" name="Line 65"/>
              <p:cNvSpPr>
                <a:spLocks noChangeShapeType="1"/>
              </p:cNvSpPr>
              <p:nvPr/>
            </p:nvSpPr>
            <p:spPr bwMode="ltGray">
              <a:xfrm flipH="1">
                <a:off x="5172" y="1952"/>
                <a:ext cx="0" cy="181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0" name="Arc 66"/>
              <p:cNvSpPr/>
              <p:nvPr/>
            </p:nvSpPr>
            <p:spPr bwMode="ltGray">
              <a:xfrm rot="5400000">
                <a:off x="5075" y="3327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</p:grpSp>
      <p:sp>
        <p:nvSpPr>
          <p:cNvPr id="6211" name="Rectangle 67"/>
          <p:cNvSpPr>
            <a:spLocks noGrp="1" noChangeArrowheads="1"/>
          </p:cNvSpPr>
          <p:nvPr>
            <p:ph type="ctrTitle"/>
          </p:nvPr>
        </p:nvSpPr>
        <p:spPr bwMode="auto">
          <a:xfrm>
            <a:off x="990600" y="1752600"/>
            <a:ext cx="7772400" cy="11430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6212" name="Rectangle 68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990600" y="3309938"/>
            <a:ext cx="6400800" cy="17526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0" indent="0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69" name="Rectangle 69"/>
          <p:cNvSpPr>
            <a:spLocks noGrp="1" noChangeArrowheads="1"/>
          </p:cNvSpPr>
          <p:nvPr>
            <p:ph type="dt" sz="quarter" idx="10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buFontTx/>
              <a:buNone/>
              <a:defRPr kumimoji="0" sz="14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0" name="Rectangle 70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ctr">
              <a:buFontTx/>
              <a:buNone/>
              <a:defRPr kumimoji="0" sz="14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" name="Rectangle 71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>
              <a:defRPr sz="1400">
                <a:ea typeface="宋体" panose="02010600030101010101" pitchFamily="2" charset="-122"/>
              </a:defRPr>
            </a:lvl1pPr>
          </a:lstStyle>
          <a:p>
            <a:fld id="{C1A07B8B-DD6D-40AC-9F2D-E0DEE449276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/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5" name="Group 3"/>
            <p:cNvGrpSpPr/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15" name="Rectangle 4"/>
              <p:cNvSpPr>
                <a:spLocks noChangeArrowheads="1"/>
              </p:cNvSpPr>
              <p:nvPr/>
            </p:nvSpPr>
            <p:spPr bwMode="ltGray">
              <a:xfrm>
                <a:off x="2112" y="0"/>
                <a:ext cx="3648" cy="9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grpSp>
            <p:nvGrpSpPr>
              <p:cNvPr id="16" name="Group 5"/>
              <p:cNvGrpSpPr/>
              <p:nvPr userDrawn="1"/>
            </p:nvGrpSpPr>
            <p:grpSpPr bwMode="auto">
              <a:xfrm>
                <a:off x="0" y="0"/>
                <a:ext cx="5760" cy="4320"/>
                <a:chOff x="0" y="0"/>
                <a:chExt cx="5760" cy="4320"/>
              </a:xfrm>
            </p:grpSpPr>
            <p:sp>
              <p:nvSpPr>
                <p:cNvPr id="18" name="Line 6"/>
                <p:cNvSpPr>
                  <a:spLocks noChangeShapeType="1"/>
                </p:cNvSpPr>
                <p:nvPr/>
              </p:nvSpPr>
              <p:spPr bwMode="auto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9" name="Line 7"/>
                <p:cNvSpPr>
                  <a:spLocks noChangeShapeType="1"/>
                </p:cNvSpPr>
                <p:nvPr/>
              </p:nvSpPr>
              <p:spPr bwMode="auto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0" name="Line 8"/>
                <p:cNvSpPr>
                  <a:spLocks noChangeShapeType="1"/>
                </p:cNvSpPr>
                <p:nvPr/>
              </p:nvSpPr>
              <p:spPr bwMode="auto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1" name="Line 9"/>
                <p:cNvSpPr>
                  <a:spLocks noChangeShapeType="1"/>
                </p:cNvSpPr>
                <p:nvPr/>
              </p:nvSpPr>
              <p:spPr bwMode="auto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2" name="Line 10"/>
                <p:cNvSpPr>
                  <a:spLocks noChangeShapeType="1"/>
                </p:cNvSpPr>
                <p:nvPr/>
              </p:nvSpPr>
              <p:spPr bwMode="auto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3" name="Line 11"/>
                <p:cNvSpPr>
                  <a:spLocks noChangeShapeType="1"/>
                </p:cNvSpPr>
                <p:nvPr/>
              </p:nvSpPr>
              <p:spPr bwMode="auto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4" name="Line 12"/>
                <p:cNvSpPr>
                  <a:spLocks noChangeShapeType="1"/>
                </p:cNvSpPr>
                <p:nvPr/>
              </p:nvSpPr>
              <p:spPr bwMode="auto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5" name="Line 13"/>
                <p:cNvSpPr>
                  <a:spLocks noChangeShapeType="1"/>
                </p:cNvSpPr>
                <p:nvPr/>
              </p:nvSpPr>
              <p:spPr bwMode="auto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6" name="Line 14"/>
                <p:cNvSpPr>
                  <a:spLocks noChangeShapeType="1"/>
                </p:cNvSpPr>
                <p:nvPr/>
              </p:nvSpPr>
              <p:spPr bwMode="auto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7" name="Line 15"/>
                <p:cNvSpPr>
                  <a:spLocks noChangeShapeType="1"/>
                </p:cNvSpPr>
                <p:nvPr/>
              </p:nvSpPr>
              <p:spPr bwMode="auto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8" name="Line 16"/>
                <p:cNvSpPr>
                  <a:spLocks noChangeShapeType="1"/>
                </p:cNvSpPr>
                <p:nvPr/>
              </p:nvSpPr>
              <p:spPr bwMode="auto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9" name="Line 17"/>
                <p:cNvSpPr>
                  <a:spLocks noChangeShapeType="1"/>
                </p:cNvSpPr>
                <p:nvPr/>
              </p:nvSpPr>
              <p:spPr bwMode="auto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0" name="Line 18"/>
                <p:cNvSpPr>
                  <a:spLocks noChangeShapeType="1"/>
                </p:cNvSpPr>
                <p:nvPr/>
              </p:nvSpPr>
              <p:spPr bwMode="auto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1" name="Line 19"/>
                <p:cNvSpPr>
                  <a:spLocks noChangeShapeType="1"/>
                </p:cNvSpPr>
                <p:nvPr/>
              </p:nvSpPr>
              <p:spPr bwMode="auto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2" name="Line 20"/>
                <p:cNvSpPr>
                  <a:spLocks noChangeShapeType="1"/>
                </p:cNvSpPr>
                <p:nvPr/>
              </p:nvSpPr>
              <p:spPr bwMode="auto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3" name="Line 21"/>
                <p:cNvSpPr>
                  <a:spLocks noChangeShapeType="1"/>
                </p:cNvSpPr>
                <p:nvPr/>
              </p:nvSpPr>
              <p:spPr bwMode="auto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4" name="Line 22"/>
                <p:cNvSpPr>
                  <a:spLocks noChangeShapeType="1"/>
                </p:cNvSpPr>
                <p:nvPr/>
              </p:nvSpPr>
              <p:spPr bwMode="auto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5" name="Line 23"/>
                <p:cNvSpPr>
                  <a:spLocks noChangeShapeType="1"/>
                </p:cNvSpPr>
                <p:nvPr/>
              </p:nvSpPr>
              <p:spPr bwMode="auto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6" name="Line 24"/>
                <p:cNvSpPr>
                  <a:spLocks noChangeShapeType="1"/>
                </p:cNvSpPr>
                <p:nvPr/>
              </p:nvSpPr>
              <p:spPr bwMode="auto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7" name="Line 25"/>
                <p:cNvSpPr>
                  <a:spLocks noChangeShapeType="1"/>
                </p:cNvSpPr>
                <p:nvPr/>
              </p:nvSpPr>
              <p:spPr bwMode="auto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8" name="Line 26"/>
                <p:cNvSpPr>
                  <a:spLocks noChangeShapeType="1"/>
                </p:cNvSpPr>
                <p:nvPr/>
              </p:nvSpPr>
              <p:spPr bwMode="auto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9" name="Line 27"/>
                <p:cNvSpPr>
                  <a:spLocks noChangeShapeType="1"/>
                </p:cNvSpPr>
                <p:nvPr/>
              </p:nvSpPr>
              <p:spPr bwMode="auto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0" name="Line 28"/>
                <p:cNvSpPr>
                  <a:spLocks noChangeShapeType="1"/>
                </p:cNvSpPr>
                <p:nvPr/>
              </p:nvSpPr>
              <p:spPr bwMode="auto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1" name="Line 29"/>
                <p:cNvSpPr>
                  <a:spLocks noChangeShapeType="1"/>
                </p:cNvSpPr>
                <p:nvPr/>
              </p:nvSpPr>
              <p:spPr bwMode="auto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2" name="Line 30"/>
                <p:cNvSpPr>
                  <a:spLocks noChangeShapeType="1"/>
                </p:cNvSpPr>
                <p:nvPr/>
              </p:nvSpPr>
              <p:spPr bwMode="auto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3" name="Line 31"/>
                <p:cNvSpPr>
                  <a:spLocks noChangeShapeType="1"/>
                </p:cNvSpPr>
                <p:nvPr/>
              </p:nvSpPr>
              <p:spPr bwMode="auto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4" name="Line 32"/>
                <p:cNvSpPr>
                  <a:spLocks noChangeShapeType="1"/>
                </p:cNvSpPr>
                <p:nvPr/>
              </p:nvSpPr>
              <p:spPr bwMode="auto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5" name="Line 33"/>
                <p:cNvSpPr>
                  <a:spLocks noChangeShapeType="1"/>
                </p:cNvSpPr>
                <p:nvPr/>
              </p:nvSpPr>
              <p:spPr bwMode="auto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6" name="Line 34"/>
                <p:cNvSpPr>
                  <a:spLocks noChangeShapeType="1"/>
                </p:cNvSpPr>
                <p:nvPr/>
              </p:nvSpPr>
              <p:spPr bwMode="auto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7" name="Line 35"/>
                <p:cNvSpPr>
                  <a:spLocks noChangeShapeType="1"/>
                </p:cNvSpPr>
                <p:nvPr/>
              </p:nvSpPr>
              <p:spPr bwMode="auto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8" name="Line 36"/>
                <p:cNvSpPr>
                  <a:spLocks noChangeShapeType="1"/>
                </p:cNvSpPr>
                <p:nvPr/>
              </p:nvSpPr>
              <p:spPr bwMode="auto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9" name="Line 37"/>
                <p:cNvSpPr>
                  <a:spLocks noChangeShapeType="1"/>
                </p:cNvSpPr>
                <p:nvPr/>
              </p:nvSpPr>
              <p:spPr bwMode="auto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0" name="Line 38"/>
                <p:cNvSpPr>
                  <a:spLocks noChangeShapeType="1"/>
                </p:cNvSpPr>
                <p:nvPr/>
              </p:nvSpPr>
              <p:spPr bwMode="auto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1" name="Line 39"/>
                <p:cNvSpPr>
                  <a:spLocks noChangeShapeType="1"/>
                </p:cNvSpPr>
                <p:nvPr/>
              </p:nvSpPr>
              <p:spPr bwMode="auto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2" name="Line 40"/>
                <p:cNvSpPr>
                  <a:spLocks noChangeShapeType="1"/>
                </p:cNvSpPr>
                <p:nvPr/>
              </p:nvSpPr>
              <p:spPr bwMode="auto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3" name="Line 41"/>
                <p:cNvSpPr>
                  <a:spLocks noChangeShapeType="1"/>
                </p:cNvSpPr>
                <p:nvPr/>
              </p:nvSpPr>
              <p:spPr bwMode="auto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4" name="Line 42"/>
                <p:cNvSpPr>
                  <a:spLocks noChangeShapeType="1"/>
                </p:cNvSpPr>
                <p:nvPr/>
              </p:nvSpPr>
              <p:spPr bwMode="auto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5" name="Line 43"/>
                <p:cNvSpPr>
                  <a:spLocks noChangeShapeType="1"/>
                </p:cNvSpPr>
                <p:nvPr/>
              </p:nvSpPr>
              <p:spPr bwMode="auto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6" name="Line 44"/>
                <p:cNvSpPr>
                  <a:spLocks noChangeShapeType="1"/>
                </p:cNvSpPr>
                <p:nvPr/>
              </p:nvSpPr>
              <p:spPr bwMode="auto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7" name="Line 45"/>
                <p:cNvSpPr>
                  <a:spLocks noChangeShapeType="1"/>
                </p:cNvSpPr>
                <p:nvPr/>
              </p:nvSpPr>
              <p:spPr bwMode="auto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8" name="Line 46"/>
                <p:cNvSpPr>
                  <a:spLocks noChangeShapeType="1"/>
                </p:cNvSpPr>
                <p:nvPr/>
              </p:nvSpPr>
              <p:spPr bwMode="auto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9" name="Line 47"/>
                <p:cNvSpPr>
                  <a:spLocks noChangeShapeType="1"/>
                </p:cNvSpPr>
                <p:nvPr/>
              </p:nvSpPr>
              <p:spPr bwMode="auto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0" name="Line 48"/>
                <p:cNvSpPr>
                  <a:spLocks noChangeShapeType="1"/>
                </p:cNvSpPr>
                <p:nvPr/>
              </p:nvSpPr>
              <p:spPr bwMode="auto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1" name="Line 49"/>
                <p:cNvSpPr>
                  <a:spLocks noChangeShapeType="1"/>
                </p:cNvSpPr>
                <p:nvPr/>
              </p:nvSpPr>
              <p:spPr bwMode="auto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2" name="Line 50"/>
                <p:cNvSpPr>
                  <a:spLocks noChangeShapeType="1"/>
                </p:cNvSpPr>
                <p:nvPr/>
              </p:nvSpPr>
              <p:spPr bwMode="auto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3" name="Line 51"/>
                <p:cNvSpPr>
                  <a:spLocks noChangeShapeType="1"/>
                </p:cNvSpPr>
                <p:nvPr/>
              </p:nvSpPr>
              <p:spPr bwMode="auto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4" name="Line 52"/>
                <p:cNvSpPr>
                  <a:spLocks noChangeShapeType="1"/>
                </p:cNvSpPr>
                <p:nvPr/>
              </p:nvSpPr>
              <p:spPr bwMode="auto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5" name="Line 53"/>
                <p:cNvSpPr>
                  <a:spLocks noChangeShapeType="1"/>
                </p:cNvSpPr>
                <p:nvPr/>
              </p:nvSpPr>
              <p:spPr bwMode="auto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6" name="Line 54"/>
                <p:cNvSpPr>
                  <a:spLocks noChangeShapeType="1"/>
                </p:cNvSpPr>
                <p:nvPr/>
              </p:nvSpPr>
              <p:spPr bwMode="auto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7" name="Line 55"/>
                <p:cNvSpPr>
                  <a:spLocks noChangeShapeType="1"/>
                </p:cNvSpPr>
                <p:nvPr/>
              </p:nvSpPr>
              <p:spPr bwMode="auto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8" name="Line 56"/>
                <p:cNvSpPr>
                  <a:spLocks noChangeShapeType="1"/>
                </p:cNvSpPr>
                <p:nvPr/>
              </p:nvSpPr>
              <p:spPr bwMode="auto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</p:grpSp>
          <p:sp>
            <p:nvSpPr>
              <p:cNvPr id="17" name="Line 57"/>
              <p:cNvSpPr>
                <a:spLocks noChangeShapeType="1"/>
              </p:cNvSpPr>
              <p:nvPr/>
            </p:nvSpPr>
            <p:spPr bwMode="ltGray">
              <a:xfrm>
                <a:off x="5568" y="0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  <p:grpSp>
          <p:nvGrpSpPr>
            <p:cNvPr id="6" name="Group 58"/>
            <p:cNvGrpSpPr/>
            <p:nvPr userDrawn="1"/>
          </p:nvGrpSpPr>
          <p:grpSpPr bwMode="auto">
            <a:xfrm>
              <a:off x="3" y="559"/>
              <a:ext cx="4192" cy="1796"/>
              <a:chOff x="3" y="559"/>
              <a:chExt cx="4192" cy="1796"/>
            </a:xfrm>
          </p:grpSpPr>
          <p:sp>
            <p:nvSpPr>
              <p:cNvPr id="11" name="Line 59"/>
              <p:cNvSpPr>
                <a:spLocks noChangeShapeType="1"/>
              </p:cNvSpPr>
              <p:nvPr/>
            </p:nvSpPr>
            <p:spPr bwMode="ltGray">
              <a:xfrm>
                <a:off x="506" y="559"/>
                <a:ext cx="0" cy="179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2" name="Line 60"/>
              <p:cNvSpPr>
                <a:spLocks noChangeShapeType="1"/>
              </p:cNvSpPr>
              <p:nvPr/>
            </p:nvSpPr>
            <p:spPr bwMode="ltGray">
              <a:xfrm flipH="1" flipV="1">
                <a:off x="3" y="1924"/>
                <a:ext cx="32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3" name="Line 61"/>
              <p:cNvSpPr>
                <a:spLocks noChangeShapeType="1"/>
              </p:cNvSpPr>
              <p:nvPr/>
            </p:nvSpPr>
            <p:spPr bwMode="ltGray">
              <a:xfrm flipH="1" flipV="1">
                <a:off x="384" y="938"/>
                <a:ext cx="38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4" name="Arc 62"/>
              <p:cNvSpPr/>
              <p:nvPr/>
            </p:nvSpPr>
            <p:spPr bwMode="ltGray">
              <a:xfrm rot="16200000" flipH="1">
                <a:off x="404" y="838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  <p:grpSp>
          <p:nvGrpSpPr>
            <p:cNvPr id="7" name="Group 63"/>
            <p:cNvGrpSpPr/>
            <p:nvPr userDrawn="1"/>
          </p:nvGrpSpPr>
          <p:grpSpPr bwMode="auto">
            <a:xfrm>
              <a:off x="1480" y="1952"/>
              <a:ext cx="3808" cy="1812"/>
              <a:chOff x="1480" y="1952"/>
              <a:chExt cx="3808" cy="1812"/>
            </a:xfrm>
          </p:grpSpPr>
          <p:sp>
            <p:nvSpPr>
              <p:cNvPr id="8" name="Line 64"/>
              <p:cNvSpPr>
                <a:spLocks noChangeShapeType="1"/>
              </p:cNvSpPr>
              <p:nvPr/>
            </p:nvSpPr>
            <p:spPr bwMode="ltGray">
              <a:xfrm flipV="1">
                <a:off x="1480" y="3442"/>
                <a:ext cx="38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9" name="Line 65"/>
              <p:cNvSpPr>
                <a:spLocks noChangeShapeType="1"/>
              </p:cNvSpPr>
              <p:nvPr/>
            </p:nvSpPr>
            <p:spPr bwMode="ltGray">
              <a:xfrm flipH="1">
                <a:off x="5172" y="1952"/>
                <a:ext cx="0" cy="181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0" name="Arc 66"/>
              <p:cNvSpPr/>
              <p:nvPr/>
            </p:nvSpPr>
            <p:spPr bwMode="ltGray">
              <a:xfrm rot="5400000">
                <a:off x="5075" y="3325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</p:grpSp>
      <p:sp>
        <p:nvSpPr>
          <p:cNvPr id="6211" name="Rectangle 67"/>
          <p:cNvSpPr>
            <a:spLocks noGrp="1" noChangeArrowheads="1"/>
          </p:cNvSpPr>
          <p:nvPr>
            <p:ph type="ctrTitle"/>
          </p:nvPr>
        </p:nvSpPr>
        <p:spPr bwMode="auto">
          <a:xfrm>
            <a:off x="990600" y="1752600"/>
            <a:ext cx="7772400" cy="11430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6212" name="Rectangle 68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990600" y="3309938"/>
            <a:ext cx="6400800" cy="17526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0" indent="0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69" name="Rectangle 69"/>
          <p:cNvSpPr>
            <a:spLocks noGrp="1" noChangeArrowheads="1"/>
          </p:cNvSpPr>
          <p:nvPr>
            <p:ph type="dt" sz="quarter" idx="10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buFontTx/>
              <a:buNone/>
              <a:defRPr kumimoji="0" sz="14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0" name="Rectangle 70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ctr">
              <a:buFontTx/>
              <a:buNone/>
              <a:defRPr kumimoji="0" sz="14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" name="Rectangle 71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>
              <a:defRPr sz="1400">
                <a:ea typeface="宋体" panose="02010600030101010101" pitchFamily="2" charset="-122"/>
              </a:defRPr>
            </a:lvl1pPr>
          </a:lstStyle>
          <a:p>
            <a:fld id="{10773D86-DAB5-4BF9-BCF7-F63D7B2589B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/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5" name="Group 3"/>
            <p:cNvGrpSpPr/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15" name="Rectangle 4"/>
              <p:cNvSpPr>
                <a:spLocks noChangeArrowheads="1"/>
              </p:cNvSpPr>
              <p:nvPr/>
            </p:nvSpPr>
            <p:spPr bwMode="ltGray">
              <a:xfrm>
                <a:off x="2112" y="0"/>
                <a:ext cx="3648" cy="9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grpSp>
            <p:nvGrpSpPr>
              <p:cNvPr id="16" name="Group 5"/>
              <p:cNvGrpSpPr/>
              <p:nvPr userDrawn="1"/>
            </p:nvGrpSpPr>
            <p:grpSpPr bwMode="auto">
              <a:xfrm>
                <a:off x="0" y="0"/>
                <a:ext cx="5760" cy="4320"/>
                <a:chOff x="0" y="0"/>
                <a:chExt cx="5760" cy="4320"/>
              </a:xfrm>
            </p:grpSpPr>
            <p:sp>
              <p:nvSpPr>
                <p:cNvPr id="18" name="Line 6"/>
                <p:cNvSpPr>
                  <a:spLocks noChangeShapeType="1"/>
                </p:cNvSpPr>
                <p:nvPr/>
              </p:nvSpPr>
              <p:spPr bwMode="auto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9" name="Line 7"/>
                <p:cNvSpPr>
                  <a:spLocks noChangeShapeType="1"/>
                </p:cNvSpPr>
                <p:nvPr/>
              </p:nvSpPr>
              <p:spPr bwMode="auto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0" name="Line 8"/>
                <p:cNvSpPr>
                  <a:spLocks noChangeShapeType="1"/>
                </p:cNvSpPr>
                <p:nvPr/>
              </p:nvSpPr>
              <p:spPr bwMode="auto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1" name="Line 9"/>
                <p:cNvSpPr>
                  <a:spLocks noChangeShapeType="1"/>
                </p:cNvSpPr>
                <p:nvPr/>
              </p:nvSpPr>
              <p:spPr bwMode="auto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2" name="Line 10"/>
                <p:cNvSpPr>
                  <a:spLocks noChangeShapeType="1"/>
                </p:cNvSpPr>
                <p:nvPr/>
              </p:nvSpPr>
              <p:spPr bwMode="auto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3" name="Line 11"/>
                <p:cNvSpPr>
                  <a:spLocks noChangeShapeType="1"/>
                </p:cNvSpPr>
                <p:nvPr/>
              </p:nvSpPr>
              <p:spPr bwMode="auto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4" name="Line 12"/>
                <p:cNvSpPr>
                  <a:spLocks noChangeShapeType="1"/>
                </p:cNvSpPr>
                <p:nvPr/>
              </p:nvSpPr>
              <p:spPr bwMode="auto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5" name="Line 13"/>
                <p:cNvSpPr>
                  <a:spLocks noChangeShapeType="1"/>
                </p:cNvSpPr>
                <p:nvPr/>
              </p:nvSpPr>
              <p:spPr bwMode="auto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6" name="Line 14"/>
                <p:cNvSpPr>
                  <a:spLocks noChangeShapeType="1"/>
                </p:cNvSpPr>
                <p:nvPr/>
              </p:nvSpPr>
              <p:spPr bwMode="auto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7" name="Line 15"/>
                <p:cNvSpPr>
                  <a:spLocks noChangeShapeType="1"/>
                </p:cNvSpPr>
                <p:nvPr/>
              </p:nvSpPr>
              <p:spPr bwMode="auto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8" name="Line 16"/>
                <p:cNvSpPr>
                  <a:spLocks noChangeShapeType="1"/>
                </p:cNvSpPr>
                <p:nvPr/>
              </p:nvSpPr>
              <p:spPr bwMode="auto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9" name="Line 17"/>
                <p:cNvSpPr>
                  <a:spLocks noChangeShapeType="1"/>
                </p:cNvSpPr>
                <p:nvPr/>
              </p:nvSpPr>
              <p:spPr bwMode="auto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0" name="Line 18"/>
                <p:cNvSpPr>
                  <a:spLocks noChangeShapeType="1"/>
                </p:cNvSpPr>
                <p:nvPr/>
              </p:nvSpPr>
              <p:spPr bwMode="auto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1" name="Line 19"/>
                <p:cNvSpPr>
                  <a:spLocks noChangeShapeType="1"/>
                </p:cNvSpPr>
                <p:nvPr/>
              </p:nvSpPr>
              <p:spPr bwMode="auto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2" name="Line 20"/>
                <p:cNvSpPr>
                  <a:spLocks noChangeShapeType="1"/>
                </p:cNvSpPr>
                <p:nvPr/>
              </p:nvSpPr>
              <p:spPr bwMode="auto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3" name="Line 21"/>
                <p:cNvSpPr>
                  <a:spLocks noChangeShapeType="1"/>
                </p:cNvSpPr>
                <p:nvPr/>
              </p:nvSpPr>
              <p:spPr bwMode="auto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4" name="Line 22"/>
                <p:cNvSpPr>
                  <a:spLocks noChangeShapeType="1"/>
                </p:cNvSpPr>
                <p:nvPr/>
              </p:nvSpPr>
              <p:spPr bwMode="auto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5" name="Line 23"/>
                <p:cNvSpPr>
                  <a:spLocks noChangeShapeType="1"/>
                </p:cNvSpPr>
                <p:nvPr/>
              </p:nvSpPr>
              <p:spPr bwMode="auto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6" name="Line 24"/>
                <p:cNvSpPr>
                  <a:spLocks noChangeShapeType="1"/>
                </p:cNvSpPr>
                <p:nvPr/>
              </p:nvSpPr>
              <p:spPr bwMode="auto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7" name="Line 25"/>
                <p:cNvSpPr>
                  <a:spLocks noChangeShapeType="1"/>
                </p:cNvSpPr>
                <p:nvPr/>
              </p:nvSpPr>
              <p:spPr bwMode="auto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8" name="Line 26"/>
                <p:cNvSpPr>
                  <a:spLocks noChangeShapeType="1"/>
                </p:cNvSpPr>
                <p:nvPr/>
              </p:nvSpPr>
              <p:spPr bwMode="auto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9" name="Line 27"/>
                <p:cNvSpPr>
                  <a:spLocks noChangeShapeType="1"/>
                </p:cNvSpPr>
                <p:nvPr/>
              </p:nvSpPr>
              <p:spPr bwMode="auto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0" name="Line 28"/>
                <p:cNvSpPr>
                  <a:spLocks noChangeShapeType="1"/>
                </p:cNvSpPr>
                <p:nvPr/>
              </p:nvSpPr>
              <p:spPr bwMode="auto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1" name="Line 29"/>
                <p:cNvSpPr>
                  <a:spLocks noChangeShapeType="1"/>
                </p:cNvSpPr>
                <p:nvPr/>
              </p:nvSpPr>
              <p:spPr bwMode="auto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2" name="Line 30"/>
                <p:cNvSpPr>
                  <a:spLocks noChangeShapeType="1"/>
                </p:cNvSpPr>
                <p:nvPr/>
              </p:nvSpPr>
              <p:spPr bwMode="auto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3" name="Line 31"/>
                <p:cNvSpPr>
                  <a:spLocks noChangeShapeType="1"/>
                </p:cNvSpPr>
                <p:nvPr/>
              </p:nvSpPr>
              <p:spPr bwMode="auto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4" name="Line 32"/>
                <p:cNvSpPr>
                  <a:spLocks noChangeShapeType="1"/>
                </p:cNvSpPr>
                <p:nvPr/>
              </p:nvSpPr>
              <p:spPr bwMode="auto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5" name="Line 33"/>
                <p:cNvSpPr>
                  <a:spLocks noChangeShapeType="1"/>
                </p:cNvSpPr>
                <p:nvPr/>
              </p:nvSpPr>
              <p:spPr bwMode="auto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6" name="Line 34"/>
                <p:cNvSpPr>
                  <a:spLocks noChangeShapeType="1"/>
                </p:cNvSpPr>
                <p:nvPr/>
              </p:nvSpPr>
              <p:spPr bwMode="auto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7" name="Line 35"/>
                <p:cNvSpPr>
                  <a:spLocks noChangeShapeType="1"/>
                </p:cNvSpPr>
                <p:nvPr/>
              </p:nvSpPr>
              <p:spPr bwMode="auto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8" name="Line 36"/>
                <p:cNvSpPr>
                  <a:spLocks noChangeShapeType="1"/>
                </p:cNvSpPr>
                <p:nvPr/>
              </p:nvSpPr>
              <p:spPr bwMode="auto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9" name="Line 37"/>
                <p:cNvSpPr>
                  <a:spLocks noChangeShapeType="1"/>
                </p:cNvSpPr>
                <p:nvPr/>
              </p:nvSpPr>
              <p:spPr bwMode="auto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0" name="Line 38"/>
                <p:cNvSpPr>
                  <a:spLocks noChangeShapeType="1"/>
                </p:cNvSpPr>
                <p:nvPr/>
              </p:nvSpPr>
              <p:spPr bwMode="auto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1" name="Line 39"/>
                <p:cNvSpPr>
                  <a:spLocks noChangeShapeType="1"/>
                </p:cNvSpPr>
                <p:nvPr/>
              </p:nvSpPr>
              <p:spPr bwMode="auto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2" name="Line 40"/>
                <p:cNvSpPr>
                  <a:spLocks noChangeShapeType="1"/>
                </p:cNvSpPr>
                <p:nvPr/>
              </p:nvSpPr>
              <p:spPr bwMode="auto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3" name="Line 41"/>
                <p:cNvSpPr>
                  <a:spLocks noChangeShapeType="1"/>
                </p:cNvSpPr>
                <p:nvPr/>
              </p:nvSpPr>
              <p:spPr bwMode="auto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4" name="Line 42"/>
                <p:cNvSpPr>
                  <a:spLocks noChangeShapeType="1"/>
                </p:cNvSpPr>
                <p:nvPr/>
              </p:nvSpPr>
              <p:spPr bwMode="auto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5" name="Line 43"/>
                <p:cNvSpPr>
                  <a:spLocks noChangeShapeType="1"/>
                </p:cNvSpPr>
                <p:nvPr/>
              </p:nvSpPr>
              <p:spPr bwMode="auto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6" name="Line 44"/>
                <p:cNvSpPr>
                  <a:spLocks noChangeShapeType="1"/>
                </p:cNvSpPr>
                <p:nvPr/>
              </p:nvSpPr>
              <p:spPr bwMode="auto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7" name="Line 45"/>
                <p:cNvSpPr>
                  <a:spLocks noChangeShapeType="1"/>
                </p:cNvSpPr>
                <p:nvPr/>
              </p:nvSpPr>
              <p:spPr bwMode="auto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8" name="Line 46"/>
                <p:cNvSpPr>
                  <a:spLocks noChangeShapeType="1"/>
                </p:cNvSpPr>
                <p:nvPr/>
              </p:nvSpPr>
              <p:spPr bwMode="auto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9" name="Line 47"/>
                <p:cNvSpPr>
                  <a:spLocks noChangeShapeType="1"/>
                </p:cNvSpPr>
                <p:nvPr/>
              </p:nvSpPr>
              <p:spPr bwMode="auto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0" name="Line 48"/>
                <p:cNvSpPr>
                  <a:spLocks noChangeShapeType="1"/>
                </p:cNvSpPr>
                <p:nvPr/>
              </p:nvSpPr>
              <p:spPr bwMode="auto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1" name="Line 49"/>
                <p:cNvSpPr>
                  <a:spLocks noChangeShapeType="1"/>
                </p:cNvSpPr>
                <p:nvPr/>
              </p:nvSpPr>
              <p:spPr bwMode="auto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2" name="Line 50"/>
                <p:cNvSpPr>
                  <a:spLocks noChangeShapeType="1"/>
                </p:cNvSpPr>
                <p:nvPr/>
              </p:nvSpPr>
              <p:spPr bwMode="auto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3" name="Line 51"/>
                <p:cNvSpPr>
                  <a:spLocks noChangeShapeType="1"/>
                </p:cNvSpPr>
                <p:nvPr/>
              </p:nvSpPr>
              <p:spPr bwMode="auto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4" name="Line 52"/>
                <p:cNvSpPr>
                  <a:spLocks noChangeShapeType="1"/>
                </p:cNvSpPr>
                <p:nvPr/>
              </p:nvSpPr>
              <p:spPr bwMode="auto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5" name="Line 53"/>
                <p:cNvSpPr>
                  <a:spLocks noChangeShapeType="1"/>
                </p:cNvSpPr>
                <p:nvPr/>
              </p:nvSpPr>
              <p:spPr bwMode="auto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6" name="Line 54"/>
                <p:cNvSpPr>
                  <a:spLocks noChangeShapeType="1"/>
                </p:cNvSpPr>
                <p:nvPr/>
              </p:nvSpPr>
              <p:spPr bwMode="auto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7" name="Line 55"/>
                <p:cNvSpPr>
                  <a:spLocks noChangeShapeType="1"/>
                </p:cNvSpPr>
                <p:nvPr/>
              </p:nvSpPr>
              <p:spPr bwMode="auto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8" name="Line 56"/>
                <p:cNvSpPr>
                  <a:spLocks noChangeShapeType="1"/>
                </p:cNvSpPr>
                <p:nvPr/>
              </p:nvSpPr>
              <p:spPr bwMode="auto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</p:grpSp>
          <p:sp>
            <p:nvSpPr>
              <p:cNvPr id="17" name="Line 57"/>
              <p:cNvSpPr>
                <a:spLocks noChangeShapeType="1"/>
              </p:cNvSpPr>
              <p:nvPr/>
            </p:nvSpPr>
            <p:spPr bwMode="ltGray">
              <a:xfrm>
                <a:off x="5568" y="0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  <p:grpSp>
          <p:nvGrpSpPr>
            <p:cNvPr id="6" name="Group 58"/>
            <p:cNvGrpSpPr/>
            <p:nvPr userDrawn="1"/>
          </p:nvGrpSpPr>
          <p:grpSpPr bwMode="auto">
            <a:xfrm>
              <a:off x="3" y="559"/>
              <a:ext cx="4192" cy="1796"/>
              <a:chOff x="3" y="559"/>
              <a:chExt cx="4192" cy="1796"/>
            </a:xfrm>
          </p:grpSpPr>
          <p:sp>
            <p:nvSpPr>
              <p:cNvPr id="11" name="Line 59"/>
              <p:cNvSpPr>
                <a:spLocks noChangeShapeType="1"/>
              </p:cNvSpPr>
              <p:nvPr/>
            </p:nvSpPr>
            <p:spPr bwMode="ltGray">
              <a:xfrm>
                <a:off x="506" y="559"/>
                <a:ext cx="0" cy="179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2" name="Line 60"/>
              <p:cNvSpPr>
                <a:spLocks noChangeShapeType="1"/>
              </p:cNvSpPr>
              <p:nvPr/>
            </p:nvSpPr>
            <p:spPr bwMode="ltGray">
              <a:xfrm flipH="1" flipV="1">
                <a:off x="3" y="1924"/>
                <a:ext cx="32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3" name="Line 61"/>
              <p:cNvSpPr>
                <a:spLocks noChangeShapeType="1"/>
              </p:cNvSpPr>
              <p:nvPr/>
            </p:nvSpPr>
            <p:spPr bwMode="ltGray">
              <a:xfrm flipH="1" flipV="1">
                <a:off x="384" y="938"/>
                <a:ext cx="38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4" name="Arc 62"/>
              <p:cNvSpPr/>
              <p:nvPr/>
            </p:nvSpPr>
            <p:spPr bwMode="ltGray">
              <a:xfrm rot="16200000" flipH="1">
                <a:off x="404" y="839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  <p:grpSp>
          <p:nvGrpSpPr>
            <p:cNvPr id="7" name="Group 63"/>
            <p:cNvGrpSpPr/>
            <p:nvPr userDrawn="1"/>
          </p:nvGrpSpPr>
          <p:grpSpPr bwMode="auto">
            <a:xfrm>
              <a:off x="1480" y="1952"/>
              <a:ext cx="3808" cy="1812"/>
              <a:chOff x="1480" y="1952"/>
              <a:chExt cx="3808" cy="1812"/>
            </a:xfrm>
          </p:grpSpPr>
          <p:sp>
            <p:nvSpPr>
              <p:cNvPr id="8" name="Line 64"/>
              <p:cNvSpPr>
                <a:spLocks noChangeShapeType="1"/>
              </p:cNvSpPr>
              <p:nvPr/>
            </p:nvSpPr>
            <p:spPr bwMode="ltGray">
              <a:xfrm flipV="1">
                <a:off x="1480" y="3442"/>
                <a:ext cx="38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9" name="Line 65"/>
              <p:cNvSpPr>
                <a:spLocks noChangeShapeType="1"/>
              </p:cNvSpPr>
              <p:nvPr/>
            </p:nvSpPr>
            <p:spPr bwMode="ltGray">
              <a:xfrm flipH="1">
                <a:off x="5172" y="1952"/>
                <a:ext cx="0" cy="181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0" name="Arc 66"/>
              <p:cNvSpPr/>
              <p:nvPr/>
            </p:nvSpPr>
            <p:spPr bwMode="ltGray">
              <a:xfrm rot="5400000">
                <a:off x="5076" y="3327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</p:grpSp>
      <p:sp>
        <p:nvSpPr>
          <p:cNvPr id="6211" name="Rectangle 67"/>
          <p:cNvSpPr>
            <a:spLocks noGrp="1" noChangeArrowheads="1"/>
          </p:cNvSpPr>
          <p:nvPr>
            <p:ph type="ctrTitle"/>
          </p:nvPr>
        </p:nvSpPr>
        <p:spPr bwMode="auto">
          <a:xfrm>
            <a:off x="990600" y="1752600"/>
            <a:ext cx="7772400" cy="11430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6212" name="Rectangle 68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990600" y="3309938"/>
            <a:ext cx="6400800" cy="17526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0" indent="0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69" name="Rectangle 69"/>
          <p:cNvSpPr>
            <a:spLocks noGrp="1" noChangeArrowheads="1"/>
          </p:cNvSpPr>
          <p:nvPr>
            <p:ph type="dt" sz="quarter" idx="10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buFontTx/>
              <a:buNone/>
              <a:defRPr kumimoji="0" sz="14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0" name="Rectangle 70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ctr">
              <a:buFontTx/>
              <a:buNone/>
              <a:defRPr kumimoji="0" sz="14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" name="Rectangle 71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>
              <a:defRPr sz="1400">
                <a:ea typeface="宋体" panose="02010600030101010101" pitchFamily="2" charset="-122"/>
              </a:defRPr>
            </a:lvl1pPr>
          </a:lstStyle>
          <a:p>
            <a:fld id="{661F3534-4323-43F7-BFF0-C109A20CD2E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/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5" name="Group 3"/>
            <p:cNvGrpSpPr/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15" name="Rectangle 4"/>
              <p:cNvSpPr>
                <a:spLocks noChangeArrowheads="1"/>
              </p:cNvSpPr>
              <p:nvPr/>
            </p:nvSpPr>
            <p:spPr bwMode="ltGray">
              <a:xfrm>
                <a:off x="2112" y="0"/>
                <a:ext cx="3648" cy="9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grpSp>
            <p:nvGrpSpPr>
              <p:cNvPr id="16" name="Group 5"/>
              <p:cNvGrpSpPr/>
              <p:nvPr userDrawn="1"/>
            </p:nvGrpSpPr>
            <p:grpSpPr bwMode="auto">
              <a:xfrm>
                <a:off x="0" y="0"/>
                <a:ext cx="5760" cy="4320"/>
                <a:chOff x="0" y="0"/>
                <a:chExt cx="5760" cy="4320"/>
              </a:xfrm>
            </p:grpSpPr>
            <p:sp>
              <p:nvSpPr>
                <p:cNvPr id="18" name="Line 6"/>
                <p:cNvSpPr>
                  <a:spLocks noChangeShapeType="1"/>
                </p:cNvSpPr>
                <p:nvPr/>
              </p:nvSpPr>
              <p:spPr bwMode="auto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9" name="Line 7"/>
                <p:cNvSpPr>
                  <a:spLocks noChangeShapeType="1"/>
                </p:cNvSpPr>
                <p:nvPr/>
              </p:nvSpPr>
              <p:spPr bwMode="auto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0" name="Line 8"/>
                <p:cNvSpPr>
                  <a:spLocks noChangeShapeType="1"/>
                </p:cNvSpPr>
                <p:nvPr/>
              </p:nvSpPr>
              <p:spPr bwMode="auto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1" name="Line 9"/>
                <p:cNvSpPr>
                  <a:spLocks noChangeShapeType="1"/>
                </p:cNvSpPr>
                <p:nvPr/>
              </p:nvSpPr>
              <p:spPr bwMode="auto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2" name="Line 10"/>
                <p:cNvSpPr>
                  <a:spLocks noChangeShapeType="1"/>
                </p:cNvSpPr>
                <p:nvPr/>
              </p:nvSpPr>
              <p:spPr bwMode="auto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3" name="Line 11"/>
                <p:cNvSpPr>
                  <a:spLocks noChangeShapeType="1"/>
                </p:cNvSpPr>
                <p:nvPr/>
              </p:nvSpPr>
              <p:spPr bwMode="auto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4" name="Line 12"/>
                <p:cNvSpPr>
                  <a:spLocks noChangeShapeType="1"/>
                </p:cNvSpPr>
                <p:nvPr/>
              </p:nvSpPr>
              <p:spPr bwMode="auto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5" name="Line 13"/>
                <p:cNvSpPr>
                  <a:spLocks noChangeShapeType="1"/>
                </p:cNvSpPr>
                <p:nvPr/>
              </p:nvSpPr>
              <p:spPr bwMode="auto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6" name="Line 14"/>
                <p:cNvSpPr>
                  <a:spLocks noChangeShapeType="1"/>
                </p:cNvSpPr>
                <p:nvPr/>
              </p:nvSpPr>
              <p:spPr bwMode="auto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7" name="Line 15"/>
                <p:cNvSpPr>
                  <a:spLocks noChangeShapeType="1"/>
                </p:cNvSpPr>
                <p:nvPr/>
              </p:nvSpPr>
              <p:spPr bwMode="auto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8" name="Line 16"/>
                <p:cNvSpPr>
                  <a:spLocks noChangeShapeType="1"/>
                </p:cNvSpPr>
                <p:nvPr/>
              </p:nvSpPr>
              <p:spPr bwMode="auto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9" name="Line 17"/>
                <p:cNvSpPr>
                  <a:spLocks noChangeShapeType="1"/>
                </p:cNvSpPr>
                <p:nvPr/>
              </p:nvSpPr>
              <p:spPr bwMode="auto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0" name="Line 18"/>
                <p:cNvSpPr>
                  <a:spLocks noChangeShapeType="1"/>
                </p:cNvSpPr>
                <p:nvPr/>
              </p:nvSpPr>
              <p:spPr bwMode="auto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1" name="Line 19"/>
                <p:cNvSpPr>
                  <a:spLocks noChangeShapeType="1"/>
                </p:cNvSpPr>
                <p:nvPr/>
              </p:nvSpPr>
              <p:spPr bwMode="auto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2" name="Line 20"/>
                <p:cNvSpPr>
                  <a:spLocks noChangeShapeType="1"/>
                </p:cNvSpPr>
                <p:nvPr/>
              </p:nvSpPr>
              <p:spPr bwMode="auto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3" name="Line 21"/>
                <p:cNvSpPr>
                  <a:spLocks noChangeShapeType="1"/>
                </p:cNvSpPr>
                <p:nvPr/>
              </p:nvSpPr>
              <p:spPr bwMode="auto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4" name="Line 22"/>
                <p:cNvSpPr>
                  <a:spLocks noChangeShapeType="1"/>
                </p:cNvSpPr>
                <p:nvPr/>
              </p:nvSpPr>
              <p:spPr bwMode="auto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5" name="Line 23"/>
                <p:cNvSpPr>
                  <a:spLocks noChangeShapeType="1"/>
                </p:cNvSpPr>
                <p:nvPr/>
              </p:nvSpPr>
              <p:spPr bwMode="auto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6" name="Line 24"/>
                <p:cNvSpPr>
                  <a:spLocks noChangeShapeType="1"/>
                </p:cNvSpPr>
                <p:nvPr/>
              </p:nvSpPr>
              <p:spPr bwMode="auto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7" name="Line 25"/>
                <p:cNvSpPr>
                  <a:spLocks noChangeShapeType="1"/>
                </p:cNvSpPr>
                <p:nvPr/>
              </p:nvSpPr>
              <p:spPr bwMode="auto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8" name="Line 26"/>
                <p:cNvSpPr>
                  <a:spLocks noChangeShapeType="1"/>
                </p:cNvSpPr>
                <p:nvPr/>
              </p:nvSpPr>
              <p:spPr bwMode="auto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9" name="Line 27"/>
                <p:cNvSpPr>
                  <a:spLocks noChangeShapeType="1"/>
                </p:cNvSpPr>
                <p:nvPr/>
              </p:nvSpPr>
              <p:spPr bwMode="auto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0" name="Line 28"/>
                <p:cNvSpPr>
                  <a:spLocks noChangeShapeType="1"/>
                </p:cNvSpPr>
                <p:nvPr/>
              </p:nvSpPr>
              <p:spPr bwMode="auto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1" name="Line 29"/>
                <p:cNvSpPr>
                  <a:spLocks noChangeShapeType="1"/>
                </p:cNvSpPr>
                <p:nvPr/>
              </p:nvSpPr>
              <p:spPr bwMode="auto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2" name="Line 30"/>
                <p:cNvSpPr>
                  <a:spLocks noChangeShapeType="1"/>
                </p:cNvSpPr>
                <p:nvPr/>
              </p:nvSpPr>
              <p:spPr bwMode="auto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3" name="Line 31"/>
                <p:cNvSpPr>
                  <a:spLocks noChangeShapeType="1"/>
                </p:cNvSpPr>
                <p:nvPr/>
              </p:nvSpPr>
              <p:spPr bwMode="auto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4" name="Line 32"/>
                <p:cNvSpPr>
                  <a:spLocks noChangeShapeType="1"/>
                </p:cNvSpPr>
                <p:nvPr/>
              </p:nvSpPr>
              <p:spPr bwMode="auto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5" name="Line 33"/>
                <p:cNvSpPr>
                  <a:spLocks noChangeShapeType="1"/>
                </p:cNvSpPr>
                <p:nvPr/>
              </p:nvSpPr>
              <p:spPr bwMode="auto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6" name="Line 34"/>
                <p:cNvSpPr>
                  <a:spLocks noChangeShapeType="1"/>
                </p:cNvSpPr>
                <p:nvPr/>
              </p:nvSpPr>
              <p:spPr bwMode="auto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7" name="Line 35"/>
                <p:cNvSpPr>
                  <a:spLocks noChangeShapeType="1"/>
                </p:cNvSpPr>
                <p:nvPr/>
              </p:nvSpPr>
              <p:spPr bwMode="auto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8" name="Line 36"/>
                <p:cNvSpPr>
                  <a:spLocks noChangeShapeType="1"/>
                </p:cNvSpPr>
                <p:nvPr/>
              </p:nvSpPr>
              <p:spPr bwMode="auto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9" name="Line 37"/>
                <p:cNvSpPr>
                  <a:spLocks noChangeShapeType="1"/>
                </p:cNvSpPr>
                <p:nvPr/>
              </p:nvSpPr>
              <p:spPr bwMode="auto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0" name="Line 38"/>
                <p:cNvSpPr>
                  <a:spLocks noChangeShapeType="1"/>
                </p:cNvSpPr>
                <p:nvPr/>
              </p:nvSpPr>
              <p:spPr bwMode="auto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1" name="Line 39"/>
                <p:cNvSpPr>
                  <a:spLocks noChangeShapeType="1"/>
                </p:cNvSpPr>
                <p:nvPr/>
              </p:nvSpPr>
              <p:spPr bwMode="auto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2" name="Line 40"/>
                <p:cNvSpPr>
                  <a:spLocks noChangeShapeType="1"/>
                </p:cNvSpPr>
                <p:nvPr/>
              </p:nvSpPr>
              <p:spPr bwMode="auto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3" name="Line 41"/>
                <p:cNvSpPr>
                  <a:spLocks noChangeShapeType="1"/>
                </p:cNvSpPr>
                <p:nvPr/>
              </p:nvSpPr>
              <p:spPr bwMode="auto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4" name="Line 42"/>
                <p:cNvSpPr>
                  <a:spLocks noChangeShapeType="1"/>
                </p:cNvSpPr>
                <p:nvPr/>
              </p:nvSpPr>
              <p:spPr bwMode="auto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5" name="Line 43"/>
                <p:cNvSpPr>
                  <a:spLocks noChangeShapeType="1"/>
                </p:cNvSpPr>
                <p:nvPr/>
              </p:nvSpPr>
              <p:spPr bwMode="auto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6" name="Line 44"/>
                <p:cNvSpPr>
                  <a:spLocks noChangeShapeType="1"/>
                </p:cNvSpPr>
                <p:nvPr/>
              </p:nvSpPr>
              <p:spPr bwMode="auto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7" name="Line 45"/>
                <p:cNvSpPr>
                  <a:spLocks noChangeShapeType="1"/>
                </p:cNvSpPr>
                <p:nvPr/>
              </p:nvSpPr>
              <p:spPr bwMode="auto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8" name="Line 46"/>
                <p:cNvSpPr>
                  <a:spLocks noChangeShapeType="1"/>
                </p:cNvSpPr>
                <p:nvPr/>
              </p:nvSpPr>
              <p:spPr bwMode="auto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9" name="Line 47"/>
                <p:cNvSpPr>
                  <a:spLocks noChangeShapeType="1"/>
                </p:cNvSpPr>
                <p:nvPr/>
              </p:nvSpPr>
              <p:spPr bwMode="auto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0" name="Line 48"/>
                <p:cNvSpPr>
                  <a:spLocks noChangeShapeType="1"/>
                </p:cNvSpPr>
                <p:nvPr/>
              </p:nvSpPr>
              <p:spPr bwMode="auto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1" name="Line 49"/>
                <p:cNvSpPr>
                  <a:spLocks noChangeShapeType="1"/>
                </p:cNvSpPr>
                <p:nvPr/>
              </p:nvSpPr>
              <p:spPr bwMode="auto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2" name="Line 50"/>
                <p:cNvSpPr>
                  <a:spLocks noChangeShapeType="1"/>
                </p:cNvSpPr>
                <p:nvPr/>
              </p:nvSpPr>
              <p:spPr bwMode="auto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3" name="Line 51"/>
                <p:cNvSpPr>
                  <a:spLocks noChangeShapeType="1"/>
                </p:cNvSpPr>
                <p:nvPr/>
              </p:nvSpPr>
              <p:spPr bwMode="auto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4" name="Line 52"/>
                <p:cNvSpPr>
                  <a:spLocks noChangeShapeType="1"/>
                </p:cNvSpPr>
                <p:nvPr/>
              </p:nvSpPr>
              <p:spPr bwMode="auto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5" name="Line 53"/>
                <p:cNvSpPr>
                  <a:spLocks noChangeShapeType="1"/>
                </p:cNvSpPr>
                <p:nvPr/>
              </p:nvSpPr>
              <p:spPr bwMode="auto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6" name="Line 54"/>
                <p:cNvSpPr>
                  <a:spLocks noChangeShapeType="1"/>
                </p:cNvSpPr>
                <p:nvPr/>
              </p:nvSpPr>
              <p:spPr bwMode="auto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7" name="Line 55"/>
                <p:cNvSpPr>
                  <a:spLocks noChangeShapeType="1"/>
                </p:cNvSpPr>
                <p:nvPr/>
              </p:nvSpPr>
              <p:spPr bwMode="auto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8" name="Line 56"/>
                <p:cNvSpPr>
                  <a:spLocks noChangeShapeType="1"/>
                </p:cNvSpPr>
                <p:nvPr/>
              </p:nvSpPr>
              <p:spPr bwMode="auto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</p:grpSp>
          <p:sp>
            <p:nvSpPr>
              <p:cNvPr id="17" name="Line 57"/>
              <p:cNvSpPr>
                <a:spLocks noChangeShapeType="1"/>
              </p:cNvSpPr>
              <p:nvPr/>
            </p:nvSpPr>
            <p:spPr bwMode="ltGray">
              <a:xfrm>
                <a:off x="5568" y="0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  <p:grpSp>
          <p:nvGrpSpPr>
            <p:cNvPr id="6" name="Group 58"/>
            <p:cNvGrpSpPr/>
            <p:nvPr userDrawn="1"/>
          </p:nvGrpSpPr>
          <p:grpSpPr bwMode="auto">
            <a:xfrm>
              <a:off x="3" y="559"/>
              <a:ext cx="4192" cy="1796"/>
              <a:chOff x="3" y="559"/>
              <a:chExt cx="4192" cy="1796"/>
            </a:xfrm>
          </p:grpSpPr>
          <p:sp>
            <p:nvSpPr>
              <p:cNvPr id="11" name="Line 59"/>
              <p:cNvSpPr>
                <a:spLocks noChangeShapeType="1"/>
              </p:cNvSpPr>
              <p:nvPr/>
            </p:nvSpPr>
            <p:spPr bwMode="ltGray">
              <a:xfrm>
                <a:off x="506" y="559"/>
                <a:ext cx="0" cy="179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2" name="Line 60"/>
              <p:cNvSpPr>
                <a:spLocks noChangeShapeType="1"/>
              </p:cNvSpPr>
              <p:nvPr/>
            </p:nvSpPr>
            <p:spPr bwMode="ltGray">
              <a:xfrm flipH="1" flipV="1">
                <a:off x="3" y="1924"/>
                <a:ext cx="32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3" name="Line 61"/>
              <p:cNvSpPr>
                <a:spLocks noChangeShapeType="1"/>
              </p:cNvSpPr>
              <p:nvPr/>
            </p:nvSpPr>
            <p:spPr bwMode="ltGray">
              <a:xfrm flipH="1" flipV="1">
                <a:off x="384" y="938"/>
                <a:ext cx="38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4" name="Arc 62"/>
              <p:cNvSpPr/>
              <p:nvPr/>
            </p:nvSpPr>
            <p:spPr bwMode="ltGray">
              <a:xfrm rot="16200000" flipH="1">
                <a:off x="404" y="840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  <p:grpSp>
          <p:nvGrpSpPr>
            <p:cNvPr id="7" name="Group 63"/>
            <p:cNvGrpSpPr/>
            <p:nvPr userDrawn="1"/>
          </p:nvGrpSpPr>
          <p:grpSpPr bwMode="auto">
            <a:xfrm>
              <a:off x="1480" y="1952"/>
              <a:ext cx="3808" cy="1812"/>
              <a:chOff x="1480" y="1952"/>
              <a:chExt cx="3808" cy="1812"/>
            </a:xfrm>
          </p:grpSpPr>
          <p:sp>
            <p:nvSpPr>
              <p:cNvPr id="8" name="Line 64"/>
              <p:cNvSpPr>
                <a:spLocks noChangeShapeType="1"/>
              </p:cNvSpPr>
              <p:nvPr/>
            </p:nvSpPr>
            <p:spPr bwMode="ltGray">
              <a:xfrm flipV="1">
                <a:off x="1480" y="3442"/>
                <a:ext cx="38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9" name="Line 65"/>
              <p:cNvSpPr>
                <a:spLocks noChangeShapeType="1"/>
              </p:cNvSpPr>
              <p:nvPr/>
            </p:nvSpPr>
            <p:spPr bwMode="ltGray">
              <a:xfrm flipH="1">
                <a:off x="5172" y="1952"/>
                <a:ext cx="0" cy="181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0" name="Arc 66"/>
              <p:cNvSpPr/>
              <p:nvPr/>
            </p:nvSpPr>
            <p:spPr bwMode="ltGray">
              <a:xfrm rot="5400000">
                <a:off x="5077" y="3329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</p:grpSp>
      <p:sp>
        <p:nvSpPr>
          <p:cNvPr id="6211" name="Rectangle 67"/>
          <p:cNvSpPr>
            <a:spLocks noGrp="1" noChangeArrowheads="1"/>
          </p:cNvSpPr>
          <p:nvPr>
            <p:ph type="ctrTitle"/>
          </p:nvPr>
        </p:nvSpPr>
        <p:spPr bwMode="auto">
          <a:xfrm>
            <a:off x="990600" y="1752600"/>
            <a:ext cx="7772400" cy="11430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6212" name="Rectangle 68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990600" y="3309938"/>
            <a:ext cx="6400800" cy="17526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0" indent="0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69" name="Rectangle 69"/>
          <p:cNvSpPr>
            <a:spLocks noGrp="1" noChangeArrowheads="1"/>
          </p:cNvSpPr>
          <p:nvPr>
            <p:ph type="dt" sz="quarter" idx="10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buFontTx/>
              <a:buNone/>
              <a:defRPr kumimoji="0" sz="14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0" name="Rectangle 70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ctr">
              <a:buFontTx/>
              <a:buNone/>
              <a:defRPr kumimoji="0" sz="14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" name="Rectangle 71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>
              <a:defRPr sz="1400">
                <a:ea typeface="宋体" panose="02010600030101010101" pitchFamily="2" charset="-122"/>
              </a:defRPr>
            </a:lvl1pPr>
          </a:lstStyle>
          <a:p>
            <a:fld id="{2C71341E-438B-4A0D-AEC0-09AC6242B6B9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/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5" name="Group 3"/>
            <p:cNvGrpSpPr/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15" name="Rectangle 4"/>
              <p:cNvSpPr>
                <a:spLocks noChangeArrowheads="1"/>
              </p:cNvSpPr>
              <p:nvPr/>
            </p:nvSpPr>
            <p:spPr bwMode="ltGray">
              <a:xfrm>
                <a:off x="2112" y="0"/>
                <a:ext cx="3648" cy="9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grpSp>
            <p:nvGrpSpPr>
              <p:cNvPr id="16" name="Group 5"/>
              <p:cNvGrpSpPr/>
              <p:nvPr userDrawn="1"/>
            </p:nvGrpSpPr>
            <p:grpSpPr bwMode="auto">
              <a:xfrm>
                <a:off x="0" y="0"/>
                <a:ext cx="5760" cy="4320"/>
                <a:chOff x="0" y="0"/>
                <a:chExt cx="5760" cy="4320"/>
              </a:xfrm>
            </p:grpSpPr>
            <p:sp>
              <p:nvSpPr>
                <p:cNvPr id="18" name="Line 6"/>
                <p:cNvSpPr>
                  <a:spLocks noChangeShapeType="1"/>
                </p:cNvSpPr>
                <p:nvPr/>
              </p:nvSpPr>
              <p:spPr bwMode="auto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9" name="Line 7"/>
                <p:cNvSpPr>
                  <a:spLocks noChangeShapeType="1"/>
                </p:cNvSpPr>
                <p:nvPr/>
              </p:nvSpPr>
              <p:spPr bwMode="auto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0" name="Line 8"/>
                <p:cNvSpPr>
                  <a:spLocks noChangeShapeType="1"/>
                </p:cNvSpPr>
                <p:nvPr/>
              </p:nvSpPr>
              <p:spPr bwMode="auto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1" name="Line 9"/>
                <p:cNvSpPr>
                  <a:spLocks noChangeShapeType="1"/>
                </p:cNvSpPr>
                <p:nvPr/>
              </p:nvSpPr>
              <p:spPr bwMode="auto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2" name="Line 10"/>
                <p:cNvSpPr>
                  <a:spLocks noChangeShapeType="1"/>
                </p:cNvSpPr>
                <p:nvPr/>
              </p:nvSpPr>
              <p:spPr bwMode="auto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3" name="Line 11"/>
                <p:cNvSpPr>
                  <a:spLocks noChangeShapeType="1"/>
                </p:cNvSpPr>
                <p:nvPr/>
              </p:nvSpPr>
              <p:spPr bwMode="auto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4" name="Line 12"/>
                <p:cNvSpPr>
                  <a:spLocks noChangeShapeType="1"/>
                </p:cNvSpPr>
                <p:nvPr/>
              </p:nvSpPr>
              <p:spPr bwMode="auto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5" name="Line 13"/>
                <p:cNvSpPr>
                  <a:spLocks noChangeShapeType="1"/>
                </p:cNvSpPr>
                <p:nvPr/>
              </p:nvSpPr>
              <p:spPr bwMode="auto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6" name="Line 14"/>
                <p:cNvSpPr>
                  <a:spLocks noChangeShapeType="1"/>
                </p:cNvSpPr>
                <p:nvPr/>
              </p:nvSpPr>
              <p:spPr bwMode="auto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7" name="Line 15"/>
                <p:cNvSpPr>
                  <a:spLocks noChangeShapeType="1"/>
                </p:cNvSpPr>
                <p:nvPr/>
              </p:nvSpPr>
              <p:spPr bwMode="auto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8" name="Line 16"/>
                <p:cNvSpPr>
                  <a:spLocks noChangeShapeType="1"/>
                </p:cNvSpPr>
                <p:nvPr/>
              </p:nvSpPr>
              <p:spPr bwMode="auto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9" name="Line 17"/>
                <p:cNvSpPr>
                  <a:spLocks noChangeShapeType="1"/>
                </p:cNvSpPr>
                <p:nvPr/>
              </p:nvSpPr>
              <p:spPr bwMode="auto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0" name="Line 18"/>
                <p:cNvSpPr>
                  <a:spLocks noChangeShapeType="1"/>
                </p:cNvSpPr>
                <p:nvPr/>
              </p:nvSpPr>
              <p:spPr bwMode="auto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1" name="Line 19"/>
                <p:cNvSpPr>
                  <a:spLocks noChangeShapeType="1"/>
                </p:cNvSpPr>
                <p:nvPr/>
              </p:nvSpPr>
              <p:spPr bwMode="auto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2" name="Line 20"/>
                <p:cNvSpPr>
                  <a:spLocks noChangeShapeType="1"/>
                </p:cNvSpPr>
                <p:nvPr/>
              </p:nvSpPr>
              <p:spPr bwMode="auto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3" name="Line 21"/>
                <p:cNvSpPr>
                  <a:spLocks noChangeShapeType="1"/>
                </p:cNvSpPr>
                <p:nvPr/>
              </p:nvSpPr>
              <p:spPr bwMode="auto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4" name="Line 22"/>
                <p:cNvSpPr>
                  <a:spLocks noChangeShapeType="1"/>
                </p:cNvSpPr>
                <p:nvPr/>
              </p:nvSpPr>
              <p:spPr bwMode="auto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5" name="Line 23"/>
                <p:cNvSpPr>
                  <a:spLocks noChangeShapeType="1"/>
                </p:cNvSpPr>
                <p:nvPr/>
              </p:nvSpPr>
              <p:spPr bwMode="auto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6" name="Line 24"/>
                <p:cNvSpPr>
                  <a:spLocks noChangeShapeType="1"/>
                </p:cNvSpPr>
                <p:nvPr/>
              </p:nvSpPr>
              <p:spPr bwMode="auto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7" name="Line 25"/>
                <p:cNvSpPr>
                  <a:spLocks noChangeShapeType="1"/>
                </p:cNvSpPr>
                <p:nvPr/>
              </p:nvSpPr>
              <p:spPr bwMode="auto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8" name="Line 26"/>
                <p:cNvSpPr>
                  <a:spLocks noChangeShapeType="1"/>
                </p:cNvSpPr>
                <p:nvPr/>
              </p:nvSpPr>
              <p:spPr bwMode="auto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9" name="Line 27"/>
                <p:cNvSpPr>
                  <a:spLocks noChangeShapeType="1"/>
                </p:cNvSpPr>
                <p:nvPr/>
              </p:nvSpPr>
              <p:spPr bwMode="auto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0" name="Line 28"/>
                <p:cNvSpPr>
                  <a:spLocks noChangeShapeType="1"/>
                </p:cNvSpPr>
                <p:nvPr/>
              </p:nvSpPr>
              <p:spPr bwMode="auto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1" name="Line 29"/>
                <p:cNvSpPr>
                  <a:spLocks noChangeShapeType="1"/>
                </p:cNvSpPr>
                <p:nvPr/>
              </p:nvSpPr>
              <p:spPr bwMode="auto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2" name="Line 30"/>
                <p:cNvSpPr>
                  <a:spLocks noChangeShapeType="1"/>
                </p:cNvSpPr>
                <p:nvPr/>
              </p:nvSpPr>
              <p:spPr bwMode="auto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3" name="Line 31"/>
                <p:cNvSpPr>
                  <a:spLocks noChangeShapeType="1"/>
                </p:cNvSpPr>
                <p:nvPr/>
              </p:nvSpPr>
              <p:spPr bwMode="auto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4" name="Line 32"/>
                <p:cNvSpPr>
                  <a:spLocks noChangeShapeType="1"/>
                </p:cNvSpPr>
                <p:nvPr/>
              </p:nvSpPr>
              <p:spPr bwMode="auto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5" name="Line 33"/>
                <p:cNvSpPr>
                  <a:spLocks noChangeShapeType="1"/>
                </p:cNvSpPr>
                <p:nvPr/>
              </p:nvSpPr>
              <p:spPr bwMode="auto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6" name="Line 34"/>
                <p:cNvSpPr>
                  <a:spLocks noChangeShapeType="1"/>
                </p:cNvSpPr>
                <p:nvPr/>
              </p:nvSpPr>
              <p:spPr bwMode="auto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7" name="Line 35"/>
                <p:cNvSpPr>
                  <a:spLocks noChangeShapeType="1"/>
                </p:cNvSpPr>
                <p:nvPr/>
              </p:nvSpPr>
              <p:spPr bwMode="auto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8" name="Line 36"/>
                <p:cNvSpPr>
                  <a:spLocks noChangeShapeType="1"/>
                </p:cNvSpPr>
                <p:nvPr/>
              </p:nvSpPr>
              <p:spPr bwMode="auto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9" name="Line 37"/>
                <p:cNvSpPr>
                  <a:spLocks noChangeShapeType="1"/>
                </p:cNvSpPr>
                <p:nvPr/>
              </p:nvSpPr>
              <p:spPr bwMode="auto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0" name="Line 38"/>
                <p:cNvSpPr>
                  <a:spLocks noChangeShapeType="1"/>
                </p:cNvSpPr>
                <p:nvPr/>
              </p:nvSpPr>
              <p:spPr bwMode="auto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1" name="Line 39"/>
                <p:cNvSpPr>
                  <a:spLocks noChangeShapeType="1"/>
                </p:cNvSpPr>
                <p:nvPr/>
              </p:nvSpPr>
              <p:spPr bwMode="auto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2" name="Line 40"/>
                <p:cNvSpPr>
                  <a:spLocks noChangeShapeType="1"/>
                </p:cNvSpPr>
                <p:nvPr/>
              </p:nvSpPr>
              <p:spPr bwMode="auto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3" name="Line 41"/>
                <p:cNvSpPr>
                  <a:spLocks noChangeShapeType="1"/>
                </p:cNvSpPr>
                <p:nvPr/>
              </p:nvSpPr>
              <p:spPr bwMode="auto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4" name="Line 42"/>
                <p:cNvSpPr>
                  <a:spLocks noChangeShapeType="1"/>
                </p:cNvSpPr>
                <p:nvPr/>
              </p:nvSpPr>
              <p:spPr bwMode="auto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5" name="Line 43"/>
                <p:cNvSpPr>
                  <a:spLocks noChangeShapeType="1"/>
                </p:cNvSpPr>
                <p:nvPr/>
              </p:nvSpPr>
              <p:spPr bwMode="auto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6" name="Line 44"/>
                <p:cNvSpPr>
                  <a:spLocks noChangeShapeType="1"/>
                </p:cNvSpPr>
                <p:nvPr/>
              </p:nvSpPr>
              <p:spPr bwMode="auto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7" name="Line 45"/>
                <p:cNvSpPr>
                  <a:spLocks noChangeShapeType="1"/>
                </p:cNvSpPr>
                <p:nvPr/>
              </p:nvSpPr>
              <p:spPr bwMode="auto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8" name="Line 46"/>
                <p:cNvSpPr>
                  <a:spLocks noChangeShapeType="1"/>
                </p:cNvSpPr>
                <p:nvPr/>
              </p:nvSpPr>
              <p:spPr bwMode="auto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9" name="Line 47"/>
                <p:cNvSpPr>
                  <a:spLocks noChangeShapeType="1"/>
                </p:cNvSpPr>
                <p:nvPr/>
              </p:nvSpPr>
              <p:spPr bwMode="auto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0" name="Line 48"/>
                <p:cNvSpPr>
                  <a:spLocks noChangeShapeType="1"/>
                </p:cNvSpPr>
                <p:nvPr/>
              </p:nvSpPr>
              <p:spPr bwMode="auto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1" name="Line 49"/>
                <p:cNvSpPr>
                  <a:spLocks noChangeShapeType="1"/>
                </p:cNvSpPr>
                <p:nvPr/>
              </p:nvSpPr>
              <p:spPr bwMode="auto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2" name="Line 50"/>
                <p:cNvSpPr>
                  <a:spLocks noChangeShapeType="1"/>
                </p:cNvSpPr>
                <p:nvPr/>
              </p:nvSpPr>
              <p:spPr bwMode="auto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3" name="Line 51"/>
                <p:cNvSpPr>
                  <a:spLocks noChangeShapeType="1"/>
                </p:cNvSpPr>
                <p:nvPr/>
              </p:nvSpPr>
              <p:spPr bwMode="auto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4" name="Line 52"/>
                <p:cNvSpPr>
                  <a:spLocks noChangeShapeType="1"/>
                </p:cNvSpPr>
                <p:nvPr/>
              </p:nvSpPr>
              <p:spPr bwMode="auto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5" name="Line 53"/>
                <p:cNvSpPr>
                  <a:spLocks noChangeShapeType="1"/>
                </p:cNvSpPr>
                <p:nvPr/>
              </p:nvSpPr>
              <p:spPr bwMode="auto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6" name="Line 54"/>
                <p:cNvSpPr>
                  <a:spLocks noChangeShapeType="1"/>
                </p:cNvSpPr>
                <p:nvPr/>
              </p:nvSpPr>
              <p:spPr bwMode="auto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7" name="Line 55"/>
                <p:cNvSpPr>
                  <a:spLocks noChangeShapeType="1"/>
                </p:cNvSpPr>
                <p:nvPr/>
              </p:nvSpPr>
              <p:spPr bwMode="auto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8" name="Line 56"/>
                <p:cNvSpPr>
                  <a:spLocks noChangeShapeType="1"/>
                </p:cNvSpPr>
                <p:nvPr/>
              </p:nvSpPr>
              <p:spPr bwMode="auto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</p:grpSp>
          <p:sp>
            <p:nvSpPr>
              <p:cNvPr id="17" name="Line 57"/>
              <p:cNvSpPr>
                <a:spLocks noChangeShapeType="1"/>
              </p:cNvSpPr>
              <p:nvPr/>
            </p:nvSpPr>
            <p:spPr bwMode="ltGray">
              <a:xfrm>
                <a:off x="5568" y="0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  <p:grpSp>
          <p:nvGrpSpPr>
            <p:cNvPr id="6" name="Group 58"/>
            <p:cNvGrpSpPr/>
            <p:nvPr userDrawn="1"/>
          </p:nvGrpSpPr>
          <p:grpSpPr bwMode="auto">
            <a:xfrm>
              <a:off x="3" y="559"/>
              <a:ext cx="4192" cy="1796"/>
              <a:chOff x="3" y="559"/>
              <a:chExt cx="4192" cy="1796"/>
            </a:xfrm>
          </p:grpSpPr>
          <p:sp>
            <p:nvSpPr>
              <p:cNvPr id="11" name="Line 59"/>
              <p:cNvSpPr>
                <a:spLocks noChangeShapeType="1"/>
              </p:cNvSpPr>
              <p:nvPr/>
            </p:nvSpPr>
            <p:spPr bwMode="ltGray">
              <a:xfrm>
                <a:off x="506" y="559"/>
                <a:ext cx="0" cy="179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2" name="Line 60"/>
              <p:cNvSpPr>
                <a:spLocks noChangeShapeType="1"/>
              </p:cNvSpPr>
              <p:nvPr/>
            </p:nvSpPr>
            <p:spPr bwMode="ltGray">
              <a:xfrm flipH="1" flipV="1">
                <a:off x="3" y="1924"/>
                <a:ext cx="32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3" name="Line 61"/>
              <p:cNvSpPr>
                <a:spLocks noChangeShapeType="1"/>
              </p:cNvSpPr>
              <p:nvPr/>
            </p:nvSpPr>
            <p:spPr bwMode="ltGray">
              <a:xfrm flipH="1" flipV="1">
                <a:off x="384" y="938"/>
                <a:ext cx="38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4" name="Arc 62"/>
              <p:cNvSpPr/>
              <p:nvPr/>
            </p:nvSpPr>
            <p:spPr bwMode="ltGray">
              <a:xfrm rot="16200000" flipH="1">
                <a:off x="404" y="839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  <p:grpSp>
          <p:nvGrpSpPr>
            <p:cNvPr id="7" name="Group 63"/>
            <p:cNvGrpSpPr/>
            <p:nvPr userDrawn="1"/>
          </p:nvGrpSpPr>
          <p:grpSpPr bwMode="auto">
            <a:xfrm>
              <a:off x="1480" y="1952"/>
              <a:ext cx="3808" cy="1812"/>
              <a:chOff x="1480" y="1952"/>
              <a:chExt cx="3808" cy="1812"/>
            </a:xfrm>
          </p:grpSpPr>
          <p:sp>
            <p:nvSpPr>
              <p:cNvPr id="8" name="Line 64"/>
              <p:cNvSpPr>
                <a:spLocks noChangeShapeType="1"/>
              </p:cNvSpPr>
              <p:nvPr/>
            </p:nvSpPr>
            <p:spPr bwMode="ltGray">
              <a:xfrm flipV="1">
                <a:off x="1480" y="3442"/>
                <a:ext cx="38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9" name="Line 65"/>
              <p:cNvSpPr>
                <a:spLocks noChangeShapeType="1"/>
              </p:cNvSpPr>
              <p:nvPr/>
            </p:nvSpPr>
            <p:spPr bwMode="ltGray">
              <a:xfrm flipH="1">
                <a:off x="5172" y="1952"/>
                <a:ext cx="0" cy="181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0" name="Arc 66"/>
              <p:cNvSpPr/>
              <p:nvPr/>
            </p:nvSpPr>
            <p:spPr bwMode="ltGray">
              <a:xfrm rot="5400000">
                <a:off x="5076" y="3327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</p:grpSp>
      <p:sp>
        <p:nvSpPr>
          <p:cNvPr id="6211" name="Rectangle 67"/>
          <p:cNvSpPr>
            <a:spLocks noGrp="1" noChangeArrowheads="1"/>
          </p:cNvSpPr>
          <p:nvPr>
            <p:ph type="ctrTitle"/>
          </p:nvPr>
        </p:nvSpPr>
        <p:spPr bwMode="auto">
          <a:xfrm>
            <a:off x="990600" y="1752600"/>
            <a:ext cx="7772400" cy="11430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6212" name="Rectangle 68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990600" y="3309938"/>
            <a:ext cx="6400800" cy="17526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0" indent="0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69" name="Rectangle 69"/>
          <p:cNvSpPr>
            <a:spLocks noGrp="1" noChangeArrowheads="1"/>
          </p:cNvSpPr>
          <p:nvPr>
            <p:ph type="dt" sz="quarter" idx="10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buFontTx/>
              <a:buNone/>
              <a:defRPr kumimoji="0" sz="14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0" name="Rectangle 70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ctr">
              <a:buFontTx/>
              <a:buNone/>
              <a:defRPr kumimoji="0" sz="14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" name="Rectangle 71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>
              <a:defRPr sz="1400">
                <a:ea typeface="宋体" panose="02010600030101010101" pitchFamily="2" charset="-122"/>
              </a:defRPr>
            </a:lvl1pPr>
          </a:lstStyle>
          <a:p>
            <a:fld id="{27F2A6BD-CABE-47A6-9DD8-CF8291D3A937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/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5" name="Group 3"/>
            <p:cNvGrpSpPr/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15" name="Rectangle 4"/>
              <p:cNvSpPr>
                <a:spLocks noChangeArrowheads="1"/>
              </p:cNvSpPr>
              <p:nvPr/>
            </p:nvSpPr>
            <p:spPr bwMode="ltGray">
              <a:xfrm>
                <a:off x="2112" y="0"/>
                <a:ext cx="3648" cy="9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grpSp>
            <p:nvGrpSpPr>
              <p:cNvPr id="16" name="Group 5"/>
              <p:cNvGrpSpPr/>
              <p:nvPr userDrawn="1"/>
            </p:nvGrpSpPr>
            <p:grpSpPr bwMode="auto">
              <a:xfrm>
                <a:off x="0" y="0"/>
                <a:ext cx="5760" cy="4320"/>
                <a:chOff x="0" y="0"/>
                <a:chExt cx="5760" cy="4320"/>
              </a:xfrm>
            </p:grpSpPr>
            <p:sp>
              <p:nvSpPr>
                <p:cNvPr id="18" name="Line 6"/>
                <p:cNvSpPr>
                  <a:spLocks noChangeShapeType="1"/>
                </p:cNvSpPr>
                <p:nvPr/>
              </p:nvSpPr>
              <p:spPr bwMode="auto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9" name="Line 7"/>
                <p:cNvSpPr>
                  <a:spLocks noChangeShapeType="1"/>
                </p:cNvSpPr>
                <p:nvPr/>
              </p:nvSpPr>
              <p:spPr bwMode="auto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0" name="Line 8"/>
                <p:cNvSpPr>
                  <a:spLocks noChangeShapeType="1"/>
                </p:cNvSpPr>
                <p:nvPr/>
              </p:nvSpPr>
              <p:spPr bwMode="auto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1" name="Line 9"/>
                <p:cNvSpPr>
                  <a:spLocks noChangeShapeType="1"/>
                </p:cNvSpPr>
                <p:nvPr/>
              </p:nvSpPr>
              <p:spPr bwMode="auto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2" name="Line 10"/>
                <p:cNvSpPr>
                  <a:spLocks noChangeShapeType="1"/>
                </p:cNvSpPr>
                <p:nvPr/>
              </p:nvSpPr>
              <p:spPr bwMode="auto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3" name="Line 11"/>
                <p:cNvSpPr>
                  <a:spLocks noChangeShapeType="1"/>
                </p:cNvSpPr>
                <p:nvPr/>
              </p:nvSpPr>
              <p:spPr bwMode="auto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4" name="Line 12"/>
                <p:cNvSpPr>
                  <a:spLocks noChangeShapeType="1"/>
                </p:cNvSpPr>
                <p:nvPr/>
              </p:nvSpPr>
              <p:spPr bwMode="auto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5" name="Line 13"/>
                <p:cNvSpPr>
                  <a:spLocks noChangeShapeType="1"/>
                </p:cNvSpPr>
                <p:nvPr/>
              </p:nvSpPr>
              <p:spPr bwMode="auto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6" name="Line 14"/>
                <p:cNvSpPr>
                  <a:spLocks noChangeShapeType="1"/>
                </p:cNvSpPr>
                <p:nvPr/>
              </p:nvSpPr>
              <p:spPr bwMode="auto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7" name="Line 15"/>
                <p:cNvSpPr>
                  <a:spLocks noChangeShapeType="1"/>
                </p:cNvSpPr>
                <p:nvPr/>
              </p:nvSpPr>
              <p:spPr bwMode="auto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8" name="Line 16"/>
                <p:cNvSpPr>
                  <a:spLocks noChangeShapeType="1"/>
                </p:cNvSpPr>
                <p:nvPr/>
              </p:nvSpPr>
              <p:spPr bwMode="auto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9" name="Line 17"/>
                <p:cNvSpPr>
                  <a:spLocks noChangeShapeType="1"/>
                </p:cNvSpPr>
                <p:nvPr/>
              </p:nvSpPr>
              <p:spPr bwMode="auto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0" name="Line 18"/>
                <p:cNvSpPr>
                  <a:spLocks noChangeShapeType="1"/>
                </p:cNvSpPr>
                <p:nvPr/>
              </p:nvSpPr>
              <p:spPr bwMode="auto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1" name="Line 19"/>
                <p:cNvSpPr>
                  <a:spLocks noChangeShapeType="1"/>
                </p:cNvSpPr>
                <p:nvPr/>
              </p:nvSpPr>
              <p:spPr bwMode="auto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2" name="Line 20"/>
                <p:cNvSpPr>
                  <a:spLocks noChangeShapeType="1"/>
                </p:cNvSpPr>
                <p:nvPr/>
              </p:nvSpPr>
              <p:spPr bwMode="auto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3" name="Line 21"/>
                <p:cNvSpPr>
                  <a:spLocks noChangeShapeType="1"/>
                </p:cNvSpPr>
                <p:nvPr/>
              </p:nvSpPr>
              <p:spPr bwMode="auto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4" name="Line 22"/>
                <p:cNvSpPr>
                  <a:spLocks noChangeShapeType="1"/>
                </p:cNvSpPr>
                <p:nvPr/>
              </p:nvSpPr>
              <p:spPr bwMode="auto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5" name="Line 23"/>
                <p:cNvSpPr>
                  <a:spLocks noChangeShapeType="1"/>
                </p:cNvSpPr>
                <p:nvPr/>
              </p:nvSpPr>
              <p:spPr bwMode="auto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6" name="Line 24"/>
                <p:cNvSpPr>
                  <a:spLocks noChangeShapeType="1"/>
                </p:cNvSpPr>
                <p:nvPr/>
              </p:nvSpPr>
              <p:spPr bwMode="auto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7" name="Line 25"/>
                <p:cNvSpPr>
                  <a:spLocks noChangeShapeType="1"/>
                </p:cNvSpPr>
                <p:nvPr/>
              </p:nvSpPr>
              <p:spPr bwMode="auto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8" name="Line 26"/>
                <p:cNvSpPr>
                  <a:spLocks noChangeShapeType="1"/>
                </p:cNvSpPr>
                <p:nvPr/>
              </p:nvSpPr>
              <p:spPr bwMode="auto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9" name="Line 27"/>
                <p:cNvSpPr>
                  <a:spLocks noChangeShapeType="1"/>
                </p:cNvSpPr>
                <p:nvPr/>
              </p:nvSpPr>
              <p:spPr bwMode="auto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0" name="Line 28"/>
                <p:cNvSpPr>
                  <a:spLocks noChangeShapeType="1"/>
                </p:cNvSpPr>
                <p:nvPr/>
              </p:nvSpPr>
              <p:spPr bwMode="auto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1" name="Line 29"/>
                <p:cNvSpPr>
                  <a:spLocks noChangeShapeType="1"/>
                </p:cNvSpPr>
                <p:nvPr/>
              </p:nvSpPr>
              <p:spPr bwMode="auto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2" name="Line 30"/>
                <p:cNvSpPr>
                  <a:spLocks noChangeShapeType="1"/>
                </p:cNvSpPr>
                <p:nvPr/>
              </p:nvSpPr>
              <p:spPr bwMode="auto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3" name="Line 31"/>
                <p:cNvSpPr>
                  <a:spLocks noChangeShapeType="1"/>
                </p:cNvSpPr>
                <p:nvPr/>
              </p:nvSpPr>
              <p:spPr bwMode="auto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4" name="Line 32"/>
                <p:cNvSpPr>
                  <a:spLocks noChangeShapeType="1"/>
                </p:cNvSpPr>
                <p:nvPr/>
              </p:nvSpPr>
              <p:spPr bwMode="auto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5" name="Line 33"/>
                <p:cNvSpPr>
                  <a:spLocks noChangeShapeType="1"/>
                </p:cNvSpPr>
                <p:nvPr/>
              </p:nvSpPr>
              <p:spPr bwMode="auto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6" name="Line 34"/>
                <p:cNvSpPr>
                  <a:spLocks noChangeShapeType="1"/>
                </p:cNvSpPr>
                <p:nvPr/>
              </p:nvSpPr>
              <p:spPr bwMode="auto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7" name="Line 35"/>
                <p:cNvSpPr>
                  <a:spLocks noChangeShapeType="1"/>
                </p:cNvSpPr>
                <p:nvPr/>
              </p:nvSpPr>
              <p:spPr bwMode="auto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8" name="Line 36"/>
                <p:cNvSpPr>
                  <a:spLocks noChangeShapeType="1"/>
                </p:cNvSpPr>
                <p:nvPr/>
              </p:nvSpPr>
              <p:spPr bwMode="auto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9" name="Line 37"/>
                <p:cNvSpPr>
                  <a:spLocks noChangeShapeType="1"/>
                </p:cNvSpPr>
                <p:nvPr/>
              </p:nvSpPr>
              <p:spPr bwMode="auto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0" name="Line 38"/>
                <p:cNvSpPr>
                  <a:spLocks noChangeShapeType="1"/>
                </p:cNvSpPr>
                <p:nvPr/>
              </p:nvSpPr>
              <p:spPr bwMode="auto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1" name="Line 39"/>
                <p:cNvSpPr>
                  <a:spLocks noChangeShapeType="1"/>
                </p:cNvSpPr>
                <p:nvPr/>
              </p:nvSpPr>
              <p:spPr bwMode="auto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2" name="Line 40"/>
                <p:cNvSpPr>
                  <a:spLocks noChangeShapeType="1"/>
                </p:cNvSpPr>
                <p:nvPr/>
              </p:nvSpPr>
              <p:spPr bwMode="auto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3" name="Line 41"/>
                <p:cNvSpPr>
                  <a:spLocks noChangeShapeType="1"/>
                </p:cNvSpPr>
                <p:nvPr/>
              </p:nvSpPr>
              <p:spPr bwMode="auto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4" name="Line 42"/>
                <p:cNvSpPr>
                  <a:spLocks noChangeShapeType="1"/>
                </p:cNvSpPr>
                <p:nvPr/>
              </p:nvSpPr>
              <p:spPr bwMode="auto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5" name="Line 43"/>
                <p:cNvSpPr>
                  <a:spLocks noChangeShapeType="1"/>
                </p:cNvSpPr>
                <p:nvPr/>
              </p:nvSpPr>
              <p:spPr bwMode="auto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6" name="Line 44"/>
                <p:cNvSpPr>
                  <a:spLocks noChangeShapeType="1"/>
                </p:cNvSpPr>
                <p:nvPr/>
              </p:nvSpPr>
              <p:spPr bwMode="auto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7" name="Line 45"/>
                <p:cNvSpPr>
                  <a:spLocks noChangeShapeType="1"/>
                </p:cNvSpPr>
                <p:nvPr/>
              </p:nvSpPr>
              <p:spPr bwMode="auto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8" name="Line 46"/>
                <p:cNvSpPr>
                  <a:spLocks noChangeShapeType="1"/>
                </p:cNvSpPr>
                <p:nvPr/>
              </p:nvSpPr>
              <p:spPr bwMode="auto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9" name="Line 47"/>
                <p:cNvSpPr>
                  <a:spLocks noChangeShapeType="1"/>
                </p:cNvSpPr>
                <p:nvPr/>
              </p:nvSpPr>
              <p:spPr bwMode="auto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0" name="Line 48"/>
                <p:cNvSpPr>
                  <a:spLocks noChangeShapeType="1"/>
                </p:cNvSpPr>
                <p:nvPr/>
              </p:nvSpPr>
              <p:spPr bwMode="auto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1" name="Line 49"/>
                <p:cNvSpPr>
                  <a:spLocks noChangeShapeType="1"/>
                </p:cNvSpPr>
                <p:nvPr/>
              </p:nvSpPr>
              <p:spPr bwMode="auto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2" name="Line 50"/>
                <p:cNvSpPr>
                  <a:spLocks noChangeShapeType="1"/>
                </p:cNvSpPr>
                <p:nvPr/>
              </p:nvSpPr>
              <p:spPr bwMode="auto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3" name="Line 51"/>
                <p:cNvSpPr>
                  <a:spLocks noChangeShapeType="1"/>
                </p:cNvSpPr>
                <p:nvPr/>
              </p:nvSpPr>
              <p:spPr bwMode="auto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4" name="Line 52"/>
                <p:cNvSpPr>
                  <a:spLocks noChangeShapeType="1"/>
                </p:cNvSpPr>
                <p:nvPr/>
              </p:nvSpPr>
              <p:spPr bwMode="auto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5" name="Line 53"/>
                <p:cNvSpPr>
                  <a:spLocks noChangeShapeType="1"/>
                </p:cNvSpPr>
                <p:nvPr/>
              </p:nvSpPr>
              <p:spPr bwMode="auto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6" name="Line 54"/>
                <p:cNvSpPr>
                  <a:spLocks noChangeShapeType="1"/>
                </p:cNvSpPr>
                <p:nvPr/>
              </p:nvSpPr>
              <p:spPr bwMode="auto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7" name="Line 55"/>
                <p:cNvSpPr>
                  <a:spLocks noChangeShapeType="1"/>
                </p:cNvSpPr>
                <p:nvPr/>
              </p:nvSpPr>
              <p:spPr bwMode="auto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8" name="Line 56"/>
                <p:cNvSpPr>
                  <a:spLocks noChangeShapeType="1"/>
                </p:cNvSpPr>
                <p:nvPr/>
              </p:nvSpPr>
              <p:spPr bwMode="auto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</p:grpSp>
          <p:sp>
            <p:nvSpPr>
              <p:cNvPr id="17" name="Line 57"/>
              <p:cNvSpPr>
                <a:spLocks noChangeShapeType="1"/>
              </p:cNvSpPr>
              <p:nvPr/>
            </p:nvSpPr>
            <p:spPr bwMode="ltGray">
              <a:xfrm>
                <a:off x="5568" y="0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  <p:grpSp>
          <p:nvGrpSpPr>
            <p:cNvPr id="6" name="Group 58"/>
            <p:cNvGrpSpPr/>
            <p:nvPr userDrawn="1"/>
          </p:nvGrpSpPr>
          <p:grpSpPr bwMode="auto">
            <a:xfrm>
              <a:off x="3" y="559"/>
              <a:ext cx="4192" cy="1796"/>
              <a:chOff x="3" y="559"/>
              <a:chExt cx="4192" cy="1796"/>
            </a:xfrm>
          </p:grpSpPr>
          <p:sp>
            <p:nvSpPr>
              <p:cNvPr id="11" name="Line 59"/>
              <p:cNvSpPr>
                <a:spLocks noChangeShapeType="1"/>
              </p:cNvSpPr>
              <p:nvPr/>
            </p:nvSpPr>
            <p:spPr bwMode="ltGray">
              <a:xfrm>
                <a:off x="506" y="559"/>
                <a:ext cx="0" cy="179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2" name="Line 60"/>
              <p:cNvSpPr>
                <a:spLocks noChangeShapeType="1"/>
              </p:cNvSpPr>
              <p:nvPr/>
            </p:nvSpPr>
            <p:spPr bwMode="ltGray">
              <a:xfrm flipH="1" flipV="1">
                <a:off x="3" y="1924"/>
                <a:ext cx="32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3" name="Line 61"/>
              <p:cNvSpPr>
                <a:spLocks noChangeShapeType="1"/>
              </p:cNvSpPr>
              <p:nvPr/>
            </p:nvSpPr>
            <p:spPr bwMode="ltGray">
              <a:xfrm flipH="1" flipV="1">
                <a:off x="384" y="938"/>
                <a:ext cx="38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4" name="Arc 62"/>
              <p:cNvSpPr/>
              <p:nvPr/>
            </p:nvSpPr>
            <p:spPr bwMode="ltGray">
              <a:xfrm rot="16200000" flipH="1">
                <a:off x="404" y="840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  <p:grpSp>
          <p:nvGrpSpPr>
            <p:cNvPr id="7" name="Group 63"/>
            <p:cNvGrpSpPr/>
            <p:nvPr userDrawn="1"/>
          </p:nvGrpSpPr>
          <p:grpSpPr bwMode="auto">
            <a:xfrm>
              <a:off x="1480" y="1952"/>
              <a:ext cx="3808" cy="1812"/>
              <a:chOff x="1480" y="1952"/>
              <a:chExt cx="3808" cy="1812"/>
            </a:xfrm>
          </p:grpSpPr>
          <p:sp>
            <p:nvSpPr>
              <p:cNvPr id="8" name="Line 64"/>
              <p:cNvSpPr>
                <a:spLocks noChangeShapeType="1"/>
              </p:cNvSpPr>
              <p:nvPr/>
            </p:nvSpPr>
            <p:spPr bwMode="ltGray">
              <a:xfrm flipV="1">
                <a:off x="1480" y="3442"/>
                <a:ext cx="38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9" name="Line 65"/>
              <p:cNvSpPr>
                <a:spLocks noChangeShapeType="1"/>
              </p:cNvSpPr>
              <p:nvPr/>
            </p:nvSpPr>
            <p:spPr bwMode="ltGray">
              <a:xfrm flipH="1">
                <a:off x="5172" y="1952"/>
                <a:ext cx="0" cy="181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0" name="Arc 66"/>
              <p:cNvSpPr/>
              <p:nvPr/>
            </p:nvSpPr>
            <p:spPr bwMode="ltGray">
              <a:xfrm rot="5400000">
                <a:off x="5077" y="3329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</p:grpSp>
      <p:sp>
        <p:nvSpPr>
          <p:cNvPr id="6211" name="Rectangle 67"/>
          <p:cNvSpPr>
            <a:spLocks noGrp="1" noChangeArrowheads="1"/>
          </p:cNvSpPr>
          <p:nvPr>
            <p:ph type="ctrTitle"/>
          </p:nvPr>
        </p:nvSpPr>
        <p:spPr bwMode="auto">
          <a:xfrm>
            <a:off x="990600" y="1752600"/>
            <a:ext cx="7772400" cy="11430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6212" name="Rectangle 68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990600" y="3309938"/>
            <a:ext cx="6400800" cy="17526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0" indent="0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69" name="Rectangle 69"/>
          <p:cNvSpPr>
            <a:spLocks noGrp="1" noChangeArrowheads="1"/>
          </p:cNvSpPr>
          <p:nvPr>
            <p:ph type="dt" sz="quarter" idx="10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buFontTx/>
              <a:buNone/>
              <a:defRPr kumimoji="0" sz="14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0" name="Rectangle 70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ctr">
              <a:buFontTx/>
              <a:buNone/>
              <a:defRPr kumimoji="0" sz="14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" name="Rectangle 71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>
              <a:defRPr sz="1400">
                <a:ea typeface="宋体" panose="02010600030101010101" pitchFamily="2" charset="-122"/>
              </a:defRPr>
            </a:lvl1pPr>
          </a:lstStyle>
          <a:p>
            <a:fld id="{80C2D593-062D-44EB-A75A-380711BD3E37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/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5" name="Group 3"/>
            <p:cNvGrpSpPr/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15" name="Rectangle 4"/>
              <p:cNvSpPr>
                <a:spLocks noChangeArrowheads="1"/>
              </p:cNvSpPr>
              <p:nvPr/>
            </p:nvSpPr>
            <p:spPr bwMode="ltGray">
              <a:xfrm>
                <a:off x="2112" y="0"/>
                <a:ext cx="3648" cy="9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grpSp>
            <p:nvGrpSpPr>
              <p:cNvPr id="16" name="Group 5"/>
              <p:cNvGrpSpPr/>
              <p:nvPr userDrawn="1"/>
            </p:nvGrpSpPr>
            <p:grpSpPr bwMode="auto">
              <a:xfrm>
                <a:off x="0" y="0"/>
                <a:ext cx="5760" cy="4320"/>
                <a:chOff x="0" y="0"/>
                <a:chExt cx="5760" cy="4320"/>
              </a:xfrm>
            </p:grpSpPr>
            <p:sp>
              <p:nvSpPr>
                <p:cNvPr id="18" name="Line 6"/>
                <p:cNvSpPr>
                  <a:spLocks noChangeShapeType="1"/>
                </p:cNvSpPr>
                <p:nvPr/>
              </p:nvSpPr>
              <p:spPr bwMode="auto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9" name="Line 7"/>
                <p:cNvSpPr>
                  <a:spLocks noChangeShapeType="1"/>
                </p:cNvSpPr>
                <p:nvPr/>
              </p:nvSpPr>
              <p:spPr bwMode="auto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0" name="Line 8"/>
                <p:cNvSpPr>
                  <a:spLocks noChangeShapeType="1"/>
                </p:cNvSpPr>
                <p:nvPr/>
              </p:nvSpPr>
              <p:spPr bwMode="auto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1" name="Line 9"/>
                <p:cNvSpPr>
                  <a:spLocks noChangeShapeType="1"/>
                </p:cNvSpPr>
                <p:nvPr/>
              </p:nvSpPr>
              <p:spPr bwMode="auto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2" name="Line 10"/>
                <p:cNvSpPr>
                  <a:spLocks noChangeShapeType="1"/>
                </p:cNvSpPr>
                <p:nvPr/>
              </p:nvSpPr>
              <p:spPr bwMode="auto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3" name="Line 11"/>
                <p:cNvSpPr>
                  <a:spLocks noChangeShapeType="1"/>
                </p:cNvSpPr>
                <p:nvPr/>
              </p:nvSpPr>
              <p:spPr bwMode="auto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4" name="Line 12"/>
                <p:cNvSpPr>
                  <a:spLocks noChangeShapeType="1"/>
                </p:cNvSpPr>
                <p:nvPr/>
              </p:nvSpPr>
              <p:spPr bwMode="auto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5" name="Line 13"/>
                <p:cNvSpPr>
                  <a:spLocks noChangeShapeType="1"/>
                </p:cNvSpPr>
                <p:nvPr/>
              </p:nvSpPr>
              <p:spPr bwMode="auto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6" name="Line 14"/>
                <p:cNvSpPr>
                  <a:spLocks noChangeShapeType="1"/>
                </p:cNvSpPr>
                <p:nvPr/>
              </p:nvSpPr>
              <p:spPr bwMode="auto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7" name="Line 15"/>
                <p:cNvSpPr>
                  <a:spLocks noChangeShapeType="1"/>
                </p:cNvSpPr>
                <p:nvPr/>
              </p:nvSpPr>
              <p:spPr bwMode="auto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8" name="Line 16"/>
                <p:cNvSpPr>
                  <a:spLocks noChangeShapeType="1"/>
                </p:cNvSpPr>
                <p:nvPr/>
              </p:nvSpPr>
              <p:spPr bwMode="auto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9" name="Line 17"/>
                <p:cNvSpPr>
                  <a:spLocks noChangeShapeType="1"/>
                </p:cNvSpPr>
                <p:nvPr/>
              </p:nvSpPr>
              <p:spPr bwMode="auto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0" name="Line 18"/>
                <p:cNvSpPr>
                  <a:spLocks noChangeShapeType="1"/>
                </p:cNvSpPr>
                <p:nvPr/>
              </p:nvSpPr>
              <p:spPr bwMode="auto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1" name="Line 19"/>
                <p:cNvSpPr>
                  <a:spLocks noChangeShapeType="1"/>
                </p:cNvSpPr>
                <p:nvPr/>
              </p:nvSpPr>
              <p:spPr bwMode="auto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2" name="Line 20"/>
                <p:cNvSpPr>
                  <a:spLocks noChangeShapeType="1"/>
                </p:cNvSpPr>
                <p:nvPr/>
              </p:nvSpPr>
              <p:spPr bwMode="auto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3" name="Line 21"/>
                <p:cNvSpPr>
                  <a:spLocks noChangeShapeType="1"/>
                </p:cNvSpPr>
                <p:nvPr/>
              </p:nvSpPr>
              <p:spPr bwMode="auto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4" name="Line 22"/>
                <p:cNvSpPr>
                  <a:spLocks noChangeShapeType="1"/>
                </p:cNvSpPr>
                <p:nvPr/>
              </p:nvSpPr>
              <p:spPr bwMode="auto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5" name="Line 23"/>
                <p:cNvSpPr>
                  <a:spLocks noChangeShapeType="1"/>
                </p:cNvSpPr>
                <p:nvPr/>
              </p:nvSpPr>
              <p:spPr bwMode="auto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6" name="Line 24"/>
                <p:cNvSpPr>
                  <a:spLocks noChangeShapeType="1"/>
                </p:cNvSpPr>
                <p:nvPr/>
              </p:nvSpPr>
              <p:spPr bwMode="auto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7" name="Line 25"/>
                <p:cNvSpPr>
                  <a:spLocks noChangeShapeType="1"/>
                </p:cNvSpPr>
                <p:nvPr/>
              </p:nvSpPr>
              <p:spPr bwMode="auto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8" name="Line 26"/>
                <p:cNvSpPr>
                  <a:spLocks noChangeShapeType="1"/>
                </p:cNvSpPr>
                <p:nvPr/>
              </p:nvSpPr>
              <p:spPr bwMode="auto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9" name="Line 27"/>
                <p:cNvSpPr>
                  <a:spLocks noChangeShapeType="1"/>
                </p:cNvSpPr>
                <p:nvPr/>
              </p:nvSpPr>
              <p:spPr bwMode="auto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0" name="Line 28"/>
                <p:cNvSpPr>
                  <a:spLocks noChangeShapeType="1"/>
                </p:cNvSpPr>
                <p:nvPr/>
              </p:nvSpPr>
              <p:spPr bwMode="auto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1" name="Line 29"/>
                <p:cNvSpPr>
                  <a:spLocks noChangeShapeType="1"/>
                </p:cNvSpPr>
                <p:nvPr/>
              </p:nvSpPr>
              <p:spPr bwMode="auto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2" name="Line 30"/>
                <p:cNvSpPr>
                  <a:spLocks noChangeShapeType="1"/>
                </p:cNvSpPr>
                <p:nvPr/>
              </p:nvSpPr>
              <p:spPr bwMode="auto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3" name="Line 31"/>
                <p:cNvSpPr>
                  <a:spLocks noChangeShapeType="1"/>
                </p:cNvSpPr>
                <p:nvPr/>
              </p:nvSpPr>
              <p:spPr bwMode="auto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4" name="Line 32"/>
                <p:cNvSpPr>
                  <a:spLocks noChangeShapeType="1"/>
                </p:cNvSpPr>
                <p:nvPr/>
              </p:nvSpPr>
              <p:spPr bwMode="auto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5" name="Line 33"/>
                <p:cNvSpPr>
                  <a:spLocks noChangeShapeType="1"/>
                </p:cNvSpPr>
                <p:nvPr/>
              </p:nvSpPr>
              <p:spPr bwMode="auto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6" name="Line 34"/>
                <p:cNvSpPr>
                  <a:spLocks noChangeShapeType="1"/>
                </p:cNvSpPr>
                <p:nvPr/>
              </p:nvSpPr>
              <p:spPr bwMode="auto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7" name="Line 35"/>
                <p:cNvSpPr>
                  <a:spLocks noChangeShapeType="1"/>
                </p:cNvSpPr>
                <p:nvPr/>
              </p:nvSpPr>
              <p:spPr bwMode="auto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8" name="Line 36"/>
                <p:cNvSpPr>
                  <a:spLocks noChangeShapeType="1"/>
                </p:cNvSpPr>
                <p:nvPr/>
              </p:nvSpPr>
              <p:spPr bwMode="auto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9" name="Line 37"/>
                <p:cNvSpPr>
                  <a:spLocks noChangeShapeType="1"/>
                </p:cNvSpPr>
                <p:nvPr/>
              </p:nvSpPr>
              <p:spPr bwMode="auto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0" name="Line 38"/>
                <p:cNvSpPr>
                  <a:spLocks noChangeShapeType="1"/>
                </p:cNvSpPr>
                <p:nvPr/>
              </p:nvSpPr>
              <p:spPr bwMode="auto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1" name="Line 39"/>
                <p:cNvSpPr>
                  <a:spLocks noChangeShapeType="1"/>
                </p:cNvSpPr>
                <p:nvPr/>
              </p:nvSpPr>
              <p:spPr bwMode="auto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2" name="Line 40"/>
                <p:cNvSpPr>
                  <a:spLocks noChangeShapeType="1"/>
                </p:cNvSpPr>
                <p:nvPr/>
              </p:nvSpPr>
              <p:spPr bwMode="auto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3" name="Line 41"/>
                <p:cNvSpPr>
                  <a:spLocks noChangeShapeType="1"/>
                </p:cNvSpPr>
                <p:nvPr/>
              </p:nvSpPr>
              <p:spPr bwMode="auto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4" name="Line 42"/>
                <p:cNvSpPr>
                  <a:spLocks noChangeShapeType="1"/>
                </p:cNvSpPr>
                <p:nvPr/>
              </p:nvSpPr>
              <p:spPr bwMode="auto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5" name="Line 43"/>
                <p:cNvSpPr>
                  <a:spLocks noChangeShapeType="1"/>
                </p:cNvSpPr>
                <p:nvPr/>
              </p:nvSpPr>
              <p:spPr bwMode="auto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6" name="Line 44"/>
                <p:cNvSpPr>
                  <a:spLocks noChangeShapeType="1"/>
                </p:cNvSpPr>
                <p:nvPr/>
              </p:nvSpPr>
              <p:spPr bwMode="auto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7" name="Line 45"/>
                <p:cNvSpPr>
                  <a:spLocks noChangeShapeType="1"/>
                </p:cNvSpPr>
                <p:nvPr/>
              </p:nvSpPr>
              <p:spPr bwMode="auto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8" name="Line 46"/>
                <p:cNvSpPr>
                  <a:spLocks noChangeShapeType="1"/>
                </p:cNvSpPr>
                <p:nvPr/>
              </p:nvSpPr>
              <p:spPr bwMode="auto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9" name="Line 47"/>
                <p:cNvSpPr>
                  <a:spLocks noChangeShapeType="1"/>
                </p:cNvSpPr>
                <p:nvPr/>
              </p:nvSpPr>
              <p:spPr bwMode="auto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0" name="Line 48"/>
                <p:cNvSpPr>
                  <a:spLocks noChangeShapeType="1"/>
                </p:cNvSpPr>
                <p:nvPr/>
              </p:nvSpPr>
              <p:spPr bwMode="auto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1" name="Line 49"/>
                <p:cNvSpPr>
                  <a:spLocks noChangeShapeType="1"/>
                </p:cNvSpPr>
                <p:nvPr/>
              </p:nvSpPr>
              <p:spPr bwMode="auto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2" name="Line 50"/>
                <p:cNvSpPr>
                  <a:spLocks noChangeShapeType="1"/>
                </p:cNvSpPr>
                <p:nvPr/>
              </p:nvSpPr>
              <p:spPr bwMode="auto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3" name="Line 51"/>
                <p:cNvSpPr>
                  <a:spLocks noChangeShapeType="1"/>
                </p:cNvSpPr>
                <p:nvPr/>
              </p:nvSpPr>
              <p:spPr bwMode="auto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4" name="Line 52"/>
                <p:cNvSpPr>
                  <a:spLocks noChangeShapeType="1"/>
                </p:cNvSpPr>
                <p:nvPr/>
              </p:nvSpPr>
              <p:spPr bwMode="auto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5" name="Line 53"/>
                <p:cNvSpPr>
                  <a:spLocks noChangeShapeType="1"/>
                </p:cNvSpPr>
                <p:nvPr/>
              </p:nvSpPr>
              <p:spPr bwMode="auto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6" name="Line 54"/>
                <p:cNvSpPr>
                  <a:spLocks noChangeShapeType="1"/>
                </p:cNvSpPr>
                <p:nvPr/>
              </p:nvSpPr>
              <p:spPr bwMode="auto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7" name="Line 55"/>
                <p:cNvSpPr>
                  <a:spLocks noChangeShapeType="1"/>
                </p:cNvSpPr>
                <p:nvPr/>
              </p:nvSpPr>
              <p:spPr bwMode="auto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8" name="Line 56"/>
                <p:cNvSpPr>
                  <a:spLocks noChangeShapeType="1"/>
                </p:cNvSpPr>
                <p:nvPr/>
              </p:nvSpPr>
              <p:spPr bwMode="auto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</p:grpSp>
          <p:sp>
            <p:nvSpPr>
              <p:cNvPr id="17" name="Line 57"/>
              <p:cNvSpPr>
                <a:spLocks noChangeShapeType="1"/>
              </p:cNvSpPr>
              <p:nvPr/>
            </p:nvSpPr>
            <p:spPr bwMode="ltGray">
              <a:xfrm>
                <a:off x="5568" y="0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  <p:grpSp>
          <p:nvGrpSpPr>
            <p:cNvPr id="6" name="Group 58"/>
            <p:cNvGrpSpPr/>
            <p:nvPr userDrawn="1"/>
          </p:nvGrpSpPr>
          <p:grpSpPr bwMode="auto">
            <a:xfrm>
              <a:off x="3" y="559"/>
              <a:ext cx="4192" cy="1796"/>
              <a:chOff x="3" y="559"/>
              <a:chExt cx="4192" cy="1796"/>
            </a:xfrm>
          </p:grpSpPr>
          <p:sp>
            <p:nvSpPr>
              <p:cNvPr id="11" name="Line 59"/>
              <p:cNvSpPr>
                <a:spLocks noChangeShapeType="1"/>
              </p:cNvSpPr>
              <p:nvPr/>
            </p:nvSpPr>
            <p:spPr bwMode="ltGray">
              <a:xfrm>
                <a:off x="506" y="559"/>
                <a:ext cx="0" cy="179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2" name="Line 60"/>
              <p:cNvSpPr>
                <a:spLocks noChangeShapeType="1"/>
              </p:cNvSpPr>
              <p:nvPr/>
            </p:nvSpPr>
            <p:spPr bwMode="ltGray">
              <a:xfrm flipH="1" flipV="1">
                <a:off x="3" y="1924"/>
                <a:ext cx="32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3" name="Line 61"/>
              <p:cNvSpPr>
                <a:spLocks noChangeShapeType="1"/>
              </p:cNvSpPr>
              <p:nvPr/>
            </p:nvSpPr>
            <p:spPr bwMode="ltGray">
              <a:xfrm flipH="1" flipV="1">
                <a:off x="384" y="938"/>
                <a:ext cx="38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4" name="Arc 62"/>
              <p:cNvSpPr/>
              <p:nvPr/>
            </p:nvSpPr>
            <p:spPr bwMode="ltGray">
              <a:xfrm rot="16200000" flipH="1">
                <a:off x="404" y="840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  <p:grpSp>
          <p:nvGrpSpPr>
            <p:cNvPr id="7" name="Group 63"/>
            <p:cNvGrpSpPr/>
            <p:nvPr userDrawn="1"/>
          </p:nvGrpSpPr>
          <p:grpSpPr bwMode="auto">
            <a:xfrm>
              <a:off x="1480" y="1952"/>
              <a:ext cx="3808" cy="1812"/>
              <a:chOff x="1480" y="1952"/>
              <a:chExt cx="3808" cy="1812"/>
            </a:xfrm>
          </p:grpSpPr>
          <p:sp>
            <p:nvSpPr>
              <p:cNvPr id="8" name="Line 64"/>
              <p:cNvSpPr>
                <a:spLocks noChangeShapeType="1"/>
              </p:cNvSpPr>
              <p:nvPr/>
            </p:nvSpPr>
            <p:spPr bwMode="ltGray">
              <a:xfrm flipV="1">
                <a:off x="1480" y="3442"/>
                <a:ext cx="38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9" name="Line 65"/>
              <p:cNvSpPr>
                <a:spLocks noChangeShapeType="1"/>
              </p:cNvSpPr>
              <p:nvPr/>
            </p:nvSpPr>
            <p:spPr bwMode="ltGray">
              <a:xfrm flipH="1">
                <a:off x="5172" y="1952"/>
                <a:ext cx="0" cy="181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0" name="Arc 66"/>
              <p:cNvSpPr/>
              <p:nvPr/>
            </p:nvSpPr>
            <p:spPr bwMode="ltGray">
              <a:xfrm rot="5400000">
                <a:off x="5077" y="3329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</p:grpSp>
      <p:sp>
        <p:nvSpPr>
          <p:cNvPr id="6211" name="Rectangle 67"/>
          <p:cNvSpPr>
            <a:spLocks noGrp="1" noChangeArrowheads="1"/>
          </p:cNvSpPr>
          <p:nvPr>
            <p:ph type="ctrTitle"/>
          </p:nvPr>
        </p:nvSpPr>
        <p:spPr bwMode="auto">
          <a:xfrm>
            <a:off x="990600" y="1752600"/>
            <a:ext cx="7772400" cy="11430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6212" name="Rectangle 68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990600" y="3309938"/>
            <a:ext cx="6400800" cy="17526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0" indent="0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69" name="Rectangle 69"/>
          <p:cNvSpPr>
            <a:spLocks noGrp="1" noChangeArrowheads="1"/>
          </p:cNvSpPr>
          <p:nvPr>
            <p:ph type="dt" sz="quarter" idx="10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buFontTx/>
              <a:buNone/>
              <a:defRPr kumimoji="0" sz="14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0" name="Rectangle 70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ctr">
              <a:buFontTx/>
              <a:buNone/>
              <a:defRPr kumimoji="0" sz="14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" name="Rectangle 71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>
              <a:defRPr sz="1400">
                <a:ea typeface="宋体" panose="02010600030101010101" pitchFamily="2" charset="-122"/>
              </a:defRPr>
            </a:lvl1pPr>
          </a:lstStyle>
          <a:p>
            <a:fld id="{3C7CAD65-09DD-4793-B9C3-9D62785F9C24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/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5" name="Group 3"/>
            <p:cNvGrpSpPr/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15" name="Rectangle 4"/>
              <p:cNvSpPr>
                <a:spLocks noChangeArrowheads="1"/>
              </p:cNvSpPr>
              <p:nvPr/>
            </p:nvSpPr>
            <p:spPr bwMode="ltGray">
              <a:xfrm>
                <a:off x="2112" y="0"/>
                <a:ext cx="3648" cy="9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grpSp>
            <p:nvGrpSpPr>
              <p:cNvPr id="16" name="Group 5"/>
              <p:cNvGrpSpPr/>
              <p:nvPr userDrawn="1"/>
            </p:nvGrpSpPr>
            <p:grpSpPr bwMode="auto">
              <a:xfrm>
                <a:off x="0" y="0"/>
                <a:ext cx="5760" cy="4320"/>
                <a:chOff x="0" y="0"/>
                <a:chExt cx="5760" cy="4320"/>
              </a:xfrm>
            </p:grpSpPr>
            <p:sp>
              <p:nvSpPr>
                <p:cNvPr id="18" name="Line 6"/>
                <p:cNvSpPr>
                  <a:spLocks noChangeShapeType="1"/>
                </p:cNvSpPr>
                <p:nvPr/>
              </p:nvSpPr>
              <p:spPr bwMode="auto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9" name="Line 7"/>
                <p:cNvSpPr>
                  <a:spLocks noChangeShapeType="1"/>
                </p:cNvSpPr>
                <p:nvPr/>
              </p:nvSpPr>
              <p:spPr bwMode="auto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0" name="Line 8"/>
                <p:cNvSpPr>
                  <a:spLocks noChangeShapeType="1"/>
                </p:cNvSpPr>
                <p:nvPr/>
              </p:nvSpPr>
              <p:spPr bwMode="auto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1" name="Line 9"/>
                <p:cNvSpPr>
                  <a:spLocks noChangeShapeType="1"/>
                </p:cNvSpPr>
                <p:nvPr/>
              </p:nvSpPr>
              <p:spPr bwMode="auto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2" name="Line 10"/>
                <p:cNvSpPr>
                  <a:spLocks noChangeShapeType="1"/>
                </p:cNvSpPr>
                <p:nvPr/>
              </p:nvSpPr>
              <p:spPr bwMode="auto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3" name="Line 11"/>
                <p:cNvSpPr>
                  <a:spLocks noChangeShapeType="1"/>
                </p:cNvSpPr>
                <p:nvPr/>
              </p:nvSpPr>
              <p:spPr bwMode="auto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4" name="Line 12"/>
                <p:cNvSpPr>
                  <a:spLocks noChangeShapeType="1"/>
                </p:cNvSpPr>
                <p:nvPr/>
              </p:nvSpPr>
              <p:spPr bwMode="auto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5" name="Line 13"/>
                <p:cNvSpPr>
                  <a:spLocks noChangeShapeType="1"/>
                </p:cNvSpPr>
                <p:nvPr/>
              </p:nvSpPr>
              <p:spPr bwMode="auto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6" name="Line 14"/>
                <p:cNvSpPr>
                  <a:spLocks noChangeShapeType="1"/>
                </p:cNvSpPr>
                <p:nvPr/>
              </p:nvSpPr>
              <p:spPr bwMode="auto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7" name="Line 15"/>
                <p:cNvSpPr>
                  <a:spLocks noChangeShapeType="1"/>
                </p:cNvSpPr>
                <p:nvPr/>
              </p:nvSpPr>
              <p:spPr bwMode="auto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8" name="Line 16"/>
                <p:cNvSpPr>
                  <a:spLocks noChangeShapeType="1"/>
                </p:cNvSpPr>
                <p:nvPr/>
              </p:nvSpPr>
              <p:spPr bwMode="auto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9" name="Line 17"/>
                <p:cNvSpPr>
                  <a:spLocks noChangeShapeType="1"/>
                </p:cNvSpPr>
                <p:nvPr/>
              </p:nvSpPr>
              <p:spPr bwMode="auto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0" name="Line 18"/>
                <p:cNvSpPr>
                  <a:spLocks noChangeShapeType="1"/>
                </p:cNvSpPr>
                <p:nvPr/>
              </p:nvSpPr>
              <p:spPr bwMode="auto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1" name="Line 19"/>
                <p:cNvSpPr>
                  <a:spLocks noChangeShapeType="1"/>
                </p:cNvSpPr>
                <p:nvPr/>
              </p:nvSpPr>
              <p:spPr bwMode="auto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2" name="Line 20"/>
                <p:cNvSpPr>
                  <a:spLocks noChangeShapeType="1"/>
                </p:cNvSpPr>
                <p:nvPr/>
              </p:nvSpPr>
              <p:spPr bwMode="auto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3" name="Line 21"/>
                <p:cNvSpPr>
                  <a:spLocks noChangeShapeType="1"/>
                </p:cNvSpPr>
                <p:nvPr/>
              </p:nvSpPr>
              <p:spPr bwMode="auto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4" name="Line 22"/>
                <p:cNvSpPr>
                  <a:spLocks noChangeShapeType="1"/>
                </p:cNvSpPr>
                <p:nvPr/>
              </p:nvSpPr>
              <p:spPr bwMode="auto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5" name="Line 23"/>
                <p:cNvSpPr>
                  <a:spLocks noChangeShapeType="1"/>
                </p:cNvSpPr>
                <p:nvPr/>
              </p:nvSpPr>
              <p:spPr bwMode="auto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6" name="Line 24"/>
                <p:cNvSpPr>
                  <a:spLocks noChangeShapeType="1"/>
                </p:cNvSpPr>
                <p:nvPr/>
              </p:nvSpPr>
              <p:spPr bwMode="auto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7" name="Line 25"/>
                <p:cNvSpPr>
                  <a:spLocks noChangeShapeType="1"/>
                </p:cNvSpPr>
                <p:nvPr/>
              </p:nvSpPr>
              <p:spPr bwMode="auto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8" name="Line 26"/>
                <p:cNvSpPr>
                  <a:spLocks noChangeShapeType="1"/>
                </p:cNvSpPr>
                <p:nvPr/>
              </p:nvSpPr>
              <p:spPr bwMode="auto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9" name="Line 27"/>
                <p:cNvSpPr>
                  <a:spLocks noChangeShapeType="1"/>
                </p:cNvSpPr>
                <p:nvPr/>
              </p:nvSpPr>
              <p:spPr bwMode="auto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0" name="Line 28"/>
                <p:cNvSpPr>
                  <a:spLocks noChangeShapeType="1"/>
                </p:cNvSpPr>
                <p:nvPr/>
              </p:nvSpPr>
              <p:spPr bwMode="auto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1" name="Line 29"/>
                <p:cNvSpPr>
                  <a:spLocks noChangeShapeType="1"/>
                </p:cNvSpPr>
                <p:nvPr/>
              </p:nvSpPr>
              <p:spPr bwMode="auto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2" name="Line 30"/>
                <p:cNvSpPr>
                  <a:spLocks noChangeShapeType="1"/>
                </p:cNvSpPr>
                <p:nvPr/>
              </p:nvSpPr>
              <p:spPr bwMode="auto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3" name="Line 31"/>
                <p:cNvSpPr>
                  <a:spLocks noChangeShapeType="1"/>
                </p:cNvSpPr>
                <p:nvPr/>
              </p:nvSpPr>
              <p:spPr bwMode="auto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4" name="Line 32"/>
                <p:cNvSpPr>
                  <a:spLocks noChangeShapeType="1"/>
                </p:cNvSpPr>
                <p:nvPr/>
              </p:nvSpPr>
              <p:spPr bwMode="auto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5" name="Line 33"/>
                <p:cNvSpPr>
                  <a:spLocks noChangeShapeType="1"/>
                </p:cNvSpPr>
                <p:nvPr/>
              </p:nvSpPr>
              <p:spPr bwMode="auto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6" name="Line 34"/>
                <p:cNvSpPr>
                  <a:spLocks noChangeShapeType="1"/>
                </p:cNvSpPr>
                <p:nvPr/>
              </p:nvSpPr>
              <p:spPr bwMode="auto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7" name="Line 35"/>
                <p:cNvSpPr>
                  <a:spLocks noChangeShapeType="1"/>
                </p:cNvSpPr>
                <p:nvPr/>
              </p:nvSpPr>
              <p:spPr bwMode="auto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8" name="Line 36"/>
                <p:cNvSpPr>
                  <a:spLocks noChangeShapeType="1"/>
                </p:cNvSpPr>
                <p:nvPr/>
              </p:nvSpPr>
              <p:spPr bwMode="auto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9" name="Line 37"/>
                <p:cNvSpPr>
                  <a:spLocks noChangeShapeType="1"/>
                </p:cNvSpPr>
                <p:nvPr/>
              </p:nvSpPr>
              <p:spPr bwMode="auto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0" name="Line 38"/>
                <p:cNvSpPr>
                  <a:spLocks noChangeShapeType="1"/>
                </p:cNvSpPr>
                <p:nvPr/>
              </p:nvSpPr>
              <p:spPr bwMode="auto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1" name="Line 39"/>
                <p:cNvSpPr>
                  <a:spLocks noChangeShapeType="1"/>
                </p:cNvSpPr>
                <p:nvPr/>
              </p:nvSpPr>
              <p:spPr bwMode="auto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2" name="Line 40"/>
                <p:cNvSpPr>
                  <a:spLocks noChangeShapeType="1"/>
                </p:cNvSpPr>
                <p:nvPr/>
              </p:nvSpPr>
              <p:spPr bwMode="auto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3" name="Line 41"/>
                <p:cNvSpPr>
                  <a:spLocks noChangeShapeType="1"/>
                </p:cNvSpPr>
                <p:nvPr/>
              </p:nvSpPr>
              <p:spPr bwMode="auto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4" name="Line 42"/>
                <p:cNvSpPr>
                  <a:spLocks noChangeShapeType="1"/>
                </p:cNvSpPr>
                <p:nvPr/>
              </p:nvSpPr>
              <p:spPr bwMode="auto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5" name="Line 43"/>
                <p:cNvSpPr>
                  <a:spLocks noChangeShapeType="1"/>
                </p:cNvSpPr>
                <p:nvPr/>
              </p:nvSpPr>
              <p:spPr bwMode="auto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6" name="Line 44"/>
                <p:cNvSpPr>
                  <a:spLocks noChangeShapeType="1"/>
                </p:cNvSpPr>
                <p:nvPr/>
              </p:nvSpPr>
              <p:spPr bwMode="auto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7" name="Line 45"/>
                <p:cNvSpPr>
                  <a:spLocks noChangeShapeType="1"/>
                </p:cNvSpPr>
                <p:nvPr/>
              </p:nvSpPr>
              <p:spPr bwMode="auto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8" name="Line 46"/>
                <p:cNvSpPr>
                  <a:spLocks noChangeShapeType="1"/>
                </p:cNvSpPr>
                <p:nvPr/>
              </p:nvSpPr>
              <p:spPr bwMode="auto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9" name="Line 47"/>
                <p:cNvSpPr>
                  <a:spLocks noChangeShapeType="1"/>
                </p:cNvSpPr>
                <p:nvPr/>
              </p:nvSpPr>
              <p:spPr bwMode="auto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0" name="Line 48"/>
                <p:cNvSpPr>
                  <a:spLocks noChangeShapeType="1"/>
                </p:cNvSpPr>
                <p:nvPr/>
              </p:nvSpPr>
              <p:spPr bwMode="auto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1" name="Line 49"/>
                <p:cNvSpPr>
                  <a:spLocks noChangeShapeType="1"/>
                </p:cNvSpPr>
                <p:nvPr/>
              </p:nvSpPr>
              <p:spPr bwMode="auto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2" name="Line 50"/>
                <p:cNvSpPr>
                  <a:spLocks noChangeShapeType="1"/>
                </p:cNvSpPr>
                <p:nvPr/>
              </p:nvSpPr>
              <p:spPr bwMode="auto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3" name="Line 51"/>
                <p:cNvSpPr>
                  <a:spLocks noChangeShapeType="1"/>
                </p:cNvSpPr>
                <p:nvPr/>
              </p:nvSpPr>
              <p:spPr bwMode="auto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4" name="Line 52"/>
                <p:cNvSpPr>
                  <a:spLocks noChangeShapeType="1"/>
                </p:cNvSpPr>
                <p:nvPr/>
              </p:nvSpPr>
              <p:spPr bwMode="auto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5" name="Line 53"/>
                <p:cNvSpPr>
                  <a:spLocks noChangeShapeType="1"/>
                </p:cNvSpPr>
                <p:nvPr/>
              </p:nvSpPr>
              <p:spPr bwMode="auto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6" name="Line 54"/>
                <p:cNvSpPr>
                  <a:spLocks noChangeShapeType="1"/>
                </p:cNvSpPr>
                <p:nvPr/>
              </p:nvSpPr>
              <p:spPr bwMode="auto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7" name="Line 55"/>
                <p:cNvSpPr>
                  <a:spLocks noChangeShapeType="1"/>
                </p:cNvSpPr>
                <p:nvPr/>
              </p:nvSpPr>
              <p:spPr bwMode="auto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8" name="Line 56"/>
                <p:cNvSpPr>
                  <a:spLocks noChangeShapeType="1"/>
                </p:cNvSpPr>
                <p:nvPr/>
              </p:nvSpPr>
              <p:spPr bwMode="auto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</p:grpSp>
          <p:sp>
            <p:nvSpPr>
              <p:cNvPr id="17" name="Line 57"/>
              <p:cNvSpPr>
                <a:spLocks noChangeShapeType="1"/>
              </p:cNvSpPr>
              <p:nvPr/>
            </p:nvSpPr>
            <p:spPr bwMode="ltGray">
              <a:xfrm>
                <a:off x="5568" y="0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  <p:grpSp>
          <p:nvGrpSpPr>
            <p:cNvPr id="6" name="Group 58"/>
            <p:cNvGrpSpPr/>
            <p:nvPr userDrawn="1"/>
          </p:nvGrpSpPr>
          <p:grpSpPr bwMode="auto">
            <a:xfrm>
              <a:off x="3" y="559"/>
              <a:ext cx="4192" cy="1796"/>
              <a:chOff x="3" y="559"/>
              <a:chExt cx="4192" cy="1796"/>
            </a:xfrm>
          </p:grpSpPr>
          <p:sp>
            <p:nvSpPr>
              <p:cNvPr id="11" name="Line 59"/>
              <p:cNvSpPr>
                <a:spLocks noChangeShapeType="1"/>
              </p:cNvSpPr>
              <p:nvPr/>
            </p:nvSpPr>
            <p:spPr bwMode="ltGray">
              <a:xfrm>
                <a:off x="506" y="559"/>
                <a:ext cx="0" cy="179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2" name="Line 60"/>
              <p:cNvSpPr>
                <a:spLocks noChangeShapeType="1"/>
              </p:cNvSpPr>
              <p:nvPr/>
            </p:nvSpPr>
            <p:spPr bwMode="ltGray">
              <a:xfrm flipH="1" flipV="1">
                <a:off x="3" y="1924"/>
                <a:ext cx="32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3" name="Line 61"/>
              <p:cNvSpPr>
                <a:spLocks noChangeShapeType="1"/>
              </p:cNvSpPr>
              <p:nvPr/>
            </p:nvSpPr>
            <p:spPr bwMode="ltGray">
              <a:xfrm flipH="1" flipV="1">
                <a:off x="384" y="938"/>
                <a:ext cx="38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4" name="Arc 62"/>
              <p:cNvSpPr/>
              <p:nvPr/>
            </p:nvSpPr>
            <p:spPr bwMode="ltGray">
              <a:xfrm rot="16200000" flipH="1">
                <a:off x="404" y="840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  <p:grpSp>
          <p:nvGrpSpPr>
            <p:cNvPr id="7" name="Group 63"/>
            <p:cNvGrpSpPr/>
            <p:nvPr userDrawn="1"/>
          </p:nvGrpSpPr>
          <p:grpSpPr bwMode="auto">
            <a:xfrm>
              <a:off x="1480" y="1952"/>
              <a:ext cx="3808" cy="1812"/>
              <a:chOff x="1480" y="1952"/>
              <a:chExt cx="3808" cy="1812"/>
            </a:xfrm>
          </p:grpSpPr>
          <p:sp>
            <p:nvSpPr>
              <p:cNvPr id="8" name="Line 64"/>
              <p:cNvSpPr>
                <a:spLocks noChangeShapeType="1"/>
              </p:cNvSpPr>
              <p:nvPr/>
            </p:nvSpPr>
            <p:spPr bwMode="ltGray">
              <a:xfrm flipV="1">
                <a:off x="1480" y="3442"/>
                <a:ext cx="38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9" name="Line 65"/>
              <p:cNvSpPr>
                <a:spLocks noChangeShapeType="1"/>
              </p:cNvSpPr>
              <p:nvPr/>
            </p:nvSpPr>
            <p:spPr bwMode="ltGray">
              <a:xfrm flipH="1">
                <a:off x="5172" y="1952"/>
                <a:ext cx="0" cy="181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0" name="Arc 66"/>
              <p:cNvSpPr/>
              <p:nvPr/>
            </p:nvSpPr>
            <p:spPr bwMode="ltGray">
              <a:xfrm rot="5400000">
                <a:off x="5077" y="3329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</p:grpSp>
      <p:sp>
        <p:nvSpPr>
          <p:cNvPr id="6211" name="Rectangle 67"/>
          <p:cNvSpPr>
            <a:spLocks noGrp="1" noChangeArrowheads="1"/>
          </p:cNvSpPr>
          <p:nvPr>
            <p:ph type="ctrTitle"/>
          </p:nvPr>
        </p:nvSpPr>
        <p:spPr bwMode="auto">
          <a:xfrm>
            <a:off x="990600" y="1752600"/>
            <a:ext cx="7772400" cy="11430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6212" name="Rectangle 68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990600" y="3309938"/>
            <a:ext cx="6400800" cy="17526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0" indent="0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69" name="Rectangle 69"/>
          <p:cNvSpPr>
            <a:spLocks noGrp="1" noChangeArrowheads="1"/>
          </p:cNvSpPr>
          <p:nvPr>
            <p:ph type="dt" sz="quarter" idx="10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buFontTx/>
              <a:buNone/>
              <a:defRPr kumimoji="0" sz="14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0" name="Rectangle 70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ctr">
              <a:buFontTx/>
              <a:buNone/>
              <a:defRPr kumimoji="0" sz="14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" name="Rectangle 71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>
              <a:defRPr sz="1400">
                <a:ea typeface="宋体" panose="02010600030101010101" pitchFamily="2" charset="-122"/>
              </a:defRPr>
            </a:lvl1pPr>
          </a:lstStyle>
          <a:p>
            <a:fld id="{F122DDF5-B855-433D-842D-5B058AF830D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/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5" name="Group 3"/>
            <p:cNvGrpSpPr/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15" name="Rectangle 4"/>
              <p:cNvSpPr>
                <a:spLocks noChangeArrowheads="1"/>
              </p:cNvSpPr>
              <p:nvPr/>
            </p:nvSpPr>
            <p:spPr bwMode="ltGray">
              <a:xfrm>
                <a:off x="2112" y="0"/>
                <a:ext cx="3648" cy="9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grpSp>
            <p:nvGrpSpPr>
              <p:cNvPr id="16" name="Group 5"/>
              <p:cNvGrpSpPr/>
              <p:nvPr userDrawn="1"/>
            </p:nvGrpSpPr>
            <p:grpSpPr bwMode="auto">
              <a:xfrm>
                <a:off x="0" y="0"/>
                <a:ext cx="5760" cy="4320"/>
                <a:chOff x="0" y="0"/>
                <a:chExt cx="5760" cy="4320"/>
              </a:xfrm>
            </p:grpSpPr>
            <p:sp>
              <p:nvSpPr>
                <p:cNvPr id="18" name="Line 6"/>
                <p:cNvSpPr>
                  <a:spLocks noChangeShapeType="1"/>
                </p:cNvSpPr>
                <p:nvPr/>
              </p:nvSpPr>
              <p:spPr bwMode="auto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9" name="Line 7"/>
                <p:cNvSpPr>
                  <a:spLocks noChangeShapeType="1"/>
                </p:cNvSpPr>
                <p:nvPr/>
              </p:nvSpPr>
              <p:spPr bwMode="auto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0" name="Line 8"/>
                <p:cNvSpPr>
                  <a:spLocks noChangeShapeType="1"/>
                </p:cNvSpPr>
                <p:nvPr/>
              </p:nvSpPr>
              <p:spPr bwMode="auto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1" name="Line 9"/>
                <p:cNvSpPr>
                  <a:spLocks noChangeShapeType="1"/>
                </p:cNvSpPr>
                <p:nvPr/>
              </p:nvSpPr>
              <p:spPr bwMode="auto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2" name="Line 10"/>
                <p:cNvSpPr>
                  <a:spLocks noChangeShapeType="1"/>
                </p:cNvSpPr>
                <p:nvPr/>
              </p:nvSpPr>
              <p:spPr bwMode="auto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3" name="Line 11"/>
                <p:cNvSpPr>
                  <a:spLocks noChangeShapeType="1"/>
                </p:cNvSpPr>
                <p:nvPr/>
              </p:nvSpPr>
              <p:spPr bwMode="auto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4" name="Line 12"/>
                <p:cNvSpPr>
                  <a:spLocks noChangeShapeType="1"/>
                </p:cNvSpPr>
                <p:nvPr/>
              </p:nvSpPr>
              <p:spPr bwMode="auto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5" name="Line 13"/>
                <p:cNvSpPr>
                  <a:spLocks noChangeShapeType="1"/>
                </p:cNvSpPr>
                <p:nvPr/>
              </p:nvSpPr>
              <p:spPr bwMode="auto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6" name="Line 14"/>
                <p:cNvSpPr>
                  <a:spLocks noChangeShapeType="1"/>
                </p:cNvSpPr>
                <p:nvPr/>
              </p:nvSpPr>
              <p:spPr bwMode="auto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7" name="Line 15"/>
                <p:cNvSpPr>
                  <a:spLocks noChangeShapeType="1"/>
                </p:cNvSpPr>
                <p:nvPr/>
              </p:nvSpPr>
              <p:spPr bwMode="auto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8" name="Line 16"/>
                <p:cNvSpPr>
                  <a:spLocks noChangeShapeType="1"/>
                </p:cNvSpPr>
                <p:nvPr/>
              </p:nvSpPr>
              <p:spPr bwMode="auto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9" name="Line 17"/>
                <p:cNvSpPr>
                  <a:spLocks noChangeShapeType="1"/>
                </p:cNvSpPr>
                <p:nvPr/>
              </p:nvSpPr>
              <p:spPr bwMode="auto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0" name="Line 18"/>
                <p:cNvSpPr>
                  <a:spLocks noChangeShapeType="1"/>
                </p:cNvSpPr>
                <p:nvPr/>
              </p:nvSpPr>
              <p:spPr bwMode="auto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1" name="Line 19"/>
                <p:cNvSpPr>
                  <a:spLocks noChangeShapeType="1"/>
                </p:cNvSpPr>
                <p:nvPr/>
              </p:nvSpPr>
              <p:spPr bwMode="auto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2" name="Line 20"/>
                <p:cNvSpPr>
                  <a:spLocks noChangeShapeType="1"/>
                </p:cNvSpPr>
                <p:nvPr/>
              </p:nvSpPr>
              <p:spPr bwMode="auto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3" name="Line 21"/>
                <p:cNvSpPr>
                  <a:spLocks noChangeShapeType="1"/>
                </p:cNvSpPr>
                <p:nvPr/>
              </p:nvSpPr>
              <p:spPr bwMode="auto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4" name="Line 22"/>
                <p:cNvSpPr>
                  <a:spLocks noChangeShapeType="1"/>
                </p:cNvSpPr>
                <p:nvPr/>
              </p:nvSpPr>
              <p:spPr bwMode="auto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5" name="Line 23"/>
                <p:cNvSpPr>
                  <a:spLocks noChangeShapeType="1"/>
                </p:cNvSpPr>
                <p:nvPr/>
              </p:nvSpPr>
              <p:spPr bwMode="auto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6" name="Line 24"/>
                <p:cNvSpPr>
                  <a:spLocks noChangeShapeType="1"/>
                </p:cNvSpPr>
                <p:nvPr/>
              </p:nvSpPr>
              <p:spPr bwMode="auto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7" name="Line 25"/>
                <p:cNvSpPr>
                  <a:spLocks noChangeShapeType="1"/>
                </p:cNvSpPr>
                <p:nvPr/>
              </p:nvSpPr>
              <p:spPr bwMode="auto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8" name="Line 26"/>
                <p:cNvSpPr>
                  <a:spLocks noChangeShapeType="1"/>
                </p:cNvSpPr>
                <p:nvPr/>
              </p:nvSpPr>
              <p:spPr bwMode="auto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9" name="Line 27"/>
                <p:cNvSpPr>
                  <a:spLocks noChangeShapeType="1"/>
                </p:cNvSpPr>
                <p:nvPr/>
              </p:nvSpPr>
              <p:spPr bwMode="auto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0" name="Line 28"/>
                <p:cNvSpPr>
                  <a:spLocks noChangeShapeType="1"/>
                </p:cNvSpPr>
                <p:nvPr/>
              </p:nvSpPr>
              <p:spPr bwMode="auto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1" name="Line 29"/>
                <p:cNvSpPr>
                  <a:spLocks noChangeShapeType="1"/>
                </p:cNvSpPr>
                <p:nvPr/>
              </p:nvSpPr>
              <p:spPr bwMode="auto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2" name="Line 30"/>
                <p:cNvSpPr>
                  <a:spLocks noChangeShapeType="1"/>
                </p:cNvSpPr>
                <p:nvPr/>
              </p:nvSpPr>
              <p:spPr bwMode="auto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3" name="Line 31"/>
                <p:cNvSpPr>
                  <a:spLocks noChangeShapeType="1"/>
                </p:cNvSpPr>
                <p:nvPr/>
              </p:nvSpPr>
              <p:spPr bwMode="auto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4" name="Line 32"/>
                <p:cNvSpPr>
                  <a:spLocks noChangeShapeType="1"/>
                </p:cNvSpPr>
                <p:nvPr/>
              </p:nvSpPr>
              <p:spPr bwMode="auto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5" name="Line 33"/>
                <p:cNvSpPr>
                  <a:spLocks noChangeShapeType="1"/>
                </p:cNvSpPr>
                <p:nvPr/>
              </p:nvSpPr>
              <p:spPr bwMode="auto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6" name="Line 34"/>
                <p:cNvSpPr>
                  <a:spLocks noChangeShapeType="1"/>
                </p:cNvSpPr>
                <p:nvPr/>
              </p:nvSpPr>
              <p:spPr bwMode="auto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7" name="Line 35"/>
                <p:cNvSpPr>
                  <a:spLocks noChangeShapeType="1"/>
                </p:cNvSpPr>
                <p:nvPr/>
              </p:nvSpPr>
              <p:spPr bwMode="auto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8" name="Line 36"/>
                <p:cNvSpPr>
                  <a:spLocks noChangeShapeType="1"/>
                </p:cNvSpPr>
                <p:nvPr/>
              </p:nvSpPr>
              <p:spPr bwMode="auto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9" name="Line 37"/>
                <p:cNvSpPr>
                  <a:spLocks noChangeShapeType="1"/>
                </p:cNvSpPr>
                <p:nvPr/>
              </p:nvSpPr>
              <p:spPr bwMode="auto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0" name="Line 38"/>
                <p:cNvSpPr>
                  <a:spLocks noChangeShapeType="1"/>
                </p:cNvSpPr>
                <p:nvPr/>
              </p:nvSpPr>
              <p:spPr bwMode="auto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1" name="Line 39"/>
                <p:cNvSpPr>
                  <a:spLocks noChangeShapeType="1"/>
                </p:cNvSpPr>
                <p:nvPr/>
              </p:nvSpPr>
              <p:spPr bwMode="auto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2" name="Line 40"/>
                <p:cNvSpPr>
                  <a:spLocks noChangeShapeType="1"/>
                </p:cNvSpPr>
                <p:nvPr/>
              </p:nvSpPr>
              <p:spPr bwMode="auto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3" name="Line 41"/>
                <p:cNvSpPr>
                  <a:spLocks noChangeShapeType="1"/>
                </p:cNvSpPr>
                <p:nvPr/>
              </p:nvSpPr>
              <p:spPr bwMode="auto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4" name="Line 42"/>
                <p:cNvSpPr>
                  <a:spLocks noChangeShapeType="1"/>
                </p:cNvSpPr>
                <p:nvPr/>
              </p:nvSpPr>
              <p:spPr bwMode="auto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5" name="Line 43"/>
                <p:cNvSpPr>
                  <a:spLocks noChangeShapeType="1"/>
                </p:cNvSpPr>
                <p:nvPr/>
              </p:nvSpPr>
              <p:spPr bwMode="auto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6" name="Line 44"/>
                <p:cNvSpPr>
                  <a:spLocks noChangeShapeType="1"/>
                </p:cNvSpPr>
                <p:nvPr/>
              </p:nvSpPr>
              <p:spPr bwMode="auto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7" name="Line 45"/>
                <p:cNvSpPr>
                  <a:spLocks noChangeShapeType="1"/>
                </p:cNvSpPr>
                <p:nvPr/>
              </p:nvSpPr>
              <p:spPr bwMode="auto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8" name="Line 46"/>
                <p:cNvSpPr>
                  <a:spLocks noChangeShapeType="1"/>
                </p:cNvSpPr>
                <p:nvPr/>
              </p:nvSpPr>
              <p:spPr bwMode="auto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9" name="Line 47"/>
                <p:cNvSpPr>
                  <a:spLocks noChangeShapeType="1"/>
                </p:cNvSpPr>
                <p:nvPr/>
              </p:nvSpPr>
              <p:spPr bwMode="auto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0" name="Line 48"/>
                <p:cNvSpPr>
                  <a:spLocks noChangeShapeType="1"/>
                </p:cNvSpPr>
                <p:nvPr/>
              </p:nvSpPr>
              <p:spPr bwMode="auto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1" name="Line 49"/>
                <p:cNvSpPr>
                  <a:spLocks noChangeShapeType="1"/>
                </p:cNvSpPr>
                <p:nvPr/>
              </p:nvSpPr>
              <p:spPr bwMode="auto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2" name="Line 50"/>
                <p:cNvSpPr>
                  <a:spLocks noChangeShapeType="1"/>
                </p:cNvSpPr>
                <p:nvPr/>
              </p:nvSpPr>
              <p:spPr bwMode="auto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3" name="Line 51"/>
                <p:cNvSpPr>
                  <a:spLocks noChangeShapeType="1"/>
                </p:cNvSpPr>
                <p:nvPr/>
              </p:nvSpPr>
              <p:spPr bwMode="auto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4" name="Line 52"/>
                <p:cNvSpPr>
                  <a:spLocks noChangeShapeType="1"/>
                </p:cNvSpPr>
                <p:nvPr/>
              </p:nvSpPr>
              <p:spPr bwMode="auto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5" name="Line 53"/>
                <p:cNvSpPr>
                  <a:spLocks noChangeShapeType="1"/>
                </p:cNvSpPr>
                <p:nvPr/>
              </p:nvSpPr>
              <p:spPr bwMode="auto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6" name="Line 54"/>
                <p:cNvSpPr>
                  <a:spLocks noChangeShapeType="1"/>
                </p:cNvSpPr>
                <p:nvPr/>
              </p:nvSpPr>
              <p:spPr bwMode="auto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7" name="Line 55"/>
                <p:cNvSpPr>
                  <a:spLocks noChangeShapeType="1"/>
                </p:cNvSpPr>
                <p:nvPr/>
              </p:nvSpPr>
              <p:spPr bwMode="auto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8" name="Line 56"/>
                <p:cNvSpPr>
                  <a:spLocks noChangeShapeType="1"/>
                </p:cNvSpPr>
                <p:nvPr/>
              </p:nvSpPr>
              <p:spPr bwMode="auto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</p:grpSp>
          <p:sp>
            <p:nvSpPr>
              <p:cNvPr id="17" name="Line 57"/>
              <p:cNvSpPr>
                <a:spLocks noChangeShapeType="1"/>
              </p:cNvSpPr>
              <p:nvPr/>
            </p:nvSpPr>
            <p:spPr bwMode="ltGray">
              <a:xfrm>
                <a:off x="5568" y="0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  <p:grpSp>
          <p:nvGrpSpPr>
            <p:cNvPr id="6" name="Group 58"/>
            <p:cNvGrpSpPr/>
            <p:nvPr userDrawn="1"/>
          </p:nvGrpSpPr>
          <p:grpSpPr bwMode="auto">
            <a:xfrm>
              <a:off x="3" y="559"/>
              <a:ext cx="4192" cy="1796"/>
              <a:chOff x="3" y="559"/>
              <a:chExt cx="4192" cy="1796"/>
            </a:xfrm>
          </p:grpSpPr>
          <p:sp>
            <p:nvSpPr>
              <p:cNvPr id="11" name="Line 59"/>
              <p:cNvSpPr>
                <a:spLocks noChangeShapeType="1"/>
              </p:cNvSpPr>
              <p:nvPr/>
            </p:nvSpPr>
            <p:spPr bwMode="ltGray">
              <a:xfrm>
                <a:off x="506" y="559"/>
                <a:ext cx="0" cy="179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2" name="Line 60"/>
              <p:cNvSpPr>
                <a:spLocks noChangeShapeType="1"/>
              </p:cNvSpPr>
              <p:nvPr/>
            </p:nvSpPr>
            <p:spPr bwMode="ltGray">
              <a:xfrm flipH="1" flipV="1">
                <a:off x="3" y="1924"/>
                <a:ext cx="32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3" name="Line 61"/>
              <p:cNvSpPr>
                <a:spLocks noChangeShapeType="1"/>
              </p:cNvSpPr>
              <p:nvPr/>
            </p:nvSpPr>
            <p:spPr bwMode="ltGray">
              <a:xfrm flipH="1" flipV="1">
                <a:off x="384" y="938"/>
                <a:ext cx="38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4" name="Arc 62"/>
              <p:cNvSpPr/>
              <p:nvPr/>
            </p:nvSpPr>
            <p:spPr bwMode="ltGray">
              <a:xfrm rot="16200000" flipH="1">
                <a:off x="404" y="840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  <p:grpSp>
          <p:nvGrpSpPr>
            <p:cNvPr id="7" name="Group 63"/>
            <p:cNvGrpSpPr/>
            <p:nvPr userDrawn="1"/>
          </p:nvGrpSpPr>
          <p:grpSpPr bwMode="auto">
            <a:xfrm>
              <a:off x="1480" y="1952"/>
              <a:ext cx="3808" cy="1812"/>
              <a:chOff x="1480" y="1952"/>
              <a:chExt cx="3808" cy="1812"/>
            </a:xfrm>
          </p:grpSpPr>
          <p:sp>
            <p:nvSpPr>
              <p:cNvPr id="8" name="Line 64"/>
              <p:cNvSpPr>
                <a:spLocks noChangeShapeType="1"/>
              </p:cNvSpPr>
              <p:nvPr/>
            </p:nvSpPr>
            <p:spPr bwMode="ltGray">
              <a:xfrm flipV="1">
                <a:off x="1480" y="3442"/>
                <a:ext cx="38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9" name="Line 65"/>
              <p:cNvSpPr>
                <a:spLocks noChangeShapeType="1"/>
              </p:cNvSpPr>
              <p:nvPr/>
            </p:nvSpPr>
            <p:spPr bwMode="ltGray">
              <a:xfrm flipH="1">
                <a:off x="5172" y="1952"/>
                <a:ext cx="0" cy="181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0" name="Arc 66"/>
              <p:cNvSpPr/>
              <p:nvPr/>
            </p:nvSpPr>
            <p:spPr bwMode="ltGray">
              <a:xfrm rot="5400000">
                <a:off x="5077" y="3329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</p:grpSp>
      <p:sp>
        <p:nvSpPr>
          <p:cNvPr id="6211" name="Rectangle 67"/>
          <p:cNvSpPr>
            <a:spLocks noGrp="1" noChangeArrowheads="1"/>
          </p:cNvSpPr>
          <p:nvPr>
            <p:ph type="ctrTitle"/>
          </p:nvPr>
        </p:nvSpPr>
        <p:spPr bwMode="auto">
          <a:xfrm>
            <a:off x="990600" y="1752600"/>
            <a:ext cx="7772400" cy="11430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6212" name="Rectangle 68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990600" y="3309938"/>
            <a:ext cx="6400800" cy="17526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0" indent="0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69" name="Rectangle 69"/>
          <p:cNvSpPr>
            <a:spLocks noGrp="1" noChangeArrowheads="1"/>
          </p:cNvSpPr>
          <p:nvPr>
            <p:ph type="dt" sz="quarter" idx="10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buFontTx/>
              <a:buNone/>
              <a:defRPr kumimoji="0" sz="14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0" name="Rectangle 70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ctr">
              <a:buFontTx/>
              <a:buNone/>
              <a:defRPr kumimoji="0" sz="14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" name="Rectangle 71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>
              <a:defRPr sz="1400">
                <a:ea typeface="宋体" panose="02010600030101010101" pitchFamily="2" charset="-122"/>
              </a:defRPr>
            </a:lvl1pPr>
          </a:lstStyle>
          <a:p>
            <a:fld id="{B128968A-78FD-485D-AC14-FE8CF70005DF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/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5" name="Group 3"/>
            <p:cNvGrpSpPr/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15" name="Rectangle 4"/>
              <p:cNvSpPr>
                <a:spLocks noChangeArrowheads="1"/>
              </p:cNvSpPr>
              <p:nvPr/>
            </p:nvSpPr>
            <p:spPr bwMode="ltGray">
              <a:xfrm>
                <a:off x="2112" y="0"/>
                <a:ext cx="3648" cy="9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grpSp>
            <p:nvGrpSpPr>
              <p:cNvPr id="16" name="Group 5"/>
              <p:cNvGrpSpPr/>
              <p:nvPr userDrawn="1"/>
            </p:nvGrpSpPr>
            <p:grpSpPr bwMode="auto">
              <a:xfrm>
                <a:off x="0" y="0"/>
                <a:ext cx="5760" cy="4320"/>
                <a:chOff x="0" y="0"/>
                <a:chExt cx="5760" cy="4320"/>
              </a:xfrm>
            </p:grpSpPr>
            <p:sp>
              <p:nvSpPr>
                <p:cNvPr id="18" name="Line 6"/>
                <p:cNvSpPr>
                  <a:spLocks noChangeShapeType="1"/>
                </p:cNvSpPr>
                <p:nvPr/>
              </p:nvSpPr>
              <p:spPr bwMode="auto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9" name="Line 7"/>
                <p:cNvSpPr>
                  <a:spLocks noChangeShapeType="1"/>
                </p:cNvSpPr>
                <p:nvPr/>
              </p:nvSpPr>
              <p:spPr bwMode="auto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0" name="Line 8"/>
                <p:cNvSpPr>
                  <a:spLocks noChangeShapeType="1"/>
                </p:cNvSpPr>
                <p:nvPr/>
              </p:nvSpPr>
              <p:spPr bwMode="auto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1" name="Line 9"/>
                <p:cNvSpPr>
                  <a:spLocks noChangeShapeType="1"/>
                </p:cNvSpPr>
                <p:nvPr/>
              </p:nvSpPr>
              <p:spPr bwMode="auto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2" name="Line 10"/>
                <p:cNvSpPr>
                  <a:spLocks noChangeShapeType="1"/>
                </p:cNvSpPr>
                <p:nvPr/>
              </p:nvSpPr>
              <p:spPr bwMode="auto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3" name="Line 11"/>
                <p:cNvSpPr>
                  <a:spLocks noChangeShapeType="1"/>
                </p:cNvSpPr>
                <p:nvPr/>
              </p:nvSpPr>
              <p:spPr bwMode="auto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4" name="Line 12"/>
                <p:cNvSpPr>
                  <a:spLocks noChangeShapeType="1"/>
                </p:cNvSpPr>
                <p:nvPr/>
              </p:nvSpPr>
              <p:spPr bwMode="auto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5" name="Line 13"/>
                <p:cNvSpPr>
                  <a:spLocks noChangeShapeType="1"/>
                </p:cNvSpPr>
                <p:nvPr/>
              </p:nvSpPr>
              <p:spPr bwMode="auto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6" name="Line 14"/>
                <p:cNvSpPr>
                  <a:spLocks noChangeShapeType="1"/>
                </p:cNvSpPr>
                <p:nvPr/>
              </p:nvSpPr>
              <p:spPr bwMode="auto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7" name="Line 15"/>
                <p:cNvSpPr>
                  <a:spLocks noChangeShapeType="1"/>
                </p:cNvSpPr>
                <p:nvPr/>
              </p:nvSpPr>
              <p:spPr bwMode="auto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8" name="Line 16"/>
                <p:cNvSpPr>
                  <a:spLocks noChangeShapeType="1"/>
                </p:cNvSpPr>
                <p:nvPr/>
              </p:nvSpPr>
              <p:spPr bwMode="auto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9" name="Line 17"/>
                <p:cNvSpPr>
                  <a:spLocks noChangeShapeType="1"/>
                </p:cNvSpPr>
                <p:nvPr/>
              </p:nvSpPr>
              <p:spPr bwMode="auto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0" name="Line 18"/>
                <p:cNvSpPr>
                  <a:spLocks noChangeShapeType="1"/>
                </p:cNvSpPr>
                <p:nvPr/>
              </p:nvSpPr>
              <p:spPr bwMode="auto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1" name="Line 19"/>
                <p:cNvSpPr>
                  <a:spLocks noChangeShapeType="1"/>
                </p:cNvSpPr>
                <p:nvPr/>
              </p:nvSpPr>
              <p:spPr bwMode="auto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2" name="Line 20"/>
                <p:cNvSpPr>
                  <a:spLocks noChangeShapeType="1"/>
                </p:cNvSpPr>
                <p:nvPr/>
              </p:nvSpPr>
              <p:spPr bwMode="auto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3" name="Line 21"/>
                <p:cNvSpPr>
                  <a:spLocks noChangeShapeType="1"/>
                </p:cNvSpPr>
                <p:nvPr/>
              </p:nvSpPr>
              <p:spPr bwMode="auto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4" name="Line 22"/>
                <p:cNvSpPr>
                  <a:spLocks noChangeShapeType="1"/>
                </p:cNvSpPr>
                <p:nvPr/>
              </p:nvSpPr>
              <p:spPr bwMode="auto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5" name="Line 23"/>
                <p:cNvSpPr>
                  <a:spLocks noChangeShapeType="1"/>
                </p:cNvSpPr>
                <p:nvPr/>
              </p:nvSpPr>
              <p:spPr bwMode="auto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6" name="Line 24"/>
                <p:cNvSpPr>
                  <a:spLocks noChangeShapeType="1"/>
                </p:cNvSpPr>
                <p:nvPr/>
              </p:nvSpPr>
              <p:spPr bwMode="auto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7" name="Line 25"/>
                <p:cNvSpPr>
                  <a:spLocks noChangeShapeType="1"/>
                </p:cNvSpPr>
                <p:nvPr/>
              </p:nvSpPr>
              <p:spPr bwMode="auto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8" name="Line 26"/>
                <p:cNvSpPr>
                  <a:spLocks noChangeShapeType="1"/>
                </p:cNvSpPr>
                <p:nvPr/>
              </p:nvSpPr>
              <p:spPr bwMode="auto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9" name="Line 27"/>
                <p:cNvSpPr>
                  <a:spLocks noChangeShapeType="1"/>
                </p:cNvSpPr>
                <p:nvPr/>
              </p:nvSpPr>
              <p:spPr bwMode="auto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0" name="Line 28"/>
                <p:cNvSpPr>
                  <a:spLocks noChangeShapeType="1"/>
                </p:cNvSpPr>
                <p:nvPr/>
              </p:nvSpPr>
              <p:spPr bwMode="auto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1" name="Line 29"/>
                <p:cNvSpPr>
                  <a:spLocks noChangeShapeType="1"/>
                </p:cNvSpPr>
                <p:nvPr/>
              </p:nvSpPr>
              <p:spPr bwMode="auto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2" name="Line 30"/>
                <p:cNvSpPr>
                  <a:spLocks noChangeShapeType="1"/>
                </p:cNvSpPr>
                <p:nvPr/>
              </p:nvSpPr>
              <p:spPr bwMode="auto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3" name="Line 31"/>
                <p:cNvSpPr>
                  <a:spLocks noChangeShapeType="1"/>
                </p:cNvSpPr>
                <p:nvPr/>
              </p:nvSpPr>
              <p:spPr bwMode="auto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4" name="Line 32"/>
                <p:cNvSpPr>
                  <a:spLocks noChangeShapeType="1"/>
                </p:cNvSpPr>
                <p:nvPr/>
              </p:nvSpPr>
              <p:spPr bwMode="auto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5" name="Line 33"/>
                <p:cNvSpPr>
                  <a:spLocks noChangeShapeType="1"/>
                </p:cNvSpPr>
                <p:nvPr/>
              </p:nvSpPr>
              <p:spPr bwMode="auto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6" name="Line 34"/>
                <p:cNvSpPr>
                  <a:spLocks noChangeShapeType="1"/>
                </p:cNvSpPr>
                <p:nvPr/>
              </p:nvSpPr>
              <p:spPr bwMode="auto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7" name="Line 35"/>
                <p:cNvSpPr>
                  <a:spLocks noChangeShapeType="1"/>
                </p:cNvSpPr>
                <p:nvPr/>
              </p:nvSpPr>
              <p:spPr bwMode="auto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8" name="Line 36"/>
                <p:cNvSpPr>
                  <a:spLocks noChangeShapeType="1"/>
                </p:cNvSpPr>
                <p:nvPr/>
              </p:nvSpPr>
              <p:spPr bwMode="auto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9" name="Line 37"/>
                <p:cNvSpPr>
                  <a:spLocks noChangeShapeType="1"/>
                </p:cNvSpPr>
                <p:nvPr/>
              </p:nvSpPr>
              <p:spPr bwMode="auto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0" name="Line 38"/>
                <p:cNvSpPr>
                  <a:spLocks noChangeShapeType="1"/>
                </p:cNvSpPr>
                <p:nvPr/>
              </p:nvSpPr>
              <p:spPr bwMode="auto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1" name="Line 39"/>
                <p:cNvSpPr>
                  <a:spLocks noChangeShapeType="1"/>
                </p:cNvSpPr>
                <p:nvPr/>
              </p:nvSpPr>
              <p:spPr bwMode="auto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2" name="Line 40"/>
                <p:cNvSpPr>
                  <a:spLocks noChangeShapeType="1"/>
                </p:cNvSpPr>
                <p:nvPr/>
              </p:nvSpPr>
              <p:spPr bwMode="auto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3" name="Line 41"/>
                <p:cNvSpPr>
                  <a:spLocks noChangeShapeType="1"/>
                </p:cNvSpPr>
                <p:nvPr/>
              </p:nvSpPr>
              <p:spPr bwMode="auto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4" name="Line 42"/>
                <p:cNvSpPr>
                  <a:spLocks noChangeShapeType="1"/>
                </p:cNvSpPr>
                <p:nvPr/>
              </p:nvSpPr>
              <p:spPr bwMode="auto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5" name="Line 43"/>
                <p:cNvSpPr>
                  <a:spLocks noChangeShapeType="1"/>
                </p:cNvSpPr>
                <p:nvPr/>
              </p:nvSpPr>
              <p:spPr bwMode="auto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6" name="Line 44"/>
                <p:cNvSpPr>
                  <a:spLocks noChangeShapeType="1"/>
                </p:cNvSpPr>
                <p:nvPr/>
              </p:nvSpPr>
              <p:spPr bwMode="auto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7" name="Line 45"/>
                <p:cNvSpPr>
                  <a:spLocks noChangeShapeType="1"/>
                </p:cNvSpPr>
                <p:nvPr/>
              </p:nvSpPr>
              <p:spPr bwMode="auto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8" name="Line 46"/>
                <p:cNvSpPr>
                  <a:spLocks noChangeShapeType="1"/>
                </p:cNvSpPr>
                <p:nvPr/>
              </p:nvSpPr>
              <p:spPr bwMode="auto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9" name="Line 47"/>
                <p:cNvSpPr>
                  <a:spLocks noChangeShapeType="1"/>
                </p:cNvSpPr>
                <p:nvPr/>
              </p:nvSpPr>
              <p:spPr bwMode="auto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0" name="Line 48"/>
                <p:cNvSpPr>
                  <a:spLocks noChangeShapeType="1"/>
                </p:cNvSpPr>
                <p:nvPr/>
              </p:nvSpPr>
              <p:spPr bwMode="auto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1" name="Line 49"/>
                <p:cNvSpPr>
                  <a:spLocks noChangeShapeType="1"/>
                </p:cNvSpPr>
                <p:nvPr/>
              </p:nvSpPr>
              <p:spPr bwMode="auto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2" name="Line 50"/>
                <p:cNvSpPr>
                  <a:spLocks noChangeShapeType="1"/>
                </p:cNvSpPr>
                <p:nvPr/>
              </p:nvSpPr>
              <p:spPr bwMode="auto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3" name="Line 51"/>
                <p:cNvSpPr>
                  <a:spLocks noChangeShapeType="1"/>
                </p:cNvSpPr>
                <p:nvPr/>
              </p:nvSpPr>
              <p:spPr bwMode="auto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4" name="Line 52"/>
                <p:cNvSpPr>
                  <a:spLocks noChangeShapeType="1"/>
                </p:cNvSpPr>
                <p:nvPr/>
              </p:nvSpPr>
              <p:spPr bwMode="auto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5" name="Line 53"/>
                <p:cNvSpPr>
                  <a:spLocks noChangeShapeType="1"/>
                </p:cNvSpPr>
                <p:nvPr/>
              </p:nvSpPr>
              <p:spPr bwMode="auto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6" name="Line 54"/>
                <p:cNvSpPr>
                  <a:spLocks noChangeShapeType="1"/>
                </p:cNvSpPr>
                <p:nvPr/>
              </p:nvSpPr>
              <p:spPr bwMode="auto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7" name="Line 55"/>
                <p:cNvSpPr>
                  <a:spLocks noChangeShapeType="1"/>
                </p:cNvSpPr>
                <p:nvPr/>
              </p:nvSpPr>
              <p:spPr bwMode="auto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8" name="Line 56"/>
                <p:cNvSpPr>
                  <a:spLocks noChangeShapeType="1"/>
                </p:cNvSpPr>
                <p:nvPr/>
              </p:nvSpPr>
              <p:spPr bwMode="auto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</p:grpSp>
          <p:sp>
            <p:nvSpPr>
              <p:cNvPr id="17" name="Line 57"/>
              <p:cNvSpPr>
                <a:spLocks noChangeShapeType="1"/>
              </p:cNvSpPr>
              <p:nvPr/>
            </p:nvSpPr>
            <p:spPr bwMode="ltGray">
              <a:xfrm>
                <a:off x="5568" y="0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  <p:grpSp>
          <p:nvGrpSpPr>
            <p:cNvPr id="6" name="Group 58"/>
            <p:cNvGrpSpPr/>
            <p:nvPr userDrawn="1"/>
          </p:nvGrpSpPr>
          <p:grpSpPr bwMode="auto">
            <a:xfrm>
              <a:off x="3" y="559"/>
              <a:ext cx="4192" cy="1796"/>
              <a:chOff x="3" y="559"/>
              <a:chExt cx="4192" cy="1796"/>
            </a:xfrm>
          </p:grpSpPr>
          <p:sp>
            <p:nvSpPr>
              <p:cNvPr id="11" name="Line 59"/>
              <p:cNvSpPr>
                <a:spLocks noChangeShapeType="1"/>
              </p:cNvSpPr>
              <p:nvPr/>
            </p:nvSpPr>
            <p:spPr bwMode="ltGray">
              <a:xfrm>
                <a:off x="506" y="559"/>
                <a:ext cx="0" cy="179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2" name="Line 60"/>
              <p:cNvSpPr>
                <a:spLocks noChangeShapeType="1"/>
              </p:cNvSpPr>
              <p:nvPr/>
            </p:nvSpPr>
            <p:spPr bwMode="ltGray">
              <a:xfrm flipH="1" flipV="1">
                <a:off x="3" y="1924"/>
                <a:ext cx="32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3" name="Line 61"/>
              <p:cNvSpPr>
                <a:spLocks noChangeShapeType="1"/>
              </p:cNvSpPr>
              <p:nvPr/>
            </p:nvSpPr>
            <p:spPr bwMode="ltGray">
              <a:xfrm flipH="1" flipV="1">
                <a:off x="384" y="938"/>
                <a:ext cx="38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4" name="Arc 62"/>
              <p:cNvSpPr/>
              <p:nvPr/>
            </p:nvSpPr>
            <p:spPr bwMode="ltGray">
              <a:xfrm rot="16200000" flipH="1">
                <a:off x="404" y="840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  <p:grpSp>
          <p:nvGrpSpPr>
            <p:cNvPr id="7" name="Group 63"/>
            <p:cNvGrpSpPr/>
            <p:nvPr userDrawn="1"/>
          </p:nvGrpSpPr>
          <p:grpSpPr bwMode="auto">
            <a:xfrm>
              <a:off x="1480" y="1952"/>
              <a:ext cx="3808" cy="1812"/>
              <a:chOff x="1480" y="1952"/>
              <a:chExt cx="3808" cy="1812"/>
            </a:xfrm>
          </p:grpSpPr>
          <p:sp>
            <p:nvSpPr>
              <p:cNvPr id="8" name="Line 64"/>
              <p:cNvSpPr>
                <a:spLocks noChangeShapeType="1"/>
              </p:cNvSpPr>
              <p:nvPr/>
            </p:nvSpPr>
            <p:spPr bwMode="ltGray">
              <a:xfrm flipV="1">
                <a:off x="1480" y="3442"/>
                <a:ext cx="38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9" name="Line 65"/>
              <p:cNvSpPr>
                <a:spLocks noChangeShapeType="1"/>
              </p:cNvSpPr>
              <p:nvPr/>
            </p:nvSpPr>
            <p:spPr bwMode="ltGray">
              <a:xfrm flipH="1">
                <a:off x="5172" y="1952"/>
                <a:ext cx="0" cy="181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0" name="Arc 66"/>
              <p:cNvSpPr/>
              <p:nvPr/>
            </p:nvSpPr>
            <p:spPr bwMode="ltGray">
              <a:xfrm rot="5400000">
                <a:off x="5077" y="3329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</p:grpSp>
      <p:sp>
        <p:nvSpPr>
          <p:cNvPr id="6211" name="Rectangle 67"/>
          <p:cNvSpPr>
            <a:spLocks noGrp="1" noChangeArrowheads="1"/>
          </p:cNvSpPr>
          <p:nvPr>
            <p:ph type="ctrTitle"/>
          </p:nvPr>
        </p:nvSpPr>
        <p:spPr bwMode="auto">
          <a:xfrm>
            <a:off x="990600" y="1752600"/>
            <a:ext cx="7772400" cy="11430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6212" name="Rectangle 68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990600" y="3309938"/>
            <a:ext cx="6400800" cy="17526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0" indent="0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69" name="Rectangle 69"/>
          <p:cNvSpPr>
            <a:spLocks noGrp="1" noChangeArrowheads="1"/>
          </p:cNvSpPr>
          <p:nvPr>
            <p:ph type="dt" sz="quarter" idx="10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buFontTx/>
              <a:buNone/>
              <a:defRPr kumimoji="0" sz="14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0" name="Rectangle 70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ctr">
              <a:buFontTx/>
              <a:buNone/>
              <a:defRPr kumimoji="0" sz="14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" name="Rectangle 71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>
              <a:defRPr sz="1400">
                <a:ea typeface="宋体" panose="02010600030101010101" pitchFamily="2" charset="-122"/>
              </a:defRPr>
            </a:lvl1pPr>
          </a:lstStyle>
          <a:p>
            <a:fld id="{11AABA09-CCDA-4E10-BD08-B2C9499BB7E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/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5" name="Group 3"/>
            <p:cNvGrpSpPr/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15" name="Rectangle 4"/>
              <p:cNvSpPr>
                <a:spLocks noChangeArrowheads="1"/>
              </p:cNvSpPr>
              <p:nvPr/>
            </p:nvSpPr>
            <p:spPr bwMode="ltGray">
              <a:xfrm>
                <a:off x="2112" y="0"/>
                <a:ext cx="3648" cy="9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grpSp>
            <p:nvGrpSpPr>
              <p:cNvPr id="16" name="Group 5"/>
              <p:cNvGrpSpPr/>
              <p:nvPr userDrawn="1"/>
            </p:nvGrpSpPr>
            <p:grpSpPr bwMode="auto">
              <a:xfrm>
                <a:off x="0" y="0"/>
                <a:ext cx="5760" cy="4320"/>
                <a:chOff x="0" y="0"/>
                <a:chExt cx="5760" cy="4320"/>
              </a:xfrm>
            </p:grpSpPr>
            <p:sp>
              <p:nvSpPr>
                <p:cNvPr id="18" name="Line 6"/>
                <p:cNvSpPr>
                  <a:spLocks noChangeShapeType="1"/>
                </p:cNvSpPr>
                <p:nvPr/>
              </p:nvSpPr>
              <p:spPr bwMode="auto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9" name="Line 7"/>
                <p:cNvSpPr>
                  <a:spLocks noChangeShapeType="1"/>
                </p:cNvSpPr>
                <p:nvPr/>
              </p:nvSpPr>
              <p:spPr bwMode="auto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0" name="Line 8"/>
                <p:cNvSpPr>
                  <a:spLocks noChangeShapeType="1"/>
                </p:cNvSpPr>
                <p:nvPr/>
              </p:nvSpPr>
              <p:spPr bwMode="auto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1" name="Line 9"/>
                <p:cNvSpPr>
                  <a:spLocks noChangeShapeType="1"/>
                </p:cNvSpPr>
                <p:nvPr/>
              </p:nvSpPr>
              <p:spPr bwMode="auto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2" name="Line 10"/>
                <p:cNvSpPr>
                  <a:spLocks noChangeShapeType="1"/>
                </p:cNvSpPr>
                <p:nvPr/>
              </p:nvSpPr>
              <p:spPr bwMode="auto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3" name="Line 11"/>
                <p:cNvSpPr>
                  <a:spLocks noChangeShapeType="1"/>
                </p:cNvSpPr>
                <p:nvPr/>
              </p:nvSpPr>
              <p:spPr bwMode="auto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4" name="Line 12"/>
                <p:cNvSpPr>
                  <a:spLocks noChangeShapeType="1"/>
                </p:cNvSpPr>
                <p:nvPr/>
              </p:nvSpPr>
              <p:spPr bwMode="auto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5" name="Line 13"/>
                <p:cNvSpPr>
                  <a:spLocks noChangeShapeType="1"/>
                </p:cNvSpPr>
                <p:nvPr/>
              </p:nvSpPr>
              <p:spPr bwMode="auto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6" name="Line 14"/>
                <p:cNvSpPr>
                  <a:spLocks noChangeShapeType="1"/>
                </p:cNvSpPr>
                <p:nvPr/>
              </p:nvSpPr>
              <p:spPr bwMode="auto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7" name="Line 15"/>
                <p:cNvSpPr>
                  <a:spLocks noChangeShapeType="1"/>
                </p:cNvSpPr>
                <p:nvPr/>
              </p:nvSpPr>
              <p:spPr bwMode="auto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8" name="Line 16"/>
                <p:cNvSpPr>
                  <a:spLocks noChangeShapeType="1"/>
                </p:cNvSpPr>
                <p:nvPr/>
              </p:nvSpPr>
              <p:spPr bwMode="auto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9" name="Line 17"/>
                <p:cNvSpPr>
                  <a:spLocks noChangeShapeType="1"/>
                </p:cNvSpPr>
                <p:nvPr/>
              </p:nvSpPr>
              <p:spPr bwMode="auto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0" name="Line 18"/>
                <p:cNvSpPr>
                  <a:spLocks noChangeShapeType="1"/>
                </p:cNvSpPr>
                <p:nvPr/>
              </p:nvSpPr>
              <p:spPr bwMode="auto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1" name="Line 19"/>
                <p:cNvSpPr>
                  <a:spLocks noChangeShapeType="1"/>
                </p:cNvSpPr>
                <p:nvPr/>
              </p:nvSpPr>
              <p:spPr bwMode="auto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2" name="Line 20"/>
                <p:cNvSpPr>
                  <a:spLocks noChangeShapeType="1"/>
                </p:cNvSpPr>
                <p:nvPr/>
              </p:nvSpPr>
              <p:spPr bwMode="auto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3" name="Line 21"/>
                <p:cNvSpPr>
                  <a:spLocks noChangeShapeType="1"/>
                </p:cNvSpPr>
                <p:nvPr/>
              </p:nvSpPr>
              <p:spPr bwMode="auto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4" name="Line 22"/>
                <p:cNvSpPr>
                  <a:spLocks noChangeShapeType="1"/>
                </p:cNvSpPr>
                <p:nvPr/>
              </p:nvSpPr>
              <p:spPr bwMode="auto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5" name="Line 23"/>
                <p:cNvSpPr>
                  <a:spLocks noChangeShapeType="1"/>
                </p:cNvSpPr>
                <p:nvPr/>
              </p:nvSpPr>
              <p:spPr bwMode="auto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6" name="Line 24"/>
                <p:cNvSpPr>
                  <a:spLocks noChangeShapeType="1"/>
                </p:cNvSpPr>
                <p:nvPr/>
              </p:nvSpPr>
              <p:spPr bwMode="auto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7" name="Line 25"/>
                <p:cNvSpPr>
                  <a:spLocks noChangeShapeType="1"/>
                </p:cNvSpPr>
                <p:nvPr/>
              </p:nvSpPr>
              <p:spPr bwMode="auto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8" name="Line 26"/>
                <p:cNvSpPr>
                  <a:spLocks noChangeShapeType="1"/>
                </p:cNvSpPr>
                <p:nvPr/>
              </p:nvSpPr>
              <p:spPr bwMode="auto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9" name="Line 27"/>
                <p:cNvSpPr>
                  <a:spLocks noChangeShapeType="1"/>
                </p:cNvSpPr>
                <p:nvPr/>
              </p:nvSpPr>
              <p:spPr bwMode="auto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0" name="Line 28"/>
                <p:cNvSpPr>
                  <a:spLocks noChangeShapeType="1"/>
                </p:cNvSpPr>
                <p:nvPr/>
              </p:nvSpPr>
              <p:spPr bwMode="auto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1" name="Line 29"/>
                <p:cNvSpPr>
                  <a:spLocks noChangeShapeType="1"/>
                </p:cNvSpPr>
                <p:nvPr/>
              </p:nvSpPr>
              <p:spPr bwMode="auto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2" name="Line 30"/>
                <p:cNvSpPr>
                  <a:spLocks noChangeShapeType="1"/>
                </p:cNvSpPr>
                <p:nvPr/>
              </p:nvSpPr>
              <p:spPr bwMode="auto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3" name="Line 31"/>
                <p:cNvSpPr>
                  <a:spLocks noChangeShapeType="1"/>
                </p:cNvSpPr>
                <p:nvPr/>
              </p:nvSpPr>
              <p:spPr bwMode="auto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4" name="Line 32"/>
                <p:cNvSpPr>
                  <a:spLocks noChangeShapeType="1"/>
                </p:cNvSpPr>
                <p:nvPr/>
              </p:nvSpPr>
              <p:spPr bwMode="auto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5" name="Line 33"/>
                <p:cNvSpPr>
                  <a:spLocks noChangeShapeType="1"/>
                </p:cNvSpPr>
                <p:nvPr/>
              </p:nvSpPr>
              <p:spPr bwMode="auto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6" name="Line 34"/>
                <p:cNvSpPr>
                  <a:spLocks noChangeShapeType="1"/>
                </p:cNvSpPr>
                <p:nvPr/>
              </p:nvSpPr>
              <p:spPr bwMode="auto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7" name="Line 35"/>
                <p:cNvSpPr>
                  <a:spLocks noChangeShapeType="1"/>
                </p:cNvSpPr>
                <p:nvPr/>
              </p:nvSpPr>
              <p:spPr bwMode="auto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8" name="Line 36"/>
                <p:cNvSpPr>
                  <a:spLocks noChangeShapeType="1"/>
                </p:cNvSpPr>
                <p:nvPr/>
              </p:nvSpPr>
              <p:spPr bwMode="auto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9" name="Line 37"/>
                <p:cNvSpPr>
                  <a:spLocks noChangeShapeType="1"/>
                </p:cNvSpPr>
                <p:nvPr/>
              </p:nvSpPr>
              <p:spPr bwMode="auto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0" name="Line 38"/>
                <p:cNvSpPr>
                  <a:spLocks noChangeShapeType="1"/>
                </p:cNvSpPr>
                <p:nvPr/>
              </p:nvSpPr>
              <p:spPr bwMode="auto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1" name="Line 39"/>
                <p:cNvSpPr>
                  <a:spLocks noChangeShapeType="1"/>
                </p:cNvSpPr>
                <p:nvPr/>
              </p:nvSpPr>
              <p:spPr bwMode="auto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2" name="Line 40"/>
                <p:cNvSpPr>
                  <a:spLocks noChangeShapeType="1"/>
                </p:cNvSpPr>
                <p:nvPr/>
              </p:nvSpPr>
              <p:spPr bwMode="auto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3" name="Line 41"/>
                <p:cNvSpPr>
                  <a:spLocks noChangeShapeType="1"/>
                </p:cNvSpPr>
                <p:nvPr/>
              </p:nvSpPr>
              <p:spPr bwMode="auto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4" name="Line 42"/>
                <p:cNvSpPr>
                  <a:spLocks noChangeShapeType="1"/>
                </p:cNvSpPr>
                <p:nvPr/>
              </p:nvSpPr>
              <p:spPr bwMode="auto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5" name="Line 43"/>
                <p:cNvSpPr>
                  <a:spLocks noChangeShapeType="1"/>
                </p:cNvSpPr>
                <p:nvPr/>
              </p:nvSpPr>
              <p:spPr bwMode="auto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6" name="Line 44"/>
                <p:cNvSpPr>
                  <a:spLocks noChangeShapeType="1"/>
                </p:cNvSpPr>
                <p:nvPr/>
              </p:nvSpPr>
              <p:spPr bwMode="auto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7" name="Line 45"/>
                <p:cNvSpPr>
                  <a:spLocks noChangeShapeType="1"/>
                </p:cNvSpPr>
                <p:nvPr/>
              </p:nvSpPr>
              <p:spPr bwMode="auto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8" name="Line 46"/>
                <p:cNvSpPr>
                  <a:spLocks noChangeShapeType="1"/>
                </p:cNvSpPr>
                <p:nvPr/>
              </p:nvSpPr>
              <p:spPr bwMode="auto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9" name="Line 47"/>
                <p:cNvSpPr>
                  <a:spLocks noChangeShapeType="1"/>
                </p:cNvSpPr>
                <p:nvPr/>
              </p:nvSpPr>
              <p:spPr bwMode="auto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0" name="Line 48"/>
                <p:cNvSpPr>
                  <a:spLocks noChangeShapeType="1"/>
                </p:cNvSpPr>
                <p:nvPr/>
              </p:nvSpPr>
              <p:spPr bwMode="auto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1" name="Line 49"/>
                <p:cNvSpPr>
                  <a:spLocks noChangeShapeType="1"/>
                </p:cNvSpPr>
                <p:nvPr/>
              </p:nvSpPr>
              <p:spPr bwMode="auto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2" name="Line 50"/>
                <p:cNvSpPr>
                  <a:spLocks noChangeShapeType="1"/>
                </p:cNvSpPr>
                <p:nvPr/>
              </p:nvSpPr>
              <p:spPr bwMode="auto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3" name="Line 51"/>
                <p:cNvSpPr>
                  <a:spLocks noChangeShapeType="1"/>
                </p:cNvSpPr>
                <p:nvPr/>
              </p:nvSpPr>
              <p:spPr bwMode="auto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4" name="Line 52"/>
                <p:cNvSpPr>
                  <a:spLocks noChangeShapeType="1"/>
                </p:cNvSpPr>
                <p:nvPr/>
              </p:nvSpPr>
              <p:spPr bwMode="auto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5" name="Line 53"/>
                <p:cNvSpPr>
                  <a:spLocks noChangeShapeType="1"/>
                </p:cNvSpPr>
                <p:nvPr/>
              </p:nvSpPr>
              <p:spPr bwMode="auto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6" name="Line 54"/>
                <p:cNvSpPr>
                  <a:spLocks noChangeShapeType="1"/>
                </p:cNvSpPr>
                <p:nvPr/>
              </p:nvSpPr>
              <p:spPr bwMode="auto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7" name="Line 55"/>
                <p:cNvSpPr>
                  <a:spLocks noChangeShapeType="1"/>
                </p:cNvSpPr>
                <p:nvPr/>
              </p:nvSpPr>
              <p:spPr bwMode="auto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8" name="Line 56"/>
                <p:cNvSpPr>
                  <a:spLocks noChangeShapeType="1"/>
                </p:cNvSpPr>
                <p:nvPr/>
              </p:nvSpPr>
              <p:spPr bwMode="auto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</p:grpSp>
          <p:sp>
            <p:nvSpPr>
              <p:cNvPr id="17" name="Line 57"/>
              <p:cNvSpPr>
                <a:spLocks noChangeShapeType="1"/>
              </p:cNvSpPr>
              <p:nvPr/>
            </p:nvSpPr>
            <p:spPr bwMode="ltGray">
              <a:xfrm>
                <a:off x="5568" y="0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  <p:grpSp>
          <p:nvGrpSpPr>
            <p:cNvPr id="6" name="Group 58"/>
            <p:cNvGrpSpPr/>
            <p:nvPr userDrawn="1"/>
          </p:nvGrpSpPr>
          <p:grpSpPr bwMode="auto">
            <a:xfrm>
              <a:off x="3" y="559"/>
              <a:ext cx="4192" cy="1796"/>
              <a:chOff x="3" y="559"/>
              <a:chExt cx="4192" cy="1796"/>
            </a:xfrm>
          </p:grpSpPr>
          <p:sp>
            <p:nvSpPr>
              <p:cNvPr id="11" name="Line 59"/>
              <p:cNvSpPr>
                <a:spLocks noChangeShapeType="1"/>
              </p:cNvSpPr>
              <p:nvPr/>
            </p:nvSpPr>
            <p:spPr bwMode="ltGray">
              <a:xfrm>
                <a:off x="506" y="559"/>
                <a:ext cx="0" cy="179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2" name="Line 60"/>
              <p:cNvSpPr>
                <a:spLocks noChangeShapeType="1"/>
              </p:cNvSpPr>
              <p:nvPr/>
            </p:nvSpPr>
            <p:spPr bwMode="ltGray">
              <a:xfrm flipH="1" flipV="1">
                <a:off x="3" y="1924"/>
                <a:ext cx="32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3" name="Line 61"/>
              <p:cNvSpPr>
                <a:spLocks noChangeShapeType="1"/>
              </p:cNvSpPr>
              <p:nvPr/>
            </p:nvSpPr>
            <p:spPr bwMode="ltGray">
              <a:xfrm flipH="1" flipV="1">
                <a:off x="384" y="938"/>
                <a:ext cx="38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4" name="Arc 62"/>
              <p:cNvSpPr/>
              <p:nvPr/>
            </p:nvSpPr>
            <p:spPr bwMode="ltGray">
              <a:xfrm rot="16200000" flipH="1">
                <a:off x="404" y="840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  <p:grpSp>
          <p:nvGrpSpPr>
            <p:cNvPr id="7" name="Group 63"/>
            <p:cNvGrpSpPr/>
            <p:nvPr userDrawn="1"/>
          </p:nvGrpSpPr>
          <p:grpSpPr bwMode="auto">
            <a:xfrm>
              <a:off x="1480" y="1952"/>
              <a:ext cx="3808" cy="1812"/>
              <a:chOff x="1480" y="1952"/>
              <a:chExt cx="3808" cy="1812"/>
            </a:xfrm>
          </p:grpSpPr>
          <p:sp>
            <p:nvSpPr>
              <p:cNvPr id="8" name="Line 64"/>
              <p:cNvSpPr>
                <a:spLocks noChangeShapeType="1"/>
              </p:cNvSpPr>
              <p:nvPr/>
            </p:nvSpPr>
            <p:spPr bwMode="ltGray">
              <a:xfrm flipV="1">
                <a:off x="1480" y="3442"/>
                <a:ext cx="38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9" name="Line 65"/>
              <p:cNvSpPr>
                <a:spLocks noChangeShapeType="1"/>
              </p:cNvSpPr>
              <p:nvPr/>
            </p:nvSpPr>
            <p:spPr bwMode="ltGray">
              <a:xfrm flipH="1">
                <a:off x="5172" y="1952"/>
                <a:ext cx="0" cy="181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0" name="Arc 66"/>
              <p:cNvSpPr/>
              <p:nvPr/>
            </p:nvSpPr>
            <p:spPr bwMode="ltGray">
              <a:xfrm rot="5400000">
                <a:off x="5077" y="3329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</p:grpSp>
      <p:sp>
        <p:nvSpPr>
          <p:cNvPr id="6211" name="Rectangle 67"/>
          <p:cNvSpPr>
            <a:spLocks noGrp="1" noChangeArrowheads="1"/>
          </p:cNvSpPr>
          <p:nvPr>
            <p:ph type="ctrTitle"/>
          </p:nvPr>
        </p:nvSpPr>
        <p:spPr bwMode="auto">
          <a:xfrm>
            <a:off x="990600" y="1752600"/>
            <a:ext cx="7772400" cy="11430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6212" name="Rectangle 68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990600" y="3309938"/>
            <a:ext cx="6400800" cy="17526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0" indent="0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69" name="Rectangle 69"/>
          <p:cNvSpPr>
            <a:spLocks noGrp="1" noChangeArrowheads="1"/>
          </p:cNvSpPr>
          <p:nvPr>
            <p:ph type="dt" sz="quarter" idx="10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buFontTx/>
              <a:buNone/>
              <a:defRPr kumimoji="0" sz="14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0" name="Rectangle 70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ctr">
              <a:buFontTx/>
              <a:buNone/>
              <a:defRPr kumimoji="0" sz="14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" name="Rectangle 71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>
              <a:defRPr sz="1400">
                <a:ea typeface="宋体" panose="02010600030101010101" pitchFamily="2" charset="-122"/>
              </a:defRPr>
            </a:lvl1pPr>
          </a:lstStyle>
          <a:p>
            <a:fld id="{21CD08D8-0097-4013-A107-977D6BCF75EB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/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5" name="Group 3"/>
            <p:cNvGrpSpPr/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15" name="Rectangle 4"/>
              <p:cNvSpPr>
                <a:spLocks noChangeArrowheads="1"/>
              </p:cNvSpPr>
              <p:nvPr/>
            </p:nvSpPr>
            <p:spPr bwMode="ltGray">
              <a:xfrm>
                <a:off x="2112" y="0"/>
                <a:ext cx="3648" cy="9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grpSp>
            <p:nvGrpSpPr>
              <p:cNvPr id="16" name="Group 5"/>
              <p:cNvGrpSpPr/>
              <p:nvPr userDrawn="1"/>
            </p:nvGrpSpPr>
            <p:grpSpPr bwMode="auto">
              <a:xfrm>
                <a:off x="0" y="0"/>
                <a:ext cx="5760" cy="4320"/>
                <a:chOff x="0" y="0"/>
                <a:chExt cx="5760" cy="4320"/>
              </a:xfrm>
            </p:grpSpPr>
            <p:sp>
              <p:nvSpPr>
                <p:cNvPr id="18" name="Line 6"/>
                <p:cNvSpPr>
                  <a:spLocks noChangeShapeType="1"/>
                </p:cNvSpPr>
                <p:nvPr/>
              </p:nvSpPr>
              <p:spPr bwMode="auto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9" name="Line 7"/>
                <p:cNvSpPr>
                  <a:spLocks noChangeShapeType="1"/>
                </p:cNvSpPr>
                <p:nvPr/>
              </p:nvSpPr>
              <p:spPr bwMode="auto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0" name="Line 8"/>
                <p:cNvSpPr>
                  <a:spLocks noChangeShapeType="1"/>
                </p:cNvSpPr>
                <p:nvPr/>
              </p:nvSpPr>
              <p:spPr bwMode="auto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1" name="Line 9"/>
                <p:cNvSpPr>
                  <a:spLocks noChangeShapeType="1"/>
                </p:cNvSpPr>
                <p:nvPr/>
              </p:nvSpPr>
              <p:spPr bwMode="auto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2" name="Line 10"/>
                <p:cNvSpPr>
                  <a:spLocks noChangeShapeType="1"/>
                </p:cNvSpPr>
                <p:nvPr/>
              </p:nvSpPr>
              <p:spPr bwMode="auto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3" name="Line 11"/>
                <p:cNvSpPr>
                  <a:spLocks noChangeShapeType="1"/>
                </p:cNvSpPr>
                <p:nvPr/>
              </p:nvSpPr>
              <p:spPr bwMode="auto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4" name="Line 12"/>
                <p:cNvSpPr>
                  <a:spLocks noChangeShapeType="1"/>
                </p:cNvSpPr>
                <p:nvPr/>
              </p:nvSpPr>
              <p:spPr bwMode="auto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5" name="Line 13"/>
                <p:cNvSpPr>
                  <a:spLocks noChangeShapeType="1"/>
                </p:cNvSpPr>
                <p:nvPr/>
              </p:nvSpPr>
              <p:spPr bwMode="auto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6" name="Line 14"/>
                <p:cNvSpPr>
                  <a:spLocks noChangeShapeType="1"/>
                </p:cNvSpPr>
                <p:nvPr/>
              </p:nvSpPr>
              <p:spPr bwMode="auto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7" name="Line 15"/>
                <p:cNvSpPr>
                  <a:spLocks noChangeShapeType="1"/>
                </p:cNvSpPr>
                <p:nvPr/>
              </p:nvSpPr>
              <p:spPr bwMode="auto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8" name="Line 16"/>
                <p:cNvSpPr>
                  <a:spLocks noChangeShapeType="1"/>
                </p:cNvSpPr>
                <p:nvPr/>
              </p:nvSpPr>
              <p:spPr bwMode="auto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9" name="Line 17"/>
                <p:cNvSpPr>
                  <a:spLocks noChangeShapeType="1"/>
                </p:cNvSpPr>
                <p:nvPr/>
              </p:nvSpPr>
              <p:spPr bwMode="auto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0" name="Line 18"/>
                <p:cNvSpPr>
                  <a:spLocks noChangeShapeType="1"/>
                </p:cNvSpPr>
                <p:nvPr/>
              </p:nvSpPr>
              <p:spPr bwMode="auto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1" name="Line 19"/>
                <p:cNvSpPr>
                  <a:spLocks noChangeShapeType="1"/>
                </p:cNvSpPr>
                <p:nvPr/>
              </p:nvSpPr>
              <p:spPr bwMode="auto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2" name="Line 20"/>
                <p:cNvSpPr>
                  <a:spLocks noChangeShapeType="1"/>
                </p:cNvSpPr>
                <p:nvPr/>
              </p:nvSpPr>
              <p:spPr bwMode="auto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3" name="Line 21"/>
                <p:cNvSpPr>
                  <a:spLocks noChangeShapeType="1"/>
                </p:cNvSpPr>
                <p:nvPr/>
              </p:nvSpPr>
              <p:spPr bwMode="auto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4" name="Line 22"/>
                <p:cNvSpPr>
                  <a:spLocks noChangeShapeType="1"/>
                </p:cNvSpPr>
                <p:nvPr/>
              </p:nvSpPr>
              <p:spPr bwMode="auto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5" name="Line 23"/>
                <p:cNvSpPr>
                  <a:spLocks noChangeShapeType="1"/>
                </p:cNvSpPr>
                <p:nvPr/>
              </p:nvSpPr>
              <p:spPr bwMode="auto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6" name="Line 24"/>
                <p:cNvSpPr>
                  <a:spLocks noChangeShapeType="1"/>
                </p:cNvSpPr>
                <p:nvPr/>
              </p:nvSpPr>
              <p:spPr bwMode="auto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7" name="Line 25"/>
                <p:cNvSpPr>
                  <a:spLocks noChangeShapeType="1"/>
                </p:cNvSpPr>
                <p:nvPr/>
              </p:nvSpPr>
              <p:spPr bwMode="auto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8" name="Line 26"/>
                <p:cNvSpPr>
                  <a:spLocks noChangeShapeType="1"/>
                </p:cNvSpPr>
                <p:nvPr/>
              </p:nvSpPr>
              <p:spPr bwMode="auto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9" name="Line 27"/>
                <p:cNvSpPr>
                  <a:spLocks noChangeShapeType="1"/>
                </p:cNvSpPr>
                <p:nvPr/>
              </p:nvSpPr>
              <p:spPr bwMode="auto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0" name="Line 28"/>
                <p:cNvSpPr>
                  <a:spLocks noChangeShapeType="1"/>
                </p:cNvSpPr>
                <p:nvPr/>
              </p:nvSpPr>
              <p:spPr bwMode="auto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1" name="Line 29"/>
                <p:cNvSpPr>
                  <a:spLocks noChangeShapeType="1"/>
                </p:cNvSpPr>
                <p:nvPr/>
              </p:nvSpPr>
              <p:spPr bwMode="auto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2" name="Line 30"/>
                <p:cNvSpPr>
                  <a:spLocks noChangeShapeType="1"/>
                </p:cNvSpPr>
                <p:nvPr/>
              </p:nvSpPr>
              <p:spPr bwMode="auto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3" name="Line 31"/>
                <p:cNvSpPr>
                  <a:spLocks noChangeShapeType="1"/>
                </p:cNvSpPr>
                <p:nvPr/>
              </p:nvSpPr>
              <p:spPr bwMode="auto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4" name="Line 32"/>
                <p:cNvSpPr>
                  <a:spLocks noChangeShapeType="1"/>
                </p:cNvSpPr>
                <p:nvPr/>
              </p:nvSpPr>
              <p:spPr bwMode="auto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5" name="Line 33"/>
                <p:cNvSpPr>
                  <a:spLocks noChangeShapeType="1"/>
                </p:cNvSpPr>
                <p:nvPr/>
              </p:nvSpPr>
              <p:spPr bwMode="auto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6" name="Line 34"/>
                <p:cNvSpPr>
                  <a:spLocks noChangeShapeType="1"/>
                </p:cNvSpPr>
                <p:nvPr/>
              </p:nvSpPr>
              <p:spPr bwMode="auto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7" name="Line 35"/>
                <p:cNvSpPr>
                  <a:spLocks noChangeShapeType="1"/>
                </p:cNvSpPr>
                <p:nvPr/>
              </p:nvSpPr>
              <p:spPr bwMode="auto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8" name="Line 36"/>
                <p:cNvSpPr>
                  <a:spLocks noChangeShapeType="1"/>
                </p:cNvSpPr>
                <p:nvPr/>
              </p:nvSpPr>
              <p:spPr bwMode="auto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9" name="Line 37"/>
                <p:cNvSpPr>
                  <a:spLocks noChangeShapeType="1"/>
                </p:cNvSpPr>
                <p:nvPr/>
              </p:nvSpPr>
              <p:spPr bwMode="auto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0" name="Line 38"/>
                <p:cNvSpPr>
                  <a:spLocks noChangeShapeType="1"/>
                </p:cNvSpPr>
                <p:nvPr/>
              </p:nvSpPr>
              <p:spPr bwMode="auto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1" name="Line 39"/>
                <p:cNvSpPr>
                  <a:spLocks noChangeShapeType="1"/>
                </p:cNvSpPr>
                <p:nvPr/>
              </p:nvSpPr>
              <p:spPr bwMode="auto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2" name="Line 40"/>
                <p:cNvSpPr>
                  <a:spLocks noChangeShapeType="1"/>
                </p:cNvSpPr>
                <p:nvPr/>
              </p:nvSpPr>
              <p:spPr bwMode="auto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3" name="Line 41"/>
                <p:cNvSpPr>
                  <a:spLocks noChangeShapeType="1"/>
                </p:cNvSpPr>
                <p:nvPr/>
              </p:nvSpPr>
              <p:spPr bwMode="auto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4" name="Line 42"/>
                <p:cNvSpPr>
                  <a:spLocks noChangeShapeType="1"/>
                </p:cNvSpPr>
                <p:nvPr/>
              </p:nvSpPr>
              <p:spPr bwMode="auto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5" name="Line 43"/>
                <p:cNvSpPr>
                  <a:spLocks noChangeShapeType="1"/>
                </p:cNvSpPr>
                <p:nvPr/>
              </p:nvSpPr>
              <p:spPr bwMode="auto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6" name="Line 44"/>
                <p:cNvSpPr>
                  <a:spLocks noChangeShapeType="1"/>
                </p:cNvSpPr>
                <p:nvPr/>
              </p:nvSpPr>
              <p:spPr bwMode="auto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7" name="Line 45"/>
                <p:cNvSpPr>
                  <a:spLocks noChangeShapeType="1"/>
                </p:cNvSpPr>
                <p:nvPr/>
              </p:nvSpPr>
              <p:spPr bwMode="auto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8" name="Line 46"/>
                <p:cNvSpPr>
                  <a:spLocks noChangeShapeType="1"/>
                </p:cNvSpPr>
                <p:nvPr/>
              </p:nvSpPr>
              <p:spPr bwMode="auto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9" name="Line 47"/>
                <p:cNvSpPr>
                  <a:spLocks noChangeShapeType="1"/>
                </p:cNvSpPr>
                <p:nvPr/>
              </p:nvSpPr>
              <p:spPr bwMode="auto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0" name="Line 48"/>
                <p:cNvSpPr>
                  <a:spLocks noChangeShapeType="1"/>
                </p:cNvSpPr>
                <p:nvPr/>
              </p:nvSpPr>
              <p:spPr bwMode="auto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1" name="Line 49"/>
                <p:cNvSpPr>
                  <a:spLocks noChangeShapeType="1"/>
                </p:cNvSpPr>
                <p:nvPr/>
              </p:nvSpPr>
              <p:spPr bwMode="auto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2" name="Line 50"/>
                <p:cNvSpPr>
                  <a:spLocks noChangeShapeType="1"/>
                </p:cNvSpPr>
                <p:nvPr/>
              </p:nvSpPr>
              <p:spPr bwMode="auto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3" name="Line 51"/>
                <p:cNvSpPr>
                  <a:spLocks noChangeShapeType="1"/>
                </p:cNvSpPr>
                <p:nvPr/>
              </p:nvSpPr>
              <p:spPr bwMode="auto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4" name="Line 52"/>
                <p:cNvSpPr>
                  <a:spLocks noChangeShapeType="1"/>
                </p:cNvSpPr>
                <p:nvPr/>
              </p:nvSpPr>
              <p:spPr bwMode="auto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5" name="Line 53"/>
                <p:cNvSpPr>
                  <a:spLocks noChangeShapeType="1"/>
                </p:cNvSpPr>
                <p:nvPr/>
              </p:nvSpPr>
              <p:spPr bwMode="auto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6" name="Line 54"/>
                <p:cNvSpPr>
                  <a:spLocks noChangeShapeType="1"/>
                </p:cNvSpPr>
                <p:nvPr/>
              </p:nvSpPr>
              <p:spPr bwMode="auto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7" name="Line 55"/>
                <p:cNvSpPr>
                  <a:spLocks noChangeShapeType="1"/>
                </p:cNvSpPr>
                <p:nvPr/>
              </p:nvSpPr>
              <p:spPr bwMode="auto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8" name="Line 56"/>
                <p:cNvSpPr>
                  <a:spLocks noChangeShapeType="1"/>
                </p:cNvSpPr>
                <p:nvPr/>
              </p:nvSpPr>
              <p:spPr bwMode="auto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</p:grpSp>
          <p:sp>
            <p:nvSpPr>
              <p:cNvPr id="17" name="Line 57"/>
              <p:cNvSpPr>
                <a:spLocks noChangeShapeType="1"/>
              </p:cNvSpPr>
              <p:nvPr/>
            </p:nvSpPr>
            <p:spPr bwMode="ltGray">
              <a:xfrm>
                <a:off x="5568" y="0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  <p:grpSp>
          <p:nvGrpSpPr>
            <p:cNvPr id="6" name="Group 58"/>
            <p:cNvGrpSpPr/>
            <p:nvPr userDrawn="1"/>
          </p:nvGrpSpPr>
          <p:grpSpPr bwMode="auto">
            <a:xfrm>
              <a:off x="3" y="559"/>
              <a:ext cx="4192" cy="1796"/>
              <a:chOff x="3" y="559"/>
              <a:chExt cx="4192" cy="1796"/>
            </a:xfrm>
          </p:grpSpPr>
          <p:sp>
            <p:nvSpPr>
              <p:cNvPr id="11" name="Line 59"/>
              <p:cNvSpPr>
                <a:spLocks noChangeShapeType="1"/>
              </p:cNvSpPr>
              <p:nvPr/>
            </p:nvSpPr>
            <p:spPr bwMode="ltGray">
              <a:xfrm>
                <a:off x="506" y="559"/>
                <a:ext cx="0" cy="179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2" name="Line 60"/>
              <p:cNvSpPr>
                <a:spLocks noChangeShapeType="1"/>
              </p:cNvSpPr>
              <p:nvPr/>
            </p:nvSpPr>
            <p:spPr bwMode="ltGray">
              <a:xfrm flipH="1" flipV="1">
                <a:off x="3" y="1924"/>
                <a:ext cx="32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3" name="Line 61"/>
              <p:cNvSpPr>
                <a:spLocks noChangeShapeType="1"/>
              </p:cNvSpPr>
              <p:nvPr/>
            </p:nvSpPr>
            <p:spPr bwMode="ltGray">
              <a:xfrm flipH="1" flipV="1">
                <a:off x="384" y="938"/>
                <a:ext cx="38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4" name="Arc 62"/>
              <p:cNvSpPr/>
              <p:nvPr/>
            </p:nvSpPr>
            <p:spPr bwMode="ltGray">
              <a:xfrm rot="16200000" flipH="1">
                <a:off x="404" y="840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  <p:grpSp>
          <p:nvGrpSpPr>
            <p:cNvPr id="7" name="Group 63"/>
            <p:cNvGrpSpPr/>
            <p:nvPr userDrawn="1"/>
          </p:nvGrpSpPr>
          <p:grpSpPr bwMode="auto">
            <a:xfrm>
              <a:off x="1480" y="1952"/>
              <a:ext cx="3808" cy="1812"/>
              <a:chOff x="1480" y="1952"/>
              <a:chExt cx="3808" cy="1812"/>
            </a:xfrm>
          </p:grpSpPr>
          <p:sp>
            <p:nvSpPr>
              <p:cNvPr id="8" name="Line 64"/>
              <p:cNvSpPr>
                <a:spLocks noChangeShapeType="1"/>
              </p:cNvSpPr>
              <p:nvPr/>
            </p:nvSpPr>
            <p:spPr bwMode="ltGray">
              <a:xfrm flipV="1">
                <a:off x="1480" y="3442"/>
                <a:ext cx="38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9" name="Line 65"/>
              <p:cNvSpPr>
                <a:spLocks noChangeShapeType="1"/>
              </p:cNvSpPr>
              <p:nvPr/>
            </p:nvSpPr>
            <p:spPr bwMode="ltGray">
              <a:xfrm flipH="1">
                <a:off x="5172" y="1952"/>
                <a:ext cx="0" cy="181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0" name="Arc 66"/>
              <p:cNvSpPr/>
              <p:nvPr/>
            </p:nvSpPr>
            <p:spPr bwMode="ltGray">
              <a:xfrm rot="5400000">
                <a:off x="5077" y="3329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</p:grpSp>
      <p:sp>
        <p:nvSpPr>
          <p:cNvPr id="6211" name="Rectangle 67"/>
          <p:cNvSpPr>
            <a:spLocks noGrp="1" noChangeArrowheads="1"/>
          </p:cNvSpPr>
          <p:nvPr>
            <p:ph type="ctrTitle"/>
          </p:nvPr>
        </p:nvSpPr>
        <p:spPr bwMode="auto">
          <a:xfrm>
            <a:off x="990600" y="1752600"/>
            <a:ext cx="7772400" cy="11430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6212" name="Rectangle 68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990600" y="3309938"/>
            <a:ext cx="6400800" cy="17526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0" indent="0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69" name="Rectangle 69"/>
          <p:cNvSpPr>
            <a:spLocks noGrp="1" noChangeArrowheads="1"/>
          </p:cNvSpPr>
          <p:nvPr>
            <p:ph type="dt" sz="quarter" idx="10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buFontTx/>
              <a:buNone/>
              <a:defRPr kumimoji="0" sz="14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0" name="Rectangle 70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ctr">
              <a:buFontTx/>
              <a:buNone/>
              <a:defRPr kumimoji="0" sz="14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" name="Rectangle 71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>
              <a:defRPr sz="1400">
                <a:ea typeface="宋体" panose="02010600030101010101" pitchFamily="2" charset="-122"/>
              </a:defRPr>
            </a:lvl1pPr>
          </a:lstStyle>
          <a:p>
            <a:fld id="{32CD4D5D-F473-42C2-941C-D2F2896D9BE9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/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5" name="Group 3"/>
            <p:cNvGrpSpPr/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15" name="Rectangle 4"/>
              <p:cNvSpPr>
                <a:spLocks noChangeArrowheads="1"/>
              </p:cNvSpPr>
              <p:nvPr/>
            </p:nvSpPr>
            <p:spPr bwMode="ltGray">
              <a:xfrm>
                <a:off x="2112" y="0"/>
                <a:ext cx="3648" cy="9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grpSp>
            <p:nvGrpSpPr>
              <p:cNvPr id="16" name="Group 5"/>
              <p:cNvGrpSpPr/>
              <p:nvPr userDrawn="1"/>
            </p:nvGrpSpPr>
            <p:grpSpPr bwMode="auto">
              <a:xfrm>
                <a:off x="0" y="0"/>
                <a:ext cx="5760" cy="4320"/>
                <a:chOff x="0" y="0"/>
                <a:chExt cx="5760" cy="4320"/>
              </a:xfrm>
            </p:grpSpPr>
            <p:sp>
              <p:nvSpPr>
                <p:cNvPr id="18" name="Line 6"/>
                <p:cNvSpPr>
                  <a:spLocks noChangeShapeType="1"/>
                </p:cNvSpPr>
                <p:nvPr/>
              </p:nvSpPr>
              <p:spPr bwMode="auto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9" name="Line 7"/>
                <p:cNvSpPr>
                  <a:spLocks noChangeShapeType="1"/>
                </p:cNvSpPr>
                <p:nvPr/>
              </p:nvSpPr>
              <p:spPr bwMode="auto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0" name="Line 8"/>
                <p:cNvSpPr>
                  <a:spLocks noChangeShapeType="1"/>
                </p:cNvSpPr>
                <p:nvPr/>
              </p:nvSpPr>
              <p:spPr bwMode="auto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1" name="Line 9"/>
                <p:cNvSpPr>
                  <a:spLocks noChangeShapeType="1"/>
                </p:cNvSpPr>
                <p:nvPr/>
              </p:nvSpPr>
              <p:spPr bwMode="auto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2" name="Line 10"/>
                <p:cNvSpPr>
                  <a:spLocks noChangeShapeType="1"/>
                </p:cNvSpPr>
                <p:nvPr/>
              </p:nvSpPr>
              <p:spPr bwMode="auto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3" name="Line 11"/>
                <p:cNvSpPr>
                  <a:spLocks noChangeShapeType="1"/>
                </p:cNvSpPr>
                <p:nvPr/>
              </p:nvSpPr>
              <p:spPr bwMode="auto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4" name="Line 12"/>
                <p:cNvSpPr>
                  <a:spLocks noChangeShapeType="1"/>
                </p:cNvSpPr>
                <p:nvPr/>
              </p:nvSpPr>
              <p:spPr bwMode="auto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5" name="Line 13"/>
                <p:cNvSpPr>
                  <a:spLocks noChangeShapeType="1"/>
                </p:cNvSpPr>
                <p:nvPr/>
              </p:nvSpPr>
              <p:spPr bwMode="auto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6" name="Line 14"/>
                <p:cNvSpPr>
                  <a:spLocks noChangeShapeType="1"/>
                </p:cNvSpPr>
                <p:nvPr/>
              </p:nvSpPr>
              <p:spPr bwMode="auto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7" name="Line 15"/>
                <p:cNvSpPr>
                  <a:spLocks noChangeShapeType="1"/>
                </p:cNvSpPr>
                <p:nvPr/>
              </p:nvSpPr>
              <p:spPr bwMode="auto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8" name="Line 16"/>
                <p:cNvSpPr>
                  <a:spLocks noChangeShapeType="1"/>
                </p:cNvSpPr>
                <p:nvPr/>
              </p:nvSpPr>
              <p:spPr bwMode="auto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9" name="Line 17"/>
                <p:cNvSpPr>
                  <a:spLocks noChangeShapeType="1"/>
                </p:cNvSpPr>
                <p:nvPr/>
              </p:nvSpPr>
              <p:spPr bwMode="auto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0" name="Line 18"/>
                <p:cNvSpPr>
                  <a:spLocks noChangeShapeType="1"/>
                </p:cNvSpPr>
                <p:nvPr/>
              </p:nvSpPr>
              <p:spPr bwMode="auto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1" name="Line 19"/>
                <p:cNvSpPr>
                  <a:spLocks noChangeShapeType="1"/>
                </p:cNvSpPr>
                <p:nvPr/>
              </p:nvSpPr>
              <p:spPr bwMode="auto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2" name="Line 20"/>
                <p:cNvSpPr>
                  <a:spLocks noChangeShapeType="1"/>
                </p:cNvSpPr>
                <p:nvPr/>
              </p:nvSpPr>
              <p:spPr bwMode="auto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3" name="Line 21"/>
                <p:cNvSpPr>
                  <a:spLocks noChangeShapeType="1"/>
                </p:cNvSpPr>
                <p:nvPr/>
              </p:nvSpPr>
              <p:spPr bwMode="auto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4" name="Line 22"/>
                <p:cNvSpPr>
                  <a:spLocks noChangeShapeType="1"/>
                </p:cNvSpPr>
                <p:nvPr/>
              </p:nvSpPr>
              <p:spPr bwMode="auto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5" name="Line 23"/>
                <p:cNvSpPr>
                  <a:spLocks noChangeShapeType="1"/>
                </p:cNvSpPr>
                <p:nvPr/>
              </p:nvSpPr>
              <p:spPr bwMode="auto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6" name="Line 24"/>
                <p:cNvSpPr>
                  <a:spLocks noChangeShapeType="1"/>
                </p:cNvSpPr>
                <p:nvPr/>
              </p:nvSpPr>
              <p:spPr bwMode="auto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7" name="Line 25"/>
                <p:cNvSpPr>
                  <a:spLocks noChangeShapeType="1"/>
                </p:cNvSpPr>
                <p:nvPr/>
              </p:nvSpPr>
              <p:spPr bwMode="auto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8" name="Line 26"/>
                <p:cNvSpPr>
                  <a:spLocks noChangeShapeType="1"/>
                </p:cNvSpPr>
                <p:nvPr/>
              </p:nvSpPr>
              <p:spPr bwMode="auto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9" name="Line 27"/>
                <p:cNvSpPr>
                  <a:spLocks noChangeShapeType="1"/>
                </p:cNvSpPr>
                <p:nvPr/>
              </p:nvSpPr>
              <p:spPr bwMode="auto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0" name="Line 28"/>
                <p:cNvSpPr>
                  <a:spLocks noChangeShapeType="1"/>
                </p:cNvSpPr>
                <p:nvPr/>
              </p:nvSpPr>
              <p:spPr bwMode="auto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1" name="Line 29"/>
                <p:cNvSpPr>
                  <a:spLocks noChangeShapeType="1"/>
                </p:cNvSpPr>
                <p:nvPr/>
              </p:nvSpPr>
              <p:spPr bwMode="auto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2" name="Line 30"/>
                <p:cNvSpPr>
                  <a:spLocks noChangeShapeType="1"/>
                </p:cNvSpPr>
                <p:nvPr/>
              </p:nvSpPr>
              <p:spPr bwMode="auto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3" name="Line 31"/>
                <p:cNvSpPr>
                  <a:spLocks noChangeShapeType="1"/>
                </p:cNvSpPr>
                <p:nvPr/>
              </p:nvSpPr>
              <p:spPr bwMode="auto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4" name="Line 32"/>
                <p:cNvSpPr>
                  <a:spLocks noChangeShapeType="1"/>
                </p:cNvSpPr>
                <p:nvPr/>
              </p:nvSpPr>
              <p:spPr bwMode="auto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5" name="Line 33"/>
                <p:cNvSpPr>
                  <a:spLocks noChangeShapeType="1"/>
                </p:cNvSpPr>
                <p:nvPr/>
              </p:nvSpPr>
              <p:spPr bwMode="auto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6" name="Line 34"/>
                <p:cNvSpPr>
                  <a:spLocks noChangeShapeType="1"/>
                </p:cNvSpPr>
                <p:nvPr/>
              </p:nvSpPr>
              <p:spPr bwMode="auto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7" name="Line 35"/>
                <p:cNvSpPr>
                  <a:spLocks noChangeShapeType="1"/>
                </p:cNvSpPr>
                <p:nvPr/>
              </p:nvSpPr>
              <p:spPr bwMode="auto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8" name="Line 36"/>
                <p:cNvSpPr>
                  <a:spLocks noChangeShapeType="1"/>
                </p:cNvSpPr>
                <p:nvPr/>
              </p:nvSpPr>
              <p:spPr bwMode="auto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9" name="Line 37"/>
                <p:cNvSpPr>
                  <a:spLocks noChangeShapeType="1"/>
                </p:cNvSpPr>
                <p:nvPr/>
              </p:nvSpPr>
              <p:spPr bwMode="auto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0" name="Line 38"/>
                <p:cNvSpPr>
                  <a:spLocks noChangeShapeType="1"/>
                </p:cNvSpPr>
                <p:nvPr/>
              </p:nvSpPr>
              <p:spPr bwMode="auto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1" name="Line 39"/>
                <p:cNvSpPr>
                  <a:spLocks noChangeShapeType="1"/>
                </p:cNvSpPr>
                <p:nvPr/>
              </p:nvSpPr>
              <p:spPr bwMode="auto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2" name="Line 40"/>
                <p:cNvSpPr>
                  <a:spLocks noChangeShapeType="1"/>
                </p:cNvSpPr>
                <p:nvPr/>
              </p:nvSpPr>
              <p:spPr bwMode="auto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3" name="Line 41"/>
                <p:cNvSpPr>
                  <a:spLocks noChangeShapeType="1"/>
                </p:cNvSpPr>
                <p:nvPr/>
              </p:nvSpPr>
              <p:spPr bwMode="auto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4" name="Line 42"/>
                <p:cNvSpPr>
                  <a:spLocks noChangeShapeType="1"/>
                </p:cNvSpPr>
                <p:nvPr/>
              </p:nvSpPr>
              <p:spPr bwMode="auto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5" name="Line 43"/>
                <p:cNvSpPr>
                  <a:spLocks noChangeShapeType="1"/>
                </p:cNvSpPr>
                <p:nvPr/>
              </p:nvSpPr>
              <p:spPr bwMode="auto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6" name="Line 44"/>
                <p:cNvSpPr>
                  <a:spLocks noChangeShapeType="1"/>
                </p:cNvSpPr>
                <p:nvPr/>
              </p:nvSpPr>
              <p:spPr bwMode="auto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7" name="Line 45"/>
                <p:cNvSpPr>
                  <a:spLocks noChangeShapeType="1"/>
                </p:cNvSpPr>
                <p:nvPr/>
              </p:nvSpPr>
              <p:spPr bwMode="auto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8" name="Line 46"/>
                <p:cNvSpPr>
                  <a:spLocks noChangeShapeType="1"/>
                </p:cNvSpPr>
                <p:nvPr/>
              </p:nvSpPr>
              <p:spPr bwMode="auto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9" name="Line 47"/>
                <p:cNvSpPr>
                  <a:spLocks noChangeShapeType="1"/>
                </p:cNvSpPr>
                <p:nvPr/>
              </p:nvSpPr>
              <p:spPr bwMode="auto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0" name="Line 48"/>
                <p:cNvSpPr>
                  <a:spLocks noChangeShapeType="1"/>
                </p:cNvSpPr>
                <p:nvPr/>
              </p:nvSpPr>
              <p:spPr bwMode="auto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1" name="Line 49"/>
                <p:cNvSpPr>
                  <a:spLocks noChangeShapeType="1"/>
                </p:cNvSpPr>
                <p:nvPr/>
              </p:nvSpPr>
              <p:spPr bwMode="auto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2" name="Line 50"/>
                <p:cNvSpPr>
                  <a:spLocks noChangeShapeType="1"/>
                </p:cNvSpPr>
                <p:nvPr/>
              </p:nvSpPr>
              <p:spPr bwMode="auto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3" name="Line 51"/>
                <p:cNvSpPr>
                  <a:spLocks noChangeShapeType="1"/>
                </p:cNvSpPr>
                <p:nvPr/>
              </p:nvSpPr>
              <p:spPr bwMode="auto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4" name="Line 52"/>
                <p:cNvSpPr>
                  <a:spLocks noChangeShapeType="1"/>
                </p:cNvSpPr>
                <p:nvPr/>
              </p:nvSpPr>
              <p:spPr bwMode="auto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5" name="Line 53"/>
                <p:cNvSpPr>
                  <a:spLocks noChangeShapeType="1"/>
                </p:cNvSpPr>
                <p:nvPr/>
              </p:nvSpPr>
              <p:spPr bwMode="auto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6" name="Line 54"/>
                <p:cNvSpPr>
                  <a:spLocks noChangeShapeType="1"/>
                </p:cNvSpPr>
                <p:nvPr/>
              </p:nvSpPr>
              <p:spPr bwMode="auto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7" name="Line 55"/>
                <p:cNvSpPr>
                  <a:spLocks noChangeShapeType="1"/>
                </p:cNvSpPr>
                <p:nvPr/>
              </p:nvSpPr>
              <p:spPr bwMode="auto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8" name="Line 56"/>
                <p:cNvSpPr>
                  <a:spLocks noChangeShapeType="1"/>
                </p:cNvSpPr>
                <p:nvPr/>
              </p:nvSpPr>
              <p:spPr bwMode="auto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</p:grpSp>
          <p:sp>
            <p:nvSpPr>
              <p:cNvPr id="17" name="Line 57"/>
              <p:cNvSpPr>
                <a:spLocks noChangeShapeType="1"/>
              </p:cNvSpPr>
              <p:nvPr/>
            </p:nvSpPr>
            <p:spPr bwMode="ltGray">
              <a:xfrm>
                <a:off x="5568" y="0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  <p:grpSp>
          <p:nvGrpSpPr>
            <p:cNvPr id="6" name="Group 58"/>
            <p:cNvGrpSpPr/>
            <p:nvPr userDrawn="1"/>
          </p:nvGrpSpPr>
          <p:grpSpPr bwMode="auto">
            <a:xfrm>
              <a:off x="3" y="559"/>
              <a:ext cx="4192" cy="1796"/>
              <a:chOff x="3" y="559"/>
              <a:chExt cx="4192" cy="1796"/>
            </a:xfrm>
          </p:grpSpPr>
          <p:sp>
            <p:nvSpPr>
              <p:cNvPr id="11" name="Line 59"/>
              <p:cNvSpPr>
                <a:spLocks noChangeShapeType="1"/>
              </p:cNvSpPr>
              <p:nvPr/>
            </p:nvSpPr>
            <p:spPr bwMode="ltGray">
              <a:xfrm>
                <a:off x="506" y="559"/>
                <a:ext cx="0" cy="179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2" name="Line 60"/>
              <p:cNvSpPr>
                <a:spLocks noChangeShapeType="1"/>
              </p:cNvSpPr>
              <p:nvPr/>
            </p:nvSpPr>
            <p:spPr bwMode="ltGray">
              <a:xfrm flipH="1" flipV="1">
                <a:off x="3" y="1924"/>
                <a:ext cx="32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3" name="Line 61"/>
              <p:cNvSpPr>
                <a:spLocks noChangeShapeType="1"/>
              </p:cNvSpPr>
              <p:nvPr/>
            </p:nvSpPr>
            <p:spPr bwMode="ltGray">
              <a:xfrm flipH="1" flipV="1">
                <a:off x="384" y="938"/>
                <a:ext cx="38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4" name="Arc 62"/>
              <p:cNvSpPr/>
              <p:nvPr/>
            </p:nvSpPr>
            <p:spPr bwMode="ltGray">
              <a:xfrm rot="16200000" flipH="1">
                <a:off x="404" y="839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  <p:grpSp>
          <p:nvGrpSpPr>
            <p:cNvPr id="7" name="Group 63"/>
            <p:cNvGrpSpPr/>
            <p:nvPr userDrawn="1"/>
          </p:nvGrpSpPr>
          <p:grpSpPr bwMode="auto">
            <a:xfrm>
              <a:off x="1480" y="1952"/>
              <a:ext cx="3808" cy="1812"/>
              <a:chOff x="1480" y="1952"/>
              <a:chExt cx="3808" cy="1812"/>
            </a:xfrm>
          </p:grpSpPr>
          <p:sp>
            <p:nvSpPr>
              <p:cNvPr id="8" name="Line 64"/>
              <p:cNvSpPr>
                <a:spLocks noChangeShapeType="1"/>
              </p:cNvSpPr>
              <p:nvPr/>
            </p:nvSpPr>
            <p:spPr bwMode="ltGray">
              <a:xfrm flipV="1">
                <a:off x="1480" y="3442"/>
                <a:ext cx="38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9" name="Line 65"/>
              <p:cNvSpPr>
                <a:spLocks noChangeShapeType="1"/>
              </p:cNvSpPr>
              <p:nvPr/>
            </p:nvSpPr>
            <p:spPr bwMode="ltGray">
              <a:xfrm flipH="1">
                <a:off x="5172" y="1952"/>
                <a:ext cx="0" cy="181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0" name="Arc 66"/>
              <p:cNvSpPr/>
              <p:nvPr/>
            </p:nvSpPr>
            <p:spPr bwMode="ltGray">
              <a:xfrm rot="5400000">
                <a:off x="5076" y="3327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</p:grpSp>
      <p:sp>
        <p:nvSpPr>
          <p:cNvPr id="6211" name="Rectangle 67"/>
          <p:cNvSpPr>
            <a:spLocks noGrp="1" noChangeArrowheads="1"/>
          </p:cNvSpPr>
          <p:nvPr>
            <p:ph type="ctrTitle"/>
          </p:nvPr>
        </p:nvSpPr>
        <p:spPr bwMode="auto">
          <a:xfrm>
            <a:off x="990600" y="1752600"/>
            <a:ext cx="7772400" cy="11430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6212" name="Rectangle 68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990600" y="3309938"/>
            <a:ext cx="6400800" cy="17526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0" indent="0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69" name="Rectangle 69"/>
          <p:cNvSpPr>
            <a:spLocks noGrp="1" noChangeArrowheads="1"/>
          </p:cNvSpPr>
          <p:nvPr>
            <p:ph type="dt" sz="quarter" idx="10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buFontTx/>
              <a:buNone/>
              <a:defRPr kumimoji="0" sz="14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0" name="Rectangle 70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ctr">
              <a:buFontTx/>
              <a:buNone/>
              <a:defRPr kumimoji="0" sz="14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" name="Rectangle 71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>
              <a:defRPr sz="1400">
                <a:ea typeface="宋体" panose="02010600030101010101" pitchFamily="2" charset="-122"/>
              </a:defRPr>
            </a:lvl1pPr>
          </a:lstStyle>
          <a:p>
            <a:fld id="{DD5EB0D0-02BD-4777-BB43-2595C06EC3B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</p:spTree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</p:spTree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</p:spTree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/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5" name="Group 3"/>
            <p:cNvGrpSpPr/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15" name="Rectangle 4"/>
              <p:cNvSpPr>
                <a:spLocks noChangeArrowheads="1"/>
              </p:cNvSpPr>
              <p:nvPr/>
            </p:nvSpPr>
            <p:spPr bwMode="ltGray">
              <a:xfrm>
                <a:off x="2112" y="0"/>
                <a:ext cx="3648" cy="9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grpSp>
            <p:nvGrpSpPr>
              <p:cNvPr id="16" name="Group 5"/>
              <p:cNvGrpSpPr/>
              <p:nvPr userDrawn="1"/>
            </p:nvGrpSpPr>
            <p:grpSpPr bwMode="auto">
              <a:xfrm>
                <a:off x="0" y="0"/>
                <a:ext cx="5760" cy="4320"/>
                <a:chOff x="0" y="0"/>
                <a:chExt cx="5760" cy="4320"/>
              </a:xfrm>
            </p:grpSpPr>
            <p:sp>
              <p:nvSpPr>
                <p:cNvPr id="18" name="Line 6"/>
                <p:cNvSpPr>
                  <a:spLocks noChangeShapeType="1"/>
                </p:cNvSpPr>
                <p:nvPr/>
              </p:nvSpPr>
              <p:spPr bwMode="auto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9" name="Line 7"/>
                <p:cNvSpPr>
                  <a:spLocks noChangeShapeType="1"/>
                </p:cNvSpPr>
                <p:nvPr/>
              </p:nvSpPr>
              <p:spPr bwMode="auto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0" name="Line 8"/>
                <p:cNvSpPr>
                  <a:spLocks noChangeShapeType="1"/>
                </p:cNvSpPr>
                <p:nvPr/>
              </p:nvSpPr>
              <p:spPr bwMode="auto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1" name="Line 9"/>
                <p:cNvSpPr>
                  <a:spLocks noChangeShapeType="1"/>
                </p:cNvSpPr>
                <p:nvPr/>
              </p:nvSpPr>
              <p:spPr bwMode="auto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2" name="Line 10"/>
                <p:cNvSpPr>
                  <a:spLocks noChangeShapeType="1"/>
                </p:cNvSpPr>
                <p:nvPr/>
              </p:nvSpPr>
              <p:spPr bwMode="auto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3" name="Line 11"/>
                <p:cNvSpPr>
                  <a:spLocks noChangeShapeType="1"/>
                </p:cNvSpPr>
                <p:nvPr/>
              </p:nvSpPr>
              <p:spPr bwMode="auto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4" name="Line 12"/>
                <p:cNvSpPr>
                  <a:spLocks noChangeShapeType="1"/>
                </p:cNvSpPr>
                <p:nvPr/>
              </p:nvSpPr>
              <p:spPr bwMode="auto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5" name="Line 13"/>
                <p:cNvSpPr>
                  <a:spLocks noChangeShapeType="1"/>
                </p:cNvSpPr>
                <p:nvPr/>
              </p:nvSpPr>
              <p:spPr bwMode="auto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6" name="Line 14"/>
                <p:cNvSpPr>
                  <a:spLocks noChangeShapeType="1"/>
                </p:cNvSpPr>
                <p:nvPr/>
              </p:nvSpPr>
              <p:spPr bwMode="auto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7" name="Line 15"/>
                <p:cNvSpPr>
                  <a:spLocks noChangeShapeType="1"/>
                </p:cNvSpPr>
                <p:nvPr/>
              </p:nvSpPr>
              <p:spPr bwMode="auto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8" name="Line 16"/>
                <p:cNvSpPr>
                  <a:spLocks noChangeShapeType="1"/>
                </p:cNvSpPr>
                <p:nvPr/>
              </p:nvSpPr>
              <p:spPr bwMode="auto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9" name="Line 17"/>
                <p:cNvSpPr>
                  <a:spLocks noChangeShapeType="1"/>
                </p:cNvSpPr>
                <p:nvPr/>
              </p:nvSpPr>
              <p:spPr bwMode="auto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0" name="Line 18"/>
                <p:cNvSpPr>
                  <a:spLocks noChangeShapeType="1"/>
                </p:cNvSpPr>
                <p:nvPr/>
              </p:nvSpPr>
              <p:spPr bwMode="auto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1" name="Line 19"/>
                <p:cNvSpPr>
                  <a:spLocks noChangeShapeType="1"/>
                </p:cNvSpPr>
                <p:nvPr/>
              </p:nvSpPr>
              <p:spPr bwMode="auto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2" name="Line 20"/>
                <p:cNvSpPr>
                  <a:spLocks noChangeShapeType="1"/>
                </p:cNvSpPr>
                <p:nvPr/>
              </p:nvSpPr>
              <p:spPr bwMode="auto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3" name="Line 21"/>
                <p:cNvSpPr>
                  <a:spLocks noChangeShapeType="1"/>
                </p:cNvSpPr>
                <p:nvPr/>
              </p:nvSpPr>
              <p:spPr bwMode="auto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4" name="Line 22"/>
                <p:cNvSpPr>
                  <a:spLocks noChangeShapeType="1"/>
                </p:cNvSpPr>
                <p:nvPr/>
              </p:nvSpPr>
              <p:spPr bwMode="auto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5" name="Line 23"/>
                <p:cNvSpPr>
                  <a:spLocks noChangeShapeType="1"/>
                </p:cNvSpPr>
                <p:nvPr/>
              </p:nvSpPr>
              <p:spPr bwMode="auto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6" name="Line 24"/>
                <p:cNvSpPr>
                  <a:spLocks noChangeShapeType="1"/>
                </p:cNvSpPr>
                <p:nvPr/>
              </p:nvSpPr>
              <p:spPr bwMode="auto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7" name="Line 25"/>
                <p:cNvSpPr>
                  <a:spLocks noChangeShapeType="1"/>
                </p:cNvSpPr>
                <p:nvPr/>
              </p:nvSpPr>
              <p:spPr bwMode="auto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8" name="Line 26"/>
                <p:cNvSpPr>
                  <a:spLocks noChangeShapeType="1"/>
                </p:cNvSpPr>
                <p:nvPr/>
              </p:nvSpPr>
              <p:spPr bwMode="auto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9" name="Line 27"/>
                <p:cNvSpPr>
                  <a:spLocks noChangeShapeType="1"/>
                </p:cNvSpPr>
                <p:nvPr/>
              </p:nvSpPr>
              <p:spPr bwMode="auto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0" name="Line 28"/>
                <p:cNvSpPr>
                  <a:spLocks noChangeShapeType="1"/>
                </p:cNvSpPr>
                <p:nvPr/>
              </p:nvSpPr>
              <p:spPr bwMode="auto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1" name="Line 29"/>
                <p:cNvSpPr>
                  <a:spLocks noChangeShapeType="1"/>
                </p:cNvSpPr>
                <p:nvPr/>
              </p:nvSpPr>
              <p:spPr bwMode="auto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2" name="Line 30"/>
                <p:cNvSpPr>
                  <a:spLocks noChangeShapeType="1"/>
                </p:cNvSpPr>
                <p:nvPr/>
              </p:nvSpPr>
              <p:spPr bwMode="auto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3" name="Line 31"/>
                <p:cNvSpPr>
                  <a:spLocks noChangeShapeType="1"/>
                </p:cNvSpPr>
                <p:nvPr/>
              </p:nvSpPr>
              <p:spPr bwMode="auto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4" name="Line 32"/>
                <p:cNvSpPr>
                  <a:spLocks noChangeShapeType="1"/>
                </p:cNvSpPr>
                <p:nvPr/>
              </p:nvSpPr>
              <p:spPr bwMode="auto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5" name="Line 33"/>
                <p:cNvSpPr>
                  <a:spLocks noChangeShapeType="1"/>
                </p:cNvSpPr>
                <p:nvPr/>
              </p:nvSpPr>
              <p:spPr bwMode="auto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6" name="Line 34"/>
                <p:cNvSpPr>
                  <a:spLocks noChangeShapeType="1"/>
                </p:cNvSpPr>
                <p:nvPr/>
              </p:nvSpPr>
              <p:spPr bwMode="auto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7" name="Line 35"/>
                <p:cNvSpPr>
                  <a:spLocks noChangeShapeType="1"/>
                </p:cNvSpPr>
                <p:nvPr/>
              </p:nvSpPr>
              <p:spPr bwMode="auto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8" name="Line 36"/>
                <p:cNvSpPr>
                  <a:spLocks noChangeShapeType="1"/>
                </p:cNvSpPr>
                <p:nvPr/>
              </p:nvSpPr>
              <p:spPr bwMode="auto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9" name="Line 37"/>
                <p:cNvSpPr>
                  <a:spLocks noChangeShapeType="1"/>
                </p:cNvSpPr>
                <p:nvPr/>
              </p:nvSpPr>
              <p:spPr bwMode="auto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0" name="Line 38"/>
                <p:cNvSpPr>
                  <a:spLocks noChangeShapeType="1"/>
                </p:cNvSpPr>
                <p:nvPr/>
              </p:nvSpPr>
              <p:spPr bwMode="auto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1" name="Line 39"/>
                <p:cNvSpPr>
                  <a:spLocks noChangeShapeType="1"/>
                </p:cNvSpPr>
                <p:nvPr/>
              </p:nvSpPr>
              <p:spPr bwMode="auto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2" name="Line 40"/>
                <p:cNvSpPr>
                  <a:spLocks noChangeShapeType="1"/>
                </p:cNvSpPr>
                <p:nvPr/>
              </p:nvSpPr>
              <p:spPr bwMode="auto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3" name="Line 41"/>
                <p:cNvSpPr>
                  <a:spLocks noChangeShapeType="1"/>
                </p:cNvSpPr>
                <p:nvPr/>
              </p:nvSpPr>
              <p:spPr bwMode="auto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4" name="Line 42"/>
                <p:cNvSpPr>
                  <a:spLocks noChangeShapeType="1"/>
                </p:cNvSpPr>
                <p:nvPr/>
              </p:nvSpPr>
              <p:spPr bwMode="auto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5" name="Line 43"/>
                <p:cNvSpPr>
                  <a:spLocks noChangeShapeType="1"/>
                </p:cNvSpPr>
                <p:nvPr/>
              </p:nvSpPr>
              <p:spPr bwMode="auto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6" name="Line 44"/>
                <p:cNvSpPr>
                  <a:spLocks noChangeShapeType="1"/>
                </p:cNvSpPr>
                <p:nvPr/>
              </p:nvSpPr>
              <p:spPr bwMode="auto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7" name="Line 45"/>
                <p:cNvSpPr>
                  <a:spLocks noChangeShapeType="1"/>
                </p:cNvSpPr>
                <p:nvPr/>
              </p:nvSpPr>
              <p:spPr bwMode="auto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8" name="Line 46"/>
                <p:cNvSpPr>
                  <a:spLocks noChangeShapeType="1"/>
                </p:cNvSpPr>
                <p:nvPr/>
              </p:nvSpPr>
              <p:spPr bwMode="auto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9" name="Line 47"/>
                <p:cNvSpPr>
                  <a:spLocks noChangeShapeType="1"/>
                </p:cNvSpPr>
                <p:nvPr/>
              </p:nvSpPr>
              <p:spPr bwMode="auto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0" name="Line 48"/>
                <p:cNvSpPr>
                  <a:spLocks noChangeShapeType="1"/>
                </p:cNvSpPr>
                <p:nvPr/>
              </p:nvSpPr>
              <p:spPr bwMode="auto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1" name="Line 49"/>
                <p:cNvSpPr>
                  <a:spLocks noChangeShapeType="1"/>
                </p:cNvSpPr>
                <p:nvPr/>
              </p:nvSpPr>
              <p:spPr bwMode="auto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2" name="Line 50"/>
                <p:cNvSpPr>
                  <a:spLocks noChangeShapeType="1"/>
                </p:cNvSpPr>
                <p:nvPr/>
              </p:nvSpPr>
              <p:spPr bwMode="auto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3" name="Line 51"/>
                <p:cNvSpPr>
                  <a:spLocks noChangeShapeType="1"/>
                </p:cNvSpPr>
                <p:nvPr/>
              </p:nvSpPr>
              <p:spPr bwMode="auto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4" name="Line 52"/>
                <p:cNvSpPr>
                  <a:spLocks noChangeShapeType="1"/>
                </p:cNvSpPr>
                <p:nvPr/>
              </p:nvSpPr>
              <p:spPr bwMode="auto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5" name="Line 53"/>
                <p:cNvSpPr>
                  <a:spLocks noChangeShapeType="1"/>
                </p:cNvSpPr>
                <p:nvPr/>
              </p:nvSpPr>
              <p:spPr bwMode="auto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6" name="Line 54"/>
                <p:cNvSpPr>
                  <a:spLocks noChangeShapeType="1"/>
                </p:cNvSpPr>
                <p:nvPr/>
              </p:nvSpPr>
              <p:spPr bwMode="auto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7" name="Line 55"/>
                <p:cNvSpPr>
                  <a:spLocks noChangeShapeType="1"/>
                </p:cNvSpPr>
                <p:nvPr/>
              </p:nvSpPr>
              <p:spPr bwMode="auto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8" name="Line 56"/>
                <p:cNvSpPr>
                  <a:spLocks noChangeShapeType="1"/>
                </p:cNvSpPr>
                <p:nvPr/>
              </p:nvSpPr>
              <p:spPr bwMode="auto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</p:grpSp>
          <p:sp>
            <p:nvSpPr>
              <p:cNvPr id="17" name="Line 57"/>
              <p:cNvSpPr>
                <a:spLocks noChangeShapeType="1"/>
              </p:cNvSpPr>
              <p:nvPr/>
            </p:nvSpPr>
            <p:spPr bwMode="ltGray">
              <a:xfrm>
                <a:off x="5568" y="0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  <p:grpSp>
          <p:nvGrpSpPr>
            <p:cNvPr id="6" name="Group 58"/>
            <p:cNvGrpSpPr/>
            <p:nvPr userDrawn="1"/>
          </p:nvGrpSpPr>
          <p:grpSpPr bwMode="auto">
            <a:xfrm>
              <a:off x="3" y="559"/>
              <a:ext cx="4192" cy="1796"/>
              <a:chOff x="3" y="559"/>
              <a:chExt cx="4192" cy="1796"/>
            </a:xfrm>
          </p:grpSpPr>
          <p:sp>
            <p:nvSpPr>
              <p:cNvPr id="11" name="Line 59"/>
              <p:cNvSpPr>
                <a:spLocks noChangeShapeType="1"/>
              </p:cNvSpPr>
              <p:nvPr/>
            </p:nvSpPr>
            <p:spPr bwMode="ltGray">
              <a:xfrm>
                <a:off x="506" y="559"/>
                <a:ext cx="0" cy="179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2" name="Line 60"/>
              <p:cNvSpPr>
                <a:spLocks noChangeShapeType="1"/>
              </p:cNvSpPr>
              <p:nvPr/>
            </p:nvSpPr>
            <p:spPr bwMode="ltGray">
              <a:xfrm flipH="1" flipV="1">
                <a:off x="3" y="1924"/>
                <a:ext cx="32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3" name="Line 61"/>
              <p:cNvSpPr>
                <a:spLocks noChangeShapeType="1"/>
              </p:cNvSpPr>
              <p:nvPr/>
            </p:nvSpPr>
            <p:spPr bwMode="ltGray">
              <a:xfrm flipH="1" flipV="1">
                <a:off x="384" y="938"/>
                <a:ext cx="38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4" name="Arc 62"/>
              <p:cNvSpPr/>
              <p:nvPr/>
            </p:nvSpPr>
            <p:spPr bwMode="ltGray">
              <a:xfrm rot="16200000" flipH="1">
                <a:off x="404" y="840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  <p:grpSp>
          <p:nvGrpSpPr>
            <p:cNvPr id="7" name="Group 63"/>
            <p:cNvGrpSpPr/>
            <p:nvPr userDrawn="1"/>
          </p:nvGrpSpPr>
          <p:grpSpPr bwMode="auto">
            <a:xfrm>
              <a:off x="1480" y="1952"/>
              <a:ext cx="3808" cy="1812"/>
              <a:chOff x="1480" y="1952"/>
              <a:chExt cx="3808" cy="1812"/>
            </a:xfrm>
          </p:grpSpPr>
          <p:sp>
            <p:nvSpPr>
              <p:cNvPr id="8" name="Line 64"/>
              <p:cNvSpPr>
                <a:spLocks noChangeShapeType="1"/>
              </p:cNvSpPr>
              <p:nvPr/>
            </p:nvSpPr>
            <p:spPr bwMode="ltGray">
              <a:xfrm flipV="1">
                <a:off x="1480" y="3442"/>
                <a:ext cx="38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9" name="Line 65"/>
              <p:cNvSpPr>
                <a:spLocks noChangeShapeType="1"/>
              </p:cNvSpPr>
              <p:nvPr/>
            </p:nvSpPr>
            <p:spPr bwMode="ltGray">
              <a:xfrm flipH="1">
                <a:off x="5172" y="1952"/>
                <a:ext cx="0" cy="181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0" name="Arc 66"/>
              <p:cNvSpPr/>
              <p:nvPr/>
            </p:nvSpPr>
            <p:spPr bwMode="ltGray">
              <a:xfrm rot="5400000">
                <a:off x="5077" y="3329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</p:grpSp>
      <p:sp>
        <p:nvSpPr>
          <p:cNvPr id="6211" name="Rectangle 67"/>
          <p:cNvSpPr>
            <a:spLocks noGrp="1" noChangeArrowheads="1"/>
          </p:cNvSpPr>
          <p:nvPr>
            <p:ph type="ctrTitle"/>
          </p:nvPr>
        </p:nvSpPr>
        <p:spPr bwMode="auto">
          <a:xfrm>
            <a:off x="990600" y="1752600"/>
            <a:ext cx="7772400" cy="11430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6212" name="Rectangle 68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990600" y="3309938"/>
            <a:ext cx="6400800" cy="17526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0" indent="0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69" name="Rectangle 69"/>
          <p:cNvSpPr>
            <a:spLocks noGrp="1" noChangeArrowheads="1"/>
          </p:cNvSpPr>
          <p:nvPr>
            <p:ph type="dt" sz="quarter" idx="10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buFontTx/>
              <a:buNone/>
              <a:defRPr kumimoji="0" sz="14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0" name="Rectangle 70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ctr">
              <a:buFontTx/>
              <a:buNone/>
              <a:defRPr kumimoji="0" sz="14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" name="Rectangle 71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>
              <a:defRPr sz="1400">
                <a:ea typeface="宋体" panose="02010600030101010101" pitchFamily="2" charset="-122"/>
              </a:defRPr>
            </a:lvl1pPr>
          </a:lstStyle>
          <a:p>
            <a:fld id="{5DDF12EB-FC0D-41ED-9361-E2A6A480C959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</p:spTree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</p:spTree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</p:spTree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/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5" name="Group 3"/>
            <p:cNvGrpSpPr/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15" name="Rectangle 4"/>
              <p:cNvSpPr>
                <a:spLocks noChangeArrowheads="1"/>
              </p:cNvSpPr>
              <p:nvPr/>
            </p:nvSpPr>
            <p:spPr bwMode="ltGray">
              <a:xfrm>
                <a:off x="2112" y="0"/>
                <a:ext cx="3648" cy="9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grpSp>
            <p:nvGrpSpPr>
              <p:cNvPr id="16" name="Group 5"/>
              <p:cNvGrpSpPr/>
              <p:nvPr userDrawn="1"/>
            </p:nvGrpSpPr>
            <p:grpSpPr bwMode="auto">
              <a:xfrm>
                <a:off x="0" y="0"/>
                <a:ext cx="5760" cy="4320"/>
                <a:chOff x="0" y="0"/>
                <a:chExt cx="5760" cy="4320"/>
              </a:xfrm>
            </p:grpSpPr>
            <p:sp>
              <p:nvSpPr>
                <p:cNvPr id="18" name="Line 6"/>
                <p:cNvSpPr>
                  <a:spLocks noChangeShapeType="1"/>
                </p:cNvSpPr>
                <p:nvPr/>
              </p:nvSpPr>
              <p:spPr bwMode="auto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9" name="Line 7"/>
                <p:cNvSpPr>
                  <a:spLocks noChangeShapeType="1"/>
                </p:cNvSpPr>
                <p:nvPr/>
              </p:nvSpPr>
              <p:spPr bwMode="auto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0" name="Line 8"/>
                <p:cNvSpPr>
                  <a:spLocks noChangeShapeType="1"/>
                </p:cNvSpPr>
                <p:nvPr/>
              </p:nvSpPr>
              <p:spPr bwMode="auto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1" name="Line 9"/>
                <p:cNvSpPr>
                  <a:spLocks noChangeShapeType="1"/>
                </p:cNvSpPr>
                <p:nvPr/>
              </p:nvSpPr>
              <p:spPr bwMode="auto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2" name="Line 10"/>
                <p:cNvSpPr>
                  <a:spLocks noChangeShapeType="1"/>
                </p:cNvSpPr>
                <p:nvPr/>
              </p:nvSpPr>
              <p:spPr bwMode="auto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3" name="Line 11"/>
                <p:cNvSpPr>
                  <a:spLocks noChangeShapeType="1"/>
                </p:cNvSpPr>
                <p:nvPr/>
              </p:nvSpPr>
              <p:spPr bwMode="auto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4" name="Line 12"/>
                <p:cNvSpPr>
                  <a:spLocks noChangeShapeType="1"/>
                </p:cNvSpPr>
                <p:nvPr/>
              </p:nvSpPr>
              <p:spPr bwMode="auto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5" name="Line 13"/>
                <p:cNvSpPr>
                  <a:spLocks noChangeShapeType="1"/>
                </p:cNvSpPr>
                <p:nvPr/>
              </p:nvSpPr>
              <p:spPr bwMode="auto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6" name="Line 14"/>
                <p:cNvSpPr>
                  <a:spLocks noChangeShapeType="1"/>
                </p:cNvSpPr>
                <p:nvPr/>
              </p:nvSpPr>
              <p:spPr bwMode="auto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7" name="Line 15"/>
                <p:cNvSpPr>
                  <a:spLocks noChangeShapeType="1"/>
                </p:cNvSpPr>
                <p:nvPr/>
              </p:nvSpPr>
              <p:spPr bwMode="auto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8" name="Line 16"/>
                <p:cNvSpPr>
                  <a:spLocks noChangeShapeType="1"/>
                </p:cNvSpPr>
                <p:nvPr/>
              </p:nvSpPr>
              <p:spPr bwMode="auto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9" name="Line 17"/>
                <p:cNvSpPr>
                  <a:spLocks noChangeShapeType="1"/>
                </p:cNvSpPr>
                <p:nvPr/>
              </p:nvSpPr>
              <p:spPr bwMode="auto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0" name="Line 18"/>
                <p:cNvSpPr>
                  <a:spLocks noChangeShapeType="1"/>
                </p:cNvSpPr>
                <p:nvPr/>
              </p:nvSpPr>
              <p:spPr bwMode="auto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1" name="Line 19"/>
                <p:cNvSpPr>
                  <a:spLocks noChangeShapeType="1"/>
                </p:cNvSpPr>
                <p:nvPr/>
              </p:nvSpPr>
              <p:spPr bwMode="auto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2" name="Line 20"/>
                <p:cNvSpPr>
                  <a:spLocks noChangeShapeType="1"/>
                </p:cNvSpPr>
                <p:nvPr/>
              </p:nvSpPr>
              <p:spPr bwMode="auto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3" name="Line 21"/>
                <p:cNvSpPr>
                  <a:spLocks noChangeShapeType="1"/>
                </p:cNvSpPr>
                <p:nvPr/>
              </p:nvSpPr>
              <p:spPr bwMode="auto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4" name="Line 22"/>
                <p:cNvSpPr>
                  <a:spLocks noChangeShapeType="1"/>
                </p:cNvSpPr>
                <p:nvPr/>
              </p:nvSpPr>
              <p:spPr bwMode="auto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5" name="Line 23"/>
                <p:cNvSpPr>
                  <a:spLocks noChangeShapeType="1"/>
                </p:cNvSpPr>
                <p:nvPr/>
              </p:nvSpPr>
              <p:spPr bwMode="auto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6" name="Line 24"/>
                <p:cNvSpPr>
                  <a:spLocks noChangeShapeType="1"/>
                </p:cNvSpPr>
                <p:nvPr/>
              </p:nvSpPr>
              <p:spPr bwMode="auto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7" name="Line 25"/>
                <p:cNvSpPr>
                  <a:spLocks noChangeShapeType="1"/>
                </p:cNvSpPr>
                <p:nvPr/>
              </p:nvSpPr>
              <p:spPr bwMode="auto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8" name="Line 26"/>
                <p:cNvSpPr>
                  <a:spLocks noChangeShapeType="1"/>
                </p:cNvSpPr>
                <p:nvPr/>
              </p:nvSpPr>
              <p:spPr bwMode="auto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9" name="Line 27"/>
                <p:cNvSpPr>
                  <a:spLocks noChangeShapeType="1"/>
                </p:cNvSpPr>
                <p:nvPr/>
              </p:nvSpPr>
              <p:spPr bwMode="auto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0" name="Line 28"/>
                <p:cNvSpPr>
                  <a:spLocks noChangeShapeType="1"/>
                </p:cNvSpPr>
                <p:nvPr/>
              </p:nvSpPr>
              <p:spPr bwMode="auto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1" name="Line 29"/>
                <p:cNvSpPr>
                  <a:spLocks noChangeShapeType="1"/>
                </p:cNvSpPr>
                <p:nvPr/>
              </p:nvSpPr>
              <p:spPr bwMode="auto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2" name="Line 30"/>
                <p:cNvSpPr>
                  <a:spLocks noChangeShapeType="1"/>
                </p:cNvSpPr>
                <p:nvPr/>
              </p:nvSpPr>
              <p:spPr bwMode="auto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3" name="Line 31"/>
                <p:cNvSpPr>
                  <a:spLocks noChangeShapeType="1"/>
                </p:cNvSpPr>
                <p:nvPr/>
              </p:nvSpPr>
              <p:spPr bwMode="auto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4" name="Line 32"/>
                <p:cNvSpPr>
                  <a:spLocks noChangeShapeType="1"/>
                </p:cNvSpPr>
                <p:nvPr/>
              </p:nvSpPr>
              <p:spPr bwMode="auto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5" name="Line 33"/>
                <p:cNvSpPr>
                  <a:spLocks noChangeShapeType="1"/>
                </p:cNvSpPr>
                <p:nvPr/>
              </p:nvSpPr>
              <p:spPr bwMode="auto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6" name="Line 34"/>
                <p:cNvSpPr>
                  <a:spLocks noChangeShapeType="1"/>
                </p:cNvSpPr>
                <p:nvPr/>
              </p:nvSpPr>
              <p:spPr bwMode="auto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7" name="Line 35"/>
                <p:cNvSpPr>
                  <a:spLocks noChangeShapeType="1"/>
                </p:cNvSpPr>
                <p:nvPr/>
              </p:nvSpPr>
              <p:spPr bwMode="auto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8" name="Line 36"/>
                <p:cNvSpPr>
                  <a:spLocks noChangeShapeType="1"/>
                </p:cNvSpPr>
                <p:nvPr/>
              </p:nvSpPr>
              <p:spPr bwMode="auto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9" name="Line 37"/>
                <p:cNvSpPr>
                  <a:spLocks noChangeShapeType="1"/>
                </p:cNvSpPr>
                <p:nvPr/>
              </p:nvSpPr>
              <p:spPr bwMode="auto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0" name="Line 38"/>
                <p:cNvSpPr>
                  <a:spLocks noChangeShapeType="1"/>
                </p:cNvSpPr>
                <p:nvPr/>
              </p:nvSpPr>
              <p:spPr bwMode="auto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1" name="Line 39"/>
                <p:cNvSpPr>
                  <a:spLocks noChangeShapeType="1"/>
                </p:cNvSpPr>
                <p:nvPr/>
              </p:nvSpPr>
              <p:spPr bwMode="auto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2" name="Line 40"/>
                <p:cNvSpPr>
                  <a:spLocks noChangeShapeType="1"/>
                </p:cNvSpPr>
                <p:nvPr/>
              </p:nvSpPr>
              <p:spPr bwMode="auto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3" name="Line 41"/>
                <p:cNvSpPr>
                  <a:spLocks noChangeShapeType="1"/>
                </p:cNvSpPr>
                <p:nvPr/>
              </p:nvSpPr>
              <p:spPr bwMode="auto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4" name="Line 42"/>
                <p:cNvSpPr>
                  <a:spLocks noChangeShapeType="1"/>
                </p:cNvSpPr>
                <p:nvPr/>
              </p:nvSpPr>
              <p:spPr bwMode="auto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5" name="Line 43"/>
                <p:cNvSpPr>
                  <a:spLocks noChangeShapeType="1"/>
                </p:cNvSpPr>
                <p:nvPr/>
              </p:nvSpPr>
              <p:spPr bwMode="auto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6" name="Line 44"/>
                <p:cNvSpPr>
                  <a:spLocks noChangeShapeType="1"/>
                </p:cNvSpPr>
                <p:nvPr/>
              </p:nvSpPr>
              <p:spPr bwMode="auto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7" name="Line 45"/>
                <p:cNvSpPr>
                  <a:spLocks noChangeShapeType="1"/>
                </p:cNvSpPr>
                <p:nvPr/>
              </p:nvSpPr>
              <p:spPr bwMode="auto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8" name="Line 46"/>
                <p:cNvSpPr>
                  <a:spLocks noChangeShapeType="1"/>
                </p:cNvSpPr>
                <p:nvPr/>
              </p:nvSpPr>
              <p:spPr bwMode="auto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9" name="Line 47"/>
                <p:cNvSpPr>
                  <a:spLocks noChangeShapeType="1"/>
                </p:cNvSpPr>
                <p:nvPr/>
              </p:nvSpPr>
              <p:spPr bwMode="auto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0" name="Line 48"/>
                <p:cNvSpPr>
                  <a:spLocks noChangeShapeType="1"/>
                </p:cNvSpPr>
                <p:nvPr/>
              </p:nvSpPr>
              <p:spPr bwMode="auto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1" name="Line 49"/>
                <p:cNvSpPr>
                  <a:spLocks noChangeShapeType="1"/>
                </p:cNvSpPr>
                <p:nvPr/>
              </p:nvSpPr>
              <p:spPr bwMode="auto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2" name="Line 50"/>
                <p:cNvSpPr>
                  <a:spLocks noChangeShapeType="1"/>
                </p:cNvSpPr>
                <p:nvPr/>
              </p:nvSpPr>
              <p:spPr bwMode="auto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3" name="Line 51"/>
                <p:cNvSpPr>
                  <a:spLocks noChangeShapeType="1"/>
                </p:cNvSpPr>
                <p:nvPr/>
              </p:nvSpPr>
              <p:spPr bwMode="auto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4" name="Line 52"/>
                <p:cNvSpPr>
                  <a:spLocks noChangeShapeType="1"/>
                </p:cNvSpPr>
                <p:nvPr/>
              </p:nvSpPr>
              <p:spPr bwMode="auto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5" name="Line 53"/>
                <p:cNvSpPr>
                  <a:spLocks noChangeShapeType="1"/>
                </p:cNvSpPr>
                <p:nvPr/>
              </p:nvSpPr>
              <p:spPr bwMode="auto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6" name="Line 54"/>
                <p:cNvSpPr>
                  <a:spLocks noChangeShapeType="1"/>
                </p:cNvSpPr>
                <p:nvPr/>
              </p:nvSpPr>
              <p:spPr bwMode="auto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7" name="Line 55"/>
                <p:cNvSpPr>
                  <a:spLocks noChangeShapeType="1"/>
                </p:cNvSpPr>
                <p:nvPr/>
              </p:nvSpPr>
              <p:spPr bwMode="auto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8" name="Line 56"/>
                <p:cNvSpPr>
                  <a:spLocks noChangeShapeType="1"/>
                </p:cNvSpPr>
                <p:nvPr/>
              </p:nvSpPr>
              <p:spPr bwMode="auto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</p:grpSp>
          <p:sp>
            <p:nvSpPr>
              <p:cNvPr id="17" name="Line 57"/>
              <p:cNvSpPr>
                <a:spLocks noChangeShapeType="1"/>
              </p:cNvSpPr>
              <p:nvPr/>
            </p:nvSpPr>
            <p:spPr bwMode="ltGray">
              <a:xfrm>
                <a:off x="5568" y="0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  <p:grpSp>
          <p:nvGrpSpPr>
            <p:cNvPr id="6" name="Group 58"/>
            <p:cNvGrpSpPr/>
            <p:nvPr userDrawn="1"/>
          </p:nvGrpSpPr>
          <p:grpSpPr bwMode="auto">
            <a:xfrm>
              <a:off x="3" y="559"/>
              <a:ext cx="4192" cy="1796"/>
              <a:chOff x="3" y="559"/>
              <a:chExt cx="4192" cy="1796"/>
            </a:xfrm>
          </p:grpSpPr>
          <p:sp>
            <p:nvSpPr>
              <p:cNvPr id="11" name="Line 59"/>
              <p:cNvSpPr>
                <a:spLocks noChangeShapeType="1"/>
              </p:cNvSpPr>
              <p:nvPr/>
            </p:nvSpPr>
            <p:spPr bwMode="ltGray">
              <a:xfrm>
                <a:off x="506" y="559"/>
                <a:ext cx="0" cy="179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2" name="Line 60"/>
              <p:cNvSpPr>
                <a:spLocks noChangeShapeType="1"/>
              </p:cNvSpPr>
              <p:nvPr/>
            </p:nvSpPr>
            <p:spPr bwMode="ltGray">
              <a:xfrm flipH="1" flipV="1">
                <a:off x="3" y="1924"/>
                <a:ext cx="32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3" name="Line 61"/>
              <p:cNvSpPr>
                <a:spLocks noChangeShapeType="1"/>
              </p:cNvSpPr>
              <p:nvPr/>
            </p:nvSpPr>
            <p:spPr bwMode="ltGray">
              <a:xfrm flipH="1" flipV="1">
                <a:off x="384" y="938"/>
                <a:ext cx="38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4" name="Arc 62"/>
              <p:cNvSpPr/>
              <p:nvPr/>
            </p:nvSpPr>
            <p:spPr bwMode="ltGray">
              <a:xfrm rot="16200000" flipH="1">
                <a:off x="404" y="840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  <p:grpSp>
          <p:nvGrpSpPr>
            <p:cNvPr id="7" name="Group 63"/>
            <p:cNvGrpSpPr/>
            <p:nvPr userDrawn="1"/>
          </p:nvGrpSpPr>
          <p:grpSpPr bwMode="auto">
            <a:xfrm>
              <a:off x="1480" y="1952"/>
              <a:ext cx="3808" cy="1812"/>
              <a:chOff x="1480" y="1952"/>
              <a:chExt cx="3808" cy="1812"/>
            </a:xfrm>
          </p:grpSpPr>
          <p:sp>
            <p:nvSpPr>
              <p:cNvPr id="8" name="Line 64"/>
              <p:cNvSpPr>
                <a:spLocks noChangeShapeType="1"/>
              </p:cNvSpPr>
              <p:nvPr/>
            </p:nvSpPr>
            <p:spPr bwMode="ltGray">
              <a:xfrm flipV="1">
                <a:off x="1480" y="3442"/>
                <a:ext cx="38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9" name="Line 65"/>
              <p:cNvSpPr>
                <a:spLocks noChangeShapeType="1"/>
              </p:cNvSpPr>
              <p:nvPr/>
            </p:nvSpPr>
            <p:spPr bwMode="ltGray">
              <a:xfrm flipH="1">
                <a:off x="5172" y="1952"/>
                <a:ext cx="0" cy="181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0" name="Arc 66"/>
              <p:cNvSpPr/>
              <p:nvPr/>
            </p:nvSpPr>
            <p:spPr bwMode="ltGray">
              <a:xfrm rot="5400000">
                <a:off x="5077" y="3329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</p:grpSp>
      <p:sp>
        <p:nvSpPr>
          <p:cNvPr id="6211" name="Rectangle 67"/>
          <p:cNvSpPr>
            <a:spLocks noGrp="1" noChangeArrowheads="1"/>
          </p:cNvSpPr>
          <p:nvPr>
            <p:ph type="ctrTitle"/>
          </p:nvPr>
        </p:nvSpPr>
        <p:spPr bwMode="auto">
          <a:xfrm>
            <a:off x="990600" y="1752600"/>
            <a:ext cx="7772400" cy="11430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6212" name="Rectangle 68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990600" y="3309938"/>
            <a:ext cx="6400800" cy="17526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0" indent="0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69" name="Rectangle 69"/>
          <p:cNvSpPr>
            <a:spLocks noGrp="1" noChangeArrowheads="1"/>
          </p:cNvSpPr>
          <p:nvPr>
            <p:ph type="dt" sz="quarter" idx="10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buFontTx/>
              <a:buNone/>
              <a:defRPr kumimoji="0" sz="14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0" name="Rectangle 70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ctr">
              <a:buFontTx/>
              <a:buNone/>
              <a:defRPr kumimoji="0" sz="14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" name="Rectangle 71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>
              <a:defRPr sz="1400">
                <a:ea typeface="宋体" panose="02010600030101010101" pitchFamily="2" charset="-122"/>
              </a:defRPr>
            </a:lvl1pPr>
          </a:lstStyle>
          <a:p>
            <a:fld id="{ECF15887-3101-4F29-B42F-9C907D7FA574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</p:spTree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</p:spTree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</p:spTree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/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5" name="Group 3"/>
            <p:cNvGrpSpPr/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15" name="Rectangle 4"/>
              <p:cNvSpPr>
                <a:spLocks noChangeArrowheads="1"/>
              </p:cNvSpPr>
              <p:nvPr/>
            </p:nvSpPr>
            <p:spPr bwMode="ltGray">
              <a:xfrm>
                <a:off x="2112" y="0"/>
                <a:ext cx="3648" cy="9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grpSp>
            <p:nvGrpSpPr>
              <p:cNvPr id="16" name="Group 5"/>
              <p:cNvGrpSpPr/>
              <p:nvPr userDrawn="1"/>
            </p:nvGrpSpPr>
            <p:grpSpPr bwMode="auto">
              <a:xfrm>
                <a:off x="0" y="0"/>
                <a:ext cx="5760" cy="4320"/>
                <a:chOff x="0" y="0"/>
                <a:chExt cx="5760" cy="4320"/>
              </a:xfrm>
            </p:grpSpPr>
            <p:sp>
              <p:nvSpPr>
                <p:cNvPr id="18" name="Line 6"/>
                <p:cNvSpPr>
                  <a:spLocks noChangeShapeType="1"/>
                </p:cNvSpPr>
                <p:nvPr/>
              </p:nvSpPr>
              <p:spPr bwMode="auto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9" name="Line 7"/>
                <p:cNvSpPr>
                  <a:spLocks noChangeShapeType="1"/>
                </p:cNvSpPr>
                <p:nvPr/>
              </p:nvSpPr>
              <p:spPr bwMode="auto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0" name="Line 8"/>
                <p:cNvSpPr>
                  <a:spLocks noChangeShapeType="1"/>
                </p:cNvSpPr>
                <p:nvPr/>
              </p:nvSpPr>
              <p:spPr bwMode="auto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1" name="Line 9"/>
                <p:cNvSpPr>
                  <a:spLocks noChangeShapeType="1"/>
                </p:cNvSpPr>
                <p:nvPr/>
              </p:nvSpPr>
              <p:spPr bwMode="auto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2" name="Line 10"/>
                <p:cNvSpPr>
                  <a:spLocks noChangeShapeType="1"/>
                </p:cNvSpPr>
                <p:nvPr/>
              </p:nvSpPr>
              <p:spPr bwMode="auto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3" name="Line 11"/>
                <p:cNvSpPr>
                  <a:spLocks noChangeShapeType="1"/>
                </p:cNvSpPr>
                <p:nvPr/>
              </p:nvSpPr>
              <p:spPr bwMode="auto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4" name="Line 12"/>
                <p:cNvSpPr>
                  <a:spLocks noChangeShapeType="1"/>
                </p:cNvSpPr>
                <p:nvPr/>
              </p:nvSpPr>
              <p:spPr bwMode="auto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5" name="Line 13"/>
                <p:cNvSpPr>
                  <a:spLocks noChangeShapeType="1"/>
                </p:cNvSpPr>
                <p:nvPr/>
              </p:nvSpPr>
              <p:spPr bwMode="auto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6" name="Line 14"/>
                <p:cNvSpPr>
                  <a:spLocks noChangeShapeType="1"/>
                </p:cNvSpPr>
                <p:nvPr/>
              </p:nvSpPr>
              <p:spPr bwMode="auto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7" name="Line 15"/>
                <p:cNvSpPr>
                  <a:spLocks noChangeShapeType="1"/>
                </p:cNvSpPr>
                <p:nvPr/>
              </p:nvSpPr>
              <p:spPr bwMode="auto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8" name="Line 16"/>
                <p:cNvSpPr>
                  <a:spLocks noChangeShapeType="1"/>
                </p:cNvSpPr>
                <p:nvPr/>
              </p:nvSpPr>
              <p:spPr bwMode="auto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9" name="Line 17"/>
                <p:cNvSpPr>
                  <a:spLocks noChangeShapeType="1"/>
                </p:cNvSpPr>
                <p:nvPr/>
              </p:nvSpPr>
              <p:spPr bwMode="auto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0" name="Line 18"/>
                <p:cNvSpPr>
                  <a:spLocks noChangeShapeType="1"/>
                </p:cNvSpPr>
                <p:nvPr/>
              </p:nvSpPr>
              <p:spPr bwMode="auto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1" name="Line 19"/>
                <p:cNvSpPr>
                  <a:spLocks noChangeShapeType="1"/>
                </p:cNvSpPr>
                <p:nvPr/>
              </p:nvSpPr>
              <p:spPr bwMode="auto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2" name="Line 20"/>
                <p:cNvSpPr>
                  <a:spLocks noChangeShapeType="1"/>
                </p:cNvSpPr>
                <p:nvPr/>
              </p:nvSpPr>
              <p:spPr bwMode="auto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3" name="Line 21"/>
                <p:cNvSpPr>
                  <a:spLocks noChangeShapeType="1"/>
                </p:cNvSpPr>
                <p:nvPr/>
              </p:nvSpPr>
              <p:spPr bwMode="auto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4" name="Line 22"/>
                <p:cNvSpPr>
                  <a:spLocks noChangeShapeType="1"/>
                </p:cNvSpPr>
                <p:nvPr/>
              </p:nvSpPr>
              <p:spPr bwMode="auto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5" name="Line 23"/>
                <p:cNvSpPr>
                  <a:spLocks noChangeShapeType="1"/>
                </p:cNvSpPr>
                <p:nvPr/>
              </p:nvSpPr>
              <p:spPr bwMode="auto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6" name="Line 24"/>
                <p:cNvSpPr>
                  <a:spLocks noChangeShapeType="1"/>
                </p:cNvSpPr>
                <p:nvPr/>
              </p:nvSpPr>
              <p:spPr bwMode="auto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7" name="Line 25"/>
                <p:cNvSpPr>
                  <a:spLocks noChangeShapeType="1"/>
                </p:cNvSpPr>
                <p:nvPr/>
              </p:nvSpPr>
              <p:spPr bwMode="auto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8" name="Line 26"/>
                <p:cNvSpPr>
                  <a:spLocks noChangeShapeType="1"/>
                </p:cNvSpPr>
                <p:nvPr/>
              </p:nvSpPr>
              <p:spPr bwMode="auto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9" name="Line 27"/>
                <p:cNvSpPr>
                  <a:spLocks noChangeShapeType="1"/>
                </p:cNvSpPr>
                <p:nvPr/>
              </p:nvSpPr>
              <p:spPr bwMode="auto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0" name="Line 28"/>
                <p:cNvSpPr>
                  <a:spLocks noChangeShapeType="1"/>
                </p:cNvSpPr>
                <p:nvPr/>
              </p:nvSpPr>
              <p:spPr bwMode="auto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1" name="Line 29"/>
                <p:cNvSpPr>
                  <a:spLocks noChangeShapeType="1"/>
                </p:cNvSpPr>
                <p:nvPr/>
              </p:nvSpPr>
              <p:spPr bwMode="auto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2" name="Line 30"/>
                <p:cNvSpPr>
                  <a:spLocks noChangeShapeType="1"/>
                </p:cNvSpPr>
                <p:nvPr/>
              </p:nvSpPr>
              <p:spPr bwMode="auto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3" name="Line 31"/>
                <p:cNvSpPr>
                  <a:spLocks noChangeShapeType="1"/>
                </p:cNvSpPr>
                <p:nvPr/>
              </p:nvSpPr>
              <p:spPr bwMode="auto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4" name="Line 32"/>
                <p:cNvSpPr>
                  <a:spLocks noChangeShapeType="1"/>
                </p:cNvSpPr>
                <p:nvPr/>
              </p:nvSpPr>
              <p:spPr bwMode="auto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5" name="Line 33"/>
                <p:cNvSpPr>
                  <a:spLocks noChangeShapeType="1"/>
                </p:cNvSpPr>
                <p:nvPr/>
              </p:nvSpPr>
              <p:spPr bwMode="auto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6" name="Line 34"/>
                <p:cNvSpPr>
                  <a:spLocks noChangeShapeType="1"/>
                </p:cNvSpPr>
                <p:nvPr/>
              </p:nvSpPr>
              <p:spPr bwMode="auto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7" name="Line 35"/>
                <p:cNvSpPr>
                  <a:spLocks noChangeShapeType="1"/>
                </p:cNvSpPr>
                <p:nvPr/>
              </p:nvSpPr>
              <p:spPr bwMode="auto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8" name="Line 36"/>
                <p:cNvSpPr>
                  <a:spLocks noChangeShapeType="1"/>
                </p:cNvSpPr>
                <p:nvPr/>
              </p:nvSpPr>
              <p:spPr bwMode="auto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9" name="Line 37"/>
                <p:cNvSpPr>
                  <a:spLocks noChangeShapeType="1"/>
                </p:cNvSpPr>
                <p:nvPr/>
              </p:nvSpPr>
              <p:spPr bwMode="auto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0" name="Line 38"/>
                <p:cNvSpPr>
                  <a:spLocks noChangeShapeType="1"/>
                </p:cNvSpPr>
                <p:nvPr/>
              </p:nvSpPr>
              <p:spPr bwMode="auto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1" name="Line 39"/>
                <p:cNvSpPr>
                  <a:spLocks noChangeShapeType="1"/>
                </p:cNvSpPr>
                <p:nvPr/>
              </p:nvSpPr>
              <p:spPr bwMode="auto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2" name="Line 40"/>
                <p:cNvSpPr>
                  <a:spLocks noChangeShapeType="1"/>
                </p:cNvSpPr>
                <p:nvPr/>
              </p:nvSpPr>
              <p:spPr bwMode="auto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3" name="Line 41"/>
                <p:cNvSpPr>
                  <a:spLocks noChangeShapeType="1"/>
                </p:cNvSpPr>
                <p:nvPr/>
              </p:nvSpPr>
              <p:spPr bwMode="auto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4" name="Line 42"/>
                <p:cNvSpPr>
                  <a:spLocks noChangeShapeType="1"/>
                </p:cNvSpPr>
                <p:nvPr/>
              </p:nvSpPr>
              <p:spPr bwMode="auto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5" name="Line 43"/>
                <p:cNvSpPr>
                  <a:spLocks noChangeShapeType="1"/>
                </p:cNvSpPr>
                <p:nvPr/>
              </p:nvSpPr>
              <p:spPr bwMode="auto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6" name="Line 44"/>
                <p:cNvSpPr>
                  <a:spLocks noChangeShapeType="1"/>
                </p:cNvSpPr>
                <p:nvPr/>
              </p:nvSpPr>
              <p:spPr bwMode="auto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7" name="Line 45"/>
                <p:cNvSpPr>
                  <a:spLocks noChangeShapeType="1"/>
                </p:cNvSpPr>
                <p:nvPr/>
              </p:nvSpPr>
              <p:spPr bwMode="auto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8" name="Line 46"/>
                <p:cNvSpPr>
                  <a:spLocks noChangeShapeType="1"/>
                </p:cNvSpPr>
                <p:nvPr/>
              </p:nvSpPr>
              <p:spPr bwMode="auto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9" name="Line 47"/>
                <p:cNvSpPr>
                  <a:spLocks noChangeShapeType="1"/>
                </p:cNvSpPr>
                <p:nvPr/>
              </p:nvSpPr>
              <p:spPr bwMode="auto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0" name="Line 48"/>
                <p:cNvSpPr>
                  <a:spLocks noChangeShapeType="1"/>
                </p:cNvSpPr>
                <p:nvPr/>
              </p:nvSpPr>
              <p:spPr bwMode="auto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1" name="Line 49"/>
                <p:cNvSpPr>
                  <a:spLocks noChangeShapeType="1"/>
                </p:cNvSpPr>
                <p:nvPr/>
              </p:nvSpPr>
              <p:spPr bwMode="auto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2" name="Line 50"/>
                <p:cNvSpPr>
                  <a:spLocks noChangeShapeType="1"/>
                </p:cNvSpPr>
                <p:nvPr/>
              </p:nvSpPr>
              <p:spPr bwMode="auto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3" name="Line 51"/>
                <p:cNvSpPr>
                  <a:spLocks noChangeShapeType="1"/>
                </p:cNvSpPr>
                <p:nvPr/>
              </p:nvSpPr>
              <p:spPr bwMode="auto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4" name="Line 52"/>
                <p:cNvSpPr>
                  <a:spLocks noChangeShapeType="1"/>
                </p:cNvSpPr>
                <p:nvPr/>
              </p:nvSpPr>
              <p:spPr bwMode="auto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5" name="Line 53"/>
                <p:cNvSpPr>
                  <a:spLocks noChangeShapeType="1"/>
                </p:cNvSpPr>
                <p:nvPr/>
              </p:nvSpPr>
              <p:spPr bwMode="auto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6" name="Line 54"/>
                <p:cNvSpPr>
                  <a:spLocks noChangeShapeType="1"/>
                </p:cNvSpPr>
                <p:nvPr/>
              </p:nvSpPr>
              <p:spPr bwMode="auto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7" name="Line 55"/>
                <p:cNvSpPr>
                  <a:spLocks noChangeShapeType="1"/>
                </p:cNvSpPr>
                <p:nvPr/>
              </p:nvSpPr>
              <p:spPr bwMode="auto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8" name="Line 56"/>
                <p:cNvSpPr>
                  <a:spLocks noChangeShapeType="1"/>
                </p:cNvSpPr>
                <p:nvPr/>
              </p:nvSpPr>
              <p:spPr bwMode="auto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</p:grpSp>
          <p:sp>
            <p:nvSpPr>
              <p:cNvPr id="17" name="Line 57"/>
              <p:cNvSpPr>
                <a:spLocks noChangeShapeType="1"/>
              </p:cNvSpPr>
              <p:nvPr/>
            </p:nvSpPr>
            <p:spPr bwMode="ltGray">
              <a:xfrm>
                <a:off x="5568" y="0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  <p:grpSp>
          <p:nvGrpSpPr>
            <p:cNvPr id="6" name="Group 58"/>
            <p:cNvGrpSpPr/>
            <p:nvPr userDrawn="1"/>
          </p:nvGrpSpPr>
          <p:grpSpPr bwMode="auto">
            <a:xfrm>
              <a:off x="3" y="559"/>
              <a:ext cx="4192" cy="1796"/>
              <a:chOff x="3" y="559"/>
              <a:chExt cx="4192" cy="1796"/>
            </a:xfrm>
          </p:grpSpPr>
          <p:sp>
            <p:nvSpPr>
              <p:cNvPr id="11" name="Line 59"/>
              <p:cNvSpPr>
                <a:spLocks noChangeShapeType="1"/>
              </p:cNvSpPr>
              <p:nvPr/>
            </p:nvSpPr>
            <p:spPr bwMode="ltGray">
              <a:xfrm>
                <a:off x="506" y="559"/>
                <a:ext cx="0" cy="179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2" name="Line 60"/>
              <p:cNvSpPr>
                <a:spLocks noChangeShapeType="1"/>
              </p:cNvSpPr>
              <p:nvPr/>
            </p:nvSpPr>
            <p:spPr bwMode="ltGray">
              <a:xfrm flipH="1" flipV="1">
                <a:off x="3" y="1924"/>
                <a:ext cx="32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3" name="Line 61"/>
              <p:cNvSpPr>
                <a:spLocks noChangeShapeType="1"/>
              </p:cNvSpPr>
              <p:nvPr/>
            </p:nvSpPr>
            <p:spPr bwMode="ltGray">
              <a:xfrm flipH="1" flipV="1">
                <a:off x="384" y="938"/>
                <a:ext cx="38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4" name="Arc 62"/>
              <p:cNvSpPr/>
              <p:nvPr/>
            </p:nvSpPr>
            <p:spPr bwMode="ltGray">
              <a:xfrm rot="16200000" flipH="1">
                <a:off x="404" y="839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  <p:grpSp>
          <p:nvGrpSpPr>
            <p:cNvPr id="7" name="Group 63"/>
            <p:cNvGrpSpPr/>
            <p:nvPr userDrawn="1"/>
          </p:nvGrpSpPr>
          <p:grpSpPr bwMode="auto">
            <a:xfrm>
              <a:off x="1480" y="1952"/>
              <a:ext cx="3808" cy="1812"/>
              <a:chOff x="1480" y="1952"/>
              <a:chExt cx="3808" cy="1812"/>
            </a:xfrm>
          </p:grpSpPr>
          <p:sp>
            <p:nvSpPr>
              <p:cNvPr id="8" name="Line 64"/>
              <p:cNvSpPr>
                <a:spLocks noChangeShapeType="1"/>
              </p:cNvSpPr>
              <p:nvPr/>
            </p:nvSpPr>
            <p:spPr bwMode="ltGray">
              <a:xfrm flipV="1">
                <a:off x="1480" y="3442"/>
                <a:ext cx="38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9" name="Line 65"/>
              <p:cNvSpPr>
                <a:spLocks noChangeShapeType="1"/>
              </p:cNvSpPr>
              <p:nvPr/>
            </p:nvSpPr>
            <p:spPr bwMode="ltGray">
              <a:xfrm flipH="1">
                <a:off x="5172" y="1952"/>
                <a:ext cx="0" cy="181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0" name="Arc 66"/>
              <p:cNvSpPr/>
              <p:nvPr/>
            </p:nvSpPr>
            <p:spPr bwMode="ltGray">
              <a:xfrm rot="5400000">
                <a:off x="5076" y="3327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</p:grpSp>
      <p:sp>
        <p:nvSpPr>
          <p:cNvPr id="6211" name="Rectangle 67"/>
          <p:cNvSpPr>
            <a:spLocks noGrp="1" noChangeArrowheads="1"/>
          </p:cNvSpPr>
          <p:nvPr>
            <p:ph type="ctrTitle"/>
          </p:nvPr>
        </p:nvSpPr>
        <p:spPr bwMode="auto">
          <a:xfrm>
            <a:off x="990600" y="1752600"/>
            <a:ext cx="7772400" cy="11430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6212" name="Rectangle 68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990600" y="3309938"/>
            <a:ext cx="6400800" cy="17526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0" indent="0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69" name="Rectangle 69"/>
          <p:cNvSpPr>
            <a:spLocks noGrp="1" noChangeArrowheads="1"/>
          </p:cNvSpPr>
          <p:nvPr>
            <p:ph type="dt" sz="quarter" idx="10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buFontTx/>
              <a:buNone/>
              <a:defRPr kumimoji="0" sz="14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0" name="Rectangle 70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ctr">
              <a:buFontTx/>
              <a:buNone/>
              <a:defRPr kumimoji="0" sz="14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" name="Rectangle 71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>
              <a:defRPr sz="1400">
                <a:ea typeface="宋体" panose="02010600030101010101" pitchFamily="2" charset="-122"/>
              </a:defRPr>
            </a:lvl1pPr>
          </a:lstStyle>
          <a:p>
            <a:fld id="{27968EE7-CBCB-4378-87A1-EA77C97B9F14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</p:spTree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</p:spTree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</p:spTree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/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5" name="Group 3"/>
            <p:cNvGrpSpPr/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15" name="Rectangle 4"/>
              <p:cNvSpPr>
                <a:spLocks noChangeArrowheads="1"/>
              </p:cNvSpPr>
              <p:nvPr/>
            </p:nvSpPr>
            <p:spPr bwMode="ltGray">
              <a:xfrm>
                <a:off x="2112" y="0"/>
                <a:ext cx="3648" cy="9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grpSp>
            <p:nvGrpSpPr>
              <p:cNvPr id="16" name="Group 5"/>
              <p:cNvGrpSpPr/>
              <p:nvPr userDrawn="1"/>
            </p:nvGrpSpPr>
            <p:grpSpPr bwMode="auto">
              <a:xfrm>
                <a:off x="0" y="0"/>
                <a:ext cx="5760" cy="4320"/>
                <a:chOff x="0" y="0"/>
                <a:chExt cx="5760" cy="4320"/>
              </a:xfrm>
            </p:grpSpPr>
            <p:sp>
              <p:nvSpPr>
                <p:cNvPr id="18" name="Line 6"/>
                <p:cNvSpPr>
                  <a:spLocks noChangeShapeType="1"/>
                </p:cNvSpPr>
                <p:nvPr/>
              </p:nvSpPr>
              <p:spPr bwMode="auto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9" name="Line 7"/>
                <p:cNvSpPr>
                  <a:spLocks noChangeShapeType="1"/>
                </p:cNvSpPr>
                <p:nvPr/>
              </p:nvSpPr>
              <p:spPr bwMode="auto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0" name="Line 8"/>
                <p:cNvSpPr>
                  <a:spLocks noChangeShapeType="1"/>
                </p:cNvSpPr>
                <p:nvPr/>
              </p:nvSpPr>
              <p:spPr bwMode="auto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1" name="Line 9"/>
                <p:cNvSpPr>
                  <a:spLocks noChangeShapeType="1"/>
                </p:cNvSpPr>
                <p:nvPr/>
              </p:nvSpPr>
              <p:spPr bwMode="auto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2" name="Line 10"/>
                <p:cNvSpPr>
                  <a:spLocks noChangeShapeType="1"/>
                </p:cNvSpPr>
                <p:nvPr/>
              </p:nvSpPr>
              <p:spPr bwMode="auto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3" name="Line 11"/>
                <p:cNvSpPr>
                  <a:spLocks noChangeShapeType="1"/>
                </p:cNvSpPr>
                <p:nvPr/>
              </p:nvSpPr>
              <p:spPr bwMode="auto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4" name="Line 12"/>
                <p:cNvSpPr>
                  <a:spLocks noChangeShapeType="1"/>
                </p:cNvSpPr>
                <p:nvPr/>
              </p:nvSpPr>
              <p:spPr bwMode="auto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5" name="Line 13"/>
                <p:cNvSpPr>
                  <a:spLocks noChangeShapeType="1"/>
                </p:cNvSpPr>
                <p:nvPr/>
              </p:nvSpPr>
              <p:spPr bwMode="auto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6" name="Line 14"/>
                <p:cNvSpPr>
                  <a:spLocks noChangeShapeType="1"/>
                </p:cNvSpPr>
                <p:nvPr/>
              </p:nvSpPr>
              <p:spPr bwMode="auto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7" name="Line 15"/>
                <p:cNvSpPr>
                  <a:spLocks noChangeShapeType="1"/>
                </p:cNvSpPr>
                <p:nvPr/>
              </p:nvSpPr>
              <p:spPr bwMode="auto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8" name="Line 16"/>
                <p:cNvSpPr>
                  <a:spLocks noChangeShapeType="1"/>
                </p:cNvSpPr>
                <p:nvPr/>
              </p:nvSpPr>
              <p:spPr bwMode="auto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9" name="Line 17"/>
                <p:cNvSpPr>
                  <a:spLocks noChangeShapeType="1"/>
                </p:cNvSpPr>
                <p:nvPr/>
              </p:nvSpPr>
              <p:spPr bwMode="auto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0" name="Line 18"/>
                <p:cNvSpPr>
                  <a:spLocks noChangeShapeType="1"/>
                </p:cNvSpPr>
                <p:nvPr/>
              </p:nvSpPr>
              <p:spPr bwMode="auto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1" name="Line 19"/>
                <p:cNvSpPr>
                  <a:spLocks noChangeShapeType="1"/>
                </p:cNvSpPr>
                <p:nvPr/>
              </p:nvSpPr>
              <p:spPr bwMode="auto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2" name="Line 20"/>
                <p:cNvSpPr>
                  <a:spLocks noChangeShapeType="1"/>
                </p:cNvSpPr>
                <p:nvPr/>
              </p:nvSpPr>
              <p:spPr bwMode="auto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3" name="Line 21"/>
                <p:cNvSpPr>
                  <a:spLocks noChangeShapeType="1"/>
                </p:cNvSpPr>
                <p:nvPr/>
              </p:nvSpPr>
              <p:spPr bwMode="auto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4" name="Line 22"/>
                <p:cNvSpPr>
                  <a:spLocks noChangeShapeType="1"/>
                </p:cNvSpPr>
                <p:nvPr/>
              </p:nvSpPr>
              <p:spPr bwMode="auto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5" name="Line 23"/>
                <p:cNvSpPr>
                  <a:spLocks noChangeShapeType="1"/>
                </p:cNvSpPr>
                <p:nvPr/>
              </p:nvSpPr>
              <p:spPr bwMode="auto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6" name="Line 24"/>
                <p:cNvSpPr>
                  <a:spLocks noChangeShapeType="1"/>
                </p:cNvSpPr>
                <p:nvPr/>
              </p:nvSpPr>
              <p:spPr bwMode="auto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7" name="Line 25"/>
                <p:cNvSpPr>
                  <a:spLocks noChangeShapeType="1"/>
                </p:cNvSpPr>
                <p:nvPr/>
              </p:nvSpPr>
              <p:spPr bwMode="auto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8" name="Line 26"/>
                <p:cNvSpPr>
                  <a:spLocks noChangeShapeType="1"/>
                </p:cNvSpPr>
                <p:nvPr/>
              </p:nvSpPr>
              <p:spPr bwMode="auto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9" name="Line 27"/>
                <p:cNvSpPr>
                  <a:spLocks noChangeShapeType="1"/>
                </p:cNvSpPr>
                <p:nvPr/>
              </p:nvSpPr>
              <p:spPr bwMode="auto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0" name="Line 28"/>
                <p:cNvSpPr>
                  <a:spLocks noChangeShapeType="1"/>
                </p:cNvSpPr>
                <p:nvPr/>
              </p:nvSpPr>
              <p:spPr bwMode="auto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1" name="Line 29"/>
                <p:cNvSpPr>
                  <a:spLocks noChangeShapeType="1"/>
                </p:cNvSpPr>
                <p:nvPr/>
              </p:nvSpPr>
              <p:spPr bwMode="auto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2" name="Line 30"/>
                <p:cNvSpPr>
                  <a:spLocks noChangeShapeType="1"/>
                </p:cNvSpPr>
                <p:nvPr/>
              </p:nvSpPr>
              <p:spPr bwMode="auto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3" name="Line 31"/>
                <p:cNvSpPr>
                  <a:spLocks noChangeShapeType="1"/>
                </p:cNvSpPr>
                <p:nvPr/>
              </p:nvSpPr>
              <p:spPr bwMode="auto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4" name="Line 32"/>
                <p:cNvSpPr>
                  <a:spLocks noChangeShapeType="1"/>
                </p:cNvSpPr>
                <p:nvPr/>
              </p:nvSpPr>
              <p:spPr bwMode="auto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5" name="Line 33"/>
                <p:cNvSpPr>
                  <a:spLocks noChangeShapeType="1"/>
                </p:cNvSpPr>
                <p:nvPr/>
              </p:nvSpPr>
              <p:spPr bwMode="auto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6" name="Line 34"/>
                <p:cNvSpPr>
                  <a:spLocks noChangeShapeType="1"/>
                </p:cNvSpPr>
                <p:nvPr/>
              </p:nvSpPr>
              <p:spPr bwMode="auto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7" name="Line 35"/>
                <p:cNvSpPr>
                  <a:spLocks noChangeShapeType="1"/>
                </p:cNvSpPr>
                <p:nvPr/>
              </p:nvSpPr>
              <p:spPr bwMode="auto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8" name="Line 36"/>
                <p:cNvSpPr>
                  <a:spLocks noChangeShapeType="1"/>
                </p:cNvSpPr>
                <p:nvPr/>
              </p:nvSpPr>
              <p:spPr bwMode="auto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9" name="Line 37"/>
                <p:cNvSpPr>
                  <a:spLocks noChangeShapeType="1"/>
                </p:cNvSpPr>
                <p:nvPr/>
              </p:nvSpPr>
              <p:spPr bwMode="auto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0" name="Line 38"/>
                <p:cNvSpPr>
                  <a:spLocks noChangeShapeType="1"/>
                </p:cNvSpPr>
                <p:nvPr/>
              </p:nvSpPr>
              <p:spPr bwMode="auto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1" name="Line 39"/>
                <p:cNvSpPr>
                  <a:spLocks noChangeShapeType="1"/>
                </p:cNvSpPr>
                <p:nvPr/>
              </p:nvSpPr>
              <p:spPr bwMode="auto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2" name="Line 40"/>
                <p:cNvSpPr>
                  <a:spLocks noChangeShapeType="1"/>
                </p:cNvSpPr>
                <p:nvPr/>
              </p:nvSpPr>
              <p:spPr bwMode="auto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3" name="Line 41"/>
                <p:cNvSpPr>
                  <a:spLocks noChangeShapeType="1"/>
                </p:cNvSpPr>
                <p:nvPr/>
              </p:nvSpPr>
              <p:spPr bwMode="auto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4" name="Line 42"/>
                <p:cNvSpPr>
                  <a:spLocks noChangeShapeType="1"/>
                </p:cNvSpPr>
                <p:nvPr/>
              </p:nvSpPr>
              <p:spPr bwMode="auto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5" name="Line 43"/>
                <p:cNvSpPr>
                  <a:spLocks noChangeShapeType="1"/>
                </p:cNvSpPr>
                <p:nvPr/>
              </p:nvSpPr>
              <p:spPr bwMode="auto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6" name="Line 44"/>
                <p:cNvSpPr>
                  <a:spLocks noChangeShapeType="1"/>
                </p:cNvSpPr>
                <p:nvPr/>
              </p:nvSpPr>
              <p:spPr bwMode="auto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7" name="Line 45"/>
                <p:cNvSpPr>
                  <a:spLocks noChangeShapeType="1"/>
                </p:cNvSpPr>
                <p:nvPr/>
              </p:nvSpPr>
              <p:spPr bwMode="auto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8" name="Line 46"/>
                <p:cNvSpPr>
                  <a:spLocks noChangeShapeType="1"/>
                </p:cNvSpPr>
                <p:nvPr/>
              </p:nvSpPr>
              <p:spPr bwMode="auto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9" name="Line 47"/>
                <p:cNvSpPr>
                  <a:spLocks noChangeShapeType="1"/>
                </p:cNvSpPr>
                <p:nvPr/>
              </p:nvSpPr>
              <p:spPr bwMode="auto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0" name="Line 48"/>
                <p:cNvSpPr>
                  <a:spLocks noChangeShapeType="1"/>
                </p:cNvSpPr>
                <p:nvPr/>
              </p:nvSpPr>
              <p:spPr bwMode="auto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1" name="Line 49"/>
                <p:cNvSpPr>
                  <a:spLocks noChangeShapeType="1"/>
                </p:cNvSpPr>
                <p:nvPr/>
              </p:nvSpPr>
              <p:spPr bwMode="auto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2" name="Line 50"/>
                <p:cNvSpPr>
                  <a:spLocks noChangeShapeType="1"/>
                </p:cNvSpPr>
                <p:nvPr/>
              </p:nvSpPr>
              <p:spPr bwMode="auto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3" name="Line 51"/>
                <p:cNvSpPr>
                  <a:spLocks noChangeShapeType="1"/>
                </p:cNvSpPr>
                <p:nvPr/>
              </p:nvSpPr>
              <p:spPr bwMode="auto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4" name="Line 52"/>
                <p:cNvSpPr>
                  <a:spLocks noChangeShapeType="1"/>
                </p:cNvSpPr>
                <p:nvPr/>
              </p:nvSpPr>
              <p:spPr bwMode="auto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5" name="Line 53"/>
                <p:cNvSpPr>
                  <a:spLocks noChangeShapeType="1"/>
                </p:cNvSpPr>
                <p:nvPr/>
              </p:nvSpPr>
              <p:spPr bwMode="auto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6" name="Line 54"/>
                <p:cNvSpPr>
                  <a:spLocks noChangeShapeType="1"/>
                </p:cNvSpPr>
                <p:nvPr/>
              </p:nvSpPr>
              <p:spPr bwMode="auto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7" name="Line 55"/>
                <p:cNvSpPr>
                  <a:spLocks noChangeShapeType="1"/>
                </p:cNvSpPr>
                <p:nvPr/>
              </p:nvSpPr>
              <p:spPr bwMode="auto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8" name="Line 56"/>
                <p:cNvSpPr>
                  <a:spLocks noChangeShapeType="1"/>
                </p:cNvSpPr>
                <p:nvPr/>
              </p:nvSpPr>
              <p:spPr bwMode="auto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</p:grpSp>
          <p:sp>
            <p:nvSpPr>
              <p:cNvPr id="17" name="Line 57"/>
              <p:cNvSpPr>
                <a:spLocks noChangeShapeType="1"/>
              </p:cNvSpPr>
              <p:nvPr/>
            </p:nvSpPr>
            <p:spPr bwMode="ltGray">
              <a:xfrm>
                <a:off x="5568" y="0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  <p:grpSp>
          <p:nvGrpSpPr>
            <p:cNvPr id="6" name="Group 58"/>
            <p:cNvGrpSpPr/>
            <p:nvPr userDrawn="1"/>
          </p:nvGrpSpPr>
          <p:grpSpPr bwMode="auto">
            <a:xfrm>
              <a:off x="3" y="559"/>
              <a:ext cx="4192" cy="1796"/>
              <a:chOff x="3" y="559"/>
              <a:chExt cx="4192" cy="1796"/>
            </a:xfrm>
          </p:grpSpPr>
          <p:sp>
            <p:nvSpPr>
              <p:cNvPr id="11" name="Line 59"/>
              <p:cNvSpPr>
                <a:spLocks noChangeShapeType="1"/>
              </p:cNvSpPr>
              <p:nvPr/>
            </p:nvSpPr>
            <p:spPr bwMode="ltGray">
              <a:xfrm>
                <a:off x="506" y="559"/>
                <a:ext cx="0" cy="179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2" name="Line 60"/>
              <p:cNvSpPr>
                <a:spLocks noChangeShapeType="1"/>
              </p:cNvSpPr>
              <p:nvPr/>
            </p:nvSpPr>
            <p:spPr bwMode="ltGray">
              <a:xfrm flipH="1" flipV="1">
                <a:off x="3" y="1924"/>
                <a:ext cx="32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3" name="Line 61"/>
              <p:cNvSpPr>
                <a:spLocks noChangeShapeType="1"/>
              </p:cNvSpPr>
              <p:nvPr/>
            </p:nvSpPr>
            <p:spPr bwMode="ltGray">
              <a:xfrm flipH="1" flipV="1">
                <a:off x="384" y="938"/>
                <a:ext cx="38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4" name="Arc 62"/>
              <p:cNvSpPr/>
              <p:nvPr/>
            </p:nvSpPr>
            <p:spPr bwMode="ltGray">
              <a:xfrm rot="16200000" flipH="1">
                <a:off x="404" y="839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  <p:grpSp>
          <p:nvGrpSpPr>
            <p:cNvPr id="7" name="Group 63"/>
            <p:cNvGrpSpPr/>
            <p:nvPr userDrawn="1"/>
          </p:nvGrpSpPr>
          <p:grpSpPr bwMode="auto">
            <a:xfrm>
              <a:off x="1480" y="1952"/>
              <a:ext cx="3808" cy="1812"/>
              <a:chOff x="1480" y="1952"/>
              <a:chExt cx="3808" cy="1812"/>
            </a:xfrm>
          </p:grpSpPr>
          <p:sp>
            <p:nvSpPr>
              <p:cNvPr id="8" name="Line 64"/>
              <p:cNvSpPr>
                <a:spLocks noChangeShapeType="1"/>
              </p:cNvSpPr>
              <p:nvPr/>
            </p:nvSpPr>
            <p:spPr bwMode="ltGray">
              <a:xfrm flipV="1">
                <a:off x="1480" y="3442"/>
                <a:ext cx="38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9" name="Line 65"/>
              <p:cNvSpPr>
                <a:spLocks noChangeShapeType="1"/>
              </p:cNvSpPr>
              <p:nvPr/>
            </p:nvSpPr>
            <p:spPr bwMode="ltGray">
              <a:xfrm flipH="1">
                <a:off x="5172" y="1952"/>
                <a:ext cx="0" cy="181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0" name="Arc 66"/>
              <p:cNvSpPr/>
              <p:nvPr/>
            </p:nvSpPr>
            <p:spPr bwMode="ltGray">
              <a:xfrm rot="5400000">
                <a:off x="5076" y="3327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</p:grpSp>
      <p:sp>
        <p:nvSpPr>
          <p:cNvPr id="6211" name="Rectangle 67"/>
          <p:cNvSpPr>
            <a:spLocks noGrp="1" noChangeArrowheads="1"/>
          </p:cNvSpPr>
          <p:nvPr>
            <p:ph type="ctrTitle"/>
          </p:nvPr>
        </p:nvSpPr>
        <p:spPr bwMode="auto">
          <a:xfrm>
            <a:off x="990600" y="1752600"/>
            <a:ext cx="7772400" cy="11430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6212" name="Rectangle 68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990600" y="3309938"/>
            <a:ext cx="6400800" cy="17526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0" indent="0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69" name="Rectangle 69"/>
          <p:cNvSpPr>
            <a:spLocks noGrp="1" noChangeArrowheads="1"/>
          </p:cNvSpPr>
          <p:nvPr>
            <p:ph type="dt" sz="quarter" idx="10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buFontTx/>
              <a:buNone/>
              <a:defRPr kumimoji="0" sz="14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0" name="Rectangle 70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ctr">
              <a:buFontTx/>
              <a:buNone/>
              <a:defRPr kumimoji="0" sz="14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" name="Rectangle 71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>
              <a:defRPr sz="1400">
                <a:ea typeface="宋体" panose="02010600030101010101" pitchFamily="2" charset="-122"/>
              </a:defRPr>
            </a:lvl1pPr>
          </a:lstStyle>
          <a:p>
            <a:fld id="{FD6F3420-AF8C-4734-A79A-4EB18A3A3F34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</p:spTree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</p:spTree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</p:spTree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/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5" name="Group 3"/>
            <p:cNvGrpSpPr/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15" name="Rectangle 4"/>
              <p:cNvSpPr>
                <a:spLocks noChangeArrowheads="1"/>
              </p:cNvSpPr>
              <p:nvPr/>
            </p:nvSpPr>
            <p:spPr bwMode="ltGray">
              <a:xfrm>
                <a:off x="2112" y="0"/>
                <a:ext cx="3648" cy="9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grpSp>
            <p:nvGrpSpPr>
              <p:cNvPr id="16" name="Group 5"/>
              <p:cNvGrpSpPr/>
              <p:nvPr userDrawn="1"/>
            </p:nvGrpSpPr>
            <p:grpSpPr bwMode="auto">
              <a:xfrm>
                <a:off x="0" y="0"/>
                <a:ext cx="5760" cy="4320"/>
                <a:chOff x="0" y="0"/>
                <a:chExt cx="5760" cy="4320"/>
              </a:xfrm>
            </p:grpSpPr>
            <p:sp>
              <p:nvSpPr>
                <p:cNvPr id="18" name="Line 6"/>
                <p:cNvSpPr>
                  <a:spLocks noChangeShapeType="1"/>
                </p:cNvSpPr>
                <p:nvPr/>
              </p:nvSpPr>
              <p:spPr bwMode="auto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9" name="Line 7"/>
                <p:cNvSpPr>
                  <a:spLocks noChangeShapeType="1"/>
                </p:cNvSpPr>
                <p:nvPr/>
              </p:nvSpPr>
              <p:spPr bwMode="auto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0" name="Line 8"/>
                <p:cNvSpPr>
                  <a:spLocks noChangeShapeType="1"/>
                </p:cNvSpPr>
                <p:nvPr/>
              </p:nvSpPr>
              <p:spPr bwMode="auto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1" name="Line 9"/>
                <p:cNvSpPr>
                  <a:spLocks noChangeShapeType="1"/>
                </p:cNvSpPr>
                <p:nvPr/>
              </p:nvSpPr>
              <p:spPr bwMode="auto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2" name="Line 10"/>
                <p:cNvSpPr>
                  <a:spLocks noChangeShapeType="1"/>
                </p:cNvSpPr>
                <p:nvPr/>
              </p:nvSpPr>
              <p:spPr bwMode="auto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3" name="Line 11"/>
                <p:cNvSpPr>
                  <a:spLocks noChangeShapeType="1"/>
                </p:cNvSpPr>
                <p:nvPr/>
              </p:nvSpPr>
              <p:spPr bwMode="auto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4" name="Line 12"/>
                <p:cNvSpPr>
                  <a:spLocks noChangeShapeType="1"/>
                </p:cNvSpPr>
                <p:nvPr/>
              </p:nvSpPr>
              <p:spPr bwMode="auto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5" name="Line 13"/>
                <p:cNvSpPr>
                  <a:spLocks noChangeShapeType="1"/>
                </p:cNvSpPr>
                <p:nvPr/>
              </p:nvSpPr>
              <p:spPr bwMode="auto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6" name="Line 14"/>
                <p:cNvSpPr>
                  <a:spLocks noChangeShapeType="1"/>
                </p:cNvSpPr>
                <p:nvPr/>
              </p:nvSpPr>
              <p:spPr bwMode="auto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7" name="Line 15"/>
                <p:cNvSpPr>
                  <a:spLocks noChangeShapeType="1"/>
                </p:cNvSpPr>
                <p:nvPr/>
              </p:nvSpPr>
              <p:spPr bwMode="auto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8" name="Line 16"/>
                <p:cNvSpPr>
                  <a:spLocks noChangeShapeType="1"/>
                </p:cNvSpPr>
                <p:nvPr/>
              </p:nvSpPr>
              <p:spPr bwMode="auto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9" name="Line 17"/>
                <p:cNvSpPr>
                  <a:spLocks noChangeShapeType="1"/>
                </p:cNvSpPr>
                <p:nvPr/>
              </p:nvSpPr>
              <p:spPr bwMode="auto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0" name="Line 18"/>
                <p:cNvSpPr>
                  <a:spLocks noChangeShapeType="1"/>
                </p:cNvSpPr>
                <p:nvPr/>
              </p:nvSpPr>
              <p:spPr bwMode="auto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1" name="Line 19"/>
                <p:cNvSpPr>
                  <a:spLocks noChangeShapeType="1"/>
                </p:cNvSpPr>
                <p:nvPr/>
              </p:nvSpPr>
              <p:spPr bwMode="auto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2" name="Line 20"/>
                <p:cNvSpPr>
                  <a:spLocks noChangeShapeType="1"/>
                </p:cNvSpPr>
                <p:nvPr/>
              </p:nvSpPr>
              <p:spPr bwMode="auto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3" name="Line 21"/>
                <p:cNvSpPr>
                  <a:spLocks noChangeShapeType="1"/>
                </p:cNvSpPr>
                <p:nvPr/>
              </p:nvSpPr>
              <p:spPr bwMode="auto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4" name="Line 22"/>
                <p:cNvSpPr>
                  <a:spLocks noChangeShapeType="1"/>
                </p:cNvSpPr>
                <p:nvPr/>
              </p:nvSpPr>
              <p:spPr bwMode="auto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5" name="Line 23"/>
                <p:cNvSpPr>
                  <a:spLocks noChangeShapeType="1"/>
                </p:cNvSpPr>
                <p:nvPr/>
              </p:nvSpPr>
              <p:spPr bwMode="auto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6" name="Line 24"/>
                <p:cNvSpPr>
                  <a:spLocks noChangeShapeType="1"/>
                </p:cNvSpPr>
                <p:nvPr/>
              </p:nvSpPr>
              <p:spPr bwMode="auto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7" name="Line 25"/>
                <p:cNvSpPr>
                  <a:spLocks noChangeShapeType="1"/>
                </p:cNvSpPr>
                <p:nvPr/>
              </p:nvSpPr>
              <p:spPr bwMode="auto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8" name="Line 26"/>
                <p:cNvSpPr>
                  <a:spLocks noChangeShapeType="1"/>
                </p:cNvSpPr>
                <p:nvPr/>
              </p:nvSpPr>
              <p:spPr bwMode="auto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9" name="Line 27"/>
                <p:cNvSpPr>
                  <a:spLocks noChangeShapeType="1"/>
                </p:cNvSpPr>
                <p:nvPr/>
              </p:nvSpPr>
              <p:spPr bwMode="auto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0" name="Line 28"/>
                <p:cNvSpPr>
                  <a:spLocks noChangeShapeType="1"/>
                </p:cNvSpPr>
                <p:nvPr/>
              </p:nvSpPr>
              <p:spPr bwMode="auto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1" name="Line 29"/>
                <p:cNvSpPr>
                  <a:spLocks noChangeShapeType="1"/>
                </p:cNvSpPr>
                <p:nvPr/>
              </p:nvSpPr>
              <p:spPr bwMode="auto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2" name="Line 30"/>
                <p:cNvSpPr>
                  <a:spLocks noChangeShapeType="1"/>
                </p:cNvSpPr>
                <p:nvPr/>
              </p:nvSpPr>
              <p:spPr bwMode="auto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3" name="Line 31"/>
                <p:cNvSpPr>
                  <a:spLocks noChangeShapeType="1"/>
                </p:cNvSpPr>
                <p:nvPr/>
              </p:nvSpPr>
              <p:spPr bwMode="auto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4" name="Line 32"/>
                <p:cNvSpPr>
                  <a:spLocks noChangeShapeType="1"/>
                </p:cNvSpPr>
                <p:nvPr/>
              </p:nvSpPr>
              <p:spPr bwMode="auto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5" name="Line 33"/>
                <p:cNvSpPr>
                  <a:spLocks noChangeShapeType="1"/>
                </p:cNvSpPr>
                <p:nvPr/>
              </p:nvSpPr>
              <p:spPr bwMode="auto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6" name="Line 34"/>
                <p:cNvSpPr>
                  <a:spLocks noChangeShapeType="1"/>
                </p:cNvSpPr>
                <p:nvPr/>
              </p:nvSpPr>
              <p:spPr bwMode="auto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7" name="Line 35"/>
                <p:cNvSpPr>
                  <a:spLocks noChangeShapeType="1"/>
                </p:cNvSpPr>
                <p:nvPr/>
              </p:nvSpPr>
              <p:spPr bwMode="auto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8" name="Line 36"/>
                <p:cNvSpPr>
                  <a:spLocks noChangeShapeType="1"/>
                </p:cNvSpPr>
                <p:nvPr/>
              </p:nvSpPr>
              <p:spPr bwMode="auto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9" name="Line 37"/>
                <p:cNvSpPr>
                  <a:spLocks noChangeShapeType="1"/>
                </p:cNvSpPr>
                <p:nvPr/>
              </p:nvSpPr>
              <p:spPr bwMode="auto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0" name="Line 38"/>
                <p:cNvSpPr>
                  <a:spLocks noChangeShapeType="1"/>
                </p:cNvSpPr>
                <p:nvPr/>
              </p:nvSpPr>
              <p:spPr bwMode="auto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1" name="Line 39"/>
                <p:cNvSpPr>
                  <a:spLocks noChangeShapeType="1"/>
                </p:cNvSpPr>
                <p:nvPr/>
              </p:nvSpPr>
              <p:spPr bwMode="auto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2" name="Line 40"/>
                <p:cNvSpPr>
                  <a:spLocks noChangeShapeType="1"/>
                </p:cNvSpPr>
                <p:nvPr/>
              </p:nvSpPr>
              <p:spPr bwMode="auto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3" name="Line 41"/>
                <p:cNvSpPr>
                  <a:spLocks noChangeShapeType="1"/>
                </p:cNvSpPr>
                <p:nvPr/>
              </p:nvSpPr>
              <p:spPr bwMode="auto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4" name="Line 42"/>
                <p:cNvSpPr>
                  <a:spLocks noChangeShapeType="1"/>
                </p:cNvSpPr>
                <p:nvPr/>
              </p:nvSpPr>
              <p:spPr bwMode="auto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5" name="Line 43"/>
                <p:cNvSpPr>
                  <a:spLocks noChangeShapeType="1"/>
                </p:cNvSpPr>
                <p:nvPr/>
              </p:nvSpPr>
              <p:spPr bwMode="auto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6" name="Line 44"/>
                <p:cNvSpPr>
                  <a:spLocks noChangeShapeType="1"/>
                </p:cNvSpPr>
                <p:nvPr/>
              </p:nvSpPr>
              <p:spPr bwMode="auto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7" name="Line 45"/>
                <p:cNvSpPr>
                  <a:spLocks noChangeShapeType="1"/>
                </p:cNvSpPr>
                <p:nvPr/>
              </p:nvSpPr>
              <p:spPr bwMode="auto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8" name="Line 46"/>
                <p:cNvSpPr>
                  <a:spLocks noChangeShapeType="1"/>
                </p:cNvSpPr>
                <p:nvPr/>
              </p:nvSpPr>
              <p:spPr bwMode="auto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9" name="Line 47"/>
                <p:cNvSpPr>
                  <a:spLocks noChangeShapeType="1"/>
                </p:cNvSpPr>
                <p:nvPr/>
              </p:nvSpPr>
              <p:spPr bwMode="auto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0" name="Line 48"/>
                <p:cNvSpPr>
                  <a:spLocks noChangeShapeType="1"/>
                </p:cNvSpPr>
                <p:nvPr/>
              </p:nvSpPr>
              <p:spPr bwMode="auto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1" name="Line 49"/>
                <p:cNvSpPr>
                  <a:spLocks noChangeShapeType="1"/>
                </p:cNvSpPr>
                <p:nvPr/>
              </p:nvSpPr>
              <p:spPr bwMode="auto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2" name="Line 50"/>
                <p:cNvSpPr>
                  <a:spLocks noChangeShapeType="1"/>
                </p:cNvSpPr>
                <p:nvPr/>
              </p:nvSpPr>
              <p:spPr bwMode="auto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3" name="Line 51"/>
                <p:cNvSpPr>
                  <a:spLocks noChangeShapeType="1"/>
                </p:cNvSpPr>
                <p:nvPr/>
              </p:nvSpPr>
              <p:spPr bwMode="auto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4" name="Line 52"/>
                <p:cNvSpPr>
                  <a:spLocks noChangeShapeType="1"/>
                </p:cNvSpPr>
                <p:nvPr/>
              </p:nvSpPr>
              <p:spPr bwMode="auto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5" name="Line 53"/>
                <p:cNvSpPr>
                  <a:spLocks noChangeShapeType="1"/>
                </p:cNvSpPr>
                <p:nvPr/>
              </p:nvSpPr>
              <p:spPr bwMode="auto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6" name="Line 54"/>
                <p:cNvSpPr>
                  <a:spLocks noChangeShapeType="1"/>
                </p:cNvSpPr>
                <p:nvPr/>
              </p:nvSpPr>
              <p:spPr bwMode="auto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7" name="Line 55"/>
                <p:cNvSpPr>
                  <a:spLocks noChangeShapeType="1"/>
                </p:cNvSpPr>
                <p:nvPr/>
              </p:nvSpPr>
              <p:spPr bwMode="auto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8" name="Line 56"/>
                <p:cNvSpPr>
                  <a:spLocks noChangeShapeType="1"/>
                </p:cNvSpPr>
                <p:nvPr/>
              </p:nvSpPr>
              <p:spPr bwMode="auto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</p:grpSp>
          <p:sp>
            <p:nvSpPr>
              <p:cNvPr id="17" name="Line 57"/>
              <p:cNvSpPr>
                <a:spLocks noChangeShapeType="1"/>
              </p:cNvSpPr>
              <p:nvPr/>
            </p:nvSpPr>
            <p:spPr bwMode="ltGray">
              <a:xfrm>
                <a:off x="5568" y="0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  <p:grpSp>
          <p:nvGrpSpPr>
            <p:cNvPr id="6" name="Group 58"/>
            <p:cNvGrpSpPr/>
            <p:nvPr userDrawn="1"/>
          </p:nvGrpSpPr>
          <p:grpSpPr bwMode="auto">
            <a:xfrm>
              <a:off x="3" y="559"/>
              <a:ext cx="4192" cy="1796"/>
              <a:chOff x="3" y="559"/>
              <a:chExt cx="4192" cy="1796"/>
            </a:xfrm>
          </p:grpSpPr>
          <p:sp>
            <p:nvSpPr>
              <p:cNvPr id="11" name="Line 59"/>
              <p:cNvSpPr>
                <a:spLocks noChangeShapeType="1"/>
              </p:cNvSpPr>
              <p:nvPr/>
            </p:nvSpPr>
            <p:spPr bwMode="ltGray">
              <a:xfrm>
                <a:off x="506" y="559"/>
                <a:ext cx="0" cy="179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2" name="Line 60"/>
              <p:cNvSpPr>
                <a:spLocks noChangeShapeType="1"/>
              </p:cNvSpPr>
              <p:nvPr/>
            </p:nvSpPr>
            <p:spPr bwMode="ltGray">
              <a:xfrm flipH="1" flipV="1">
                <a:off x="3" y="1924"/>
                <a:ext cx="32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3" name="Line 61"/>
              <p:cNvSpPr>
                <a:spLocks noChangeShapeType="1"/>
              </p:cNvSpPr>
              <p:nvPr/>
            </p:nvSpPr>
            <p:spPr bwMode="ltGray">
              <a:xfrm flipH="1" flipV="1">
                <a:off x="384" y="938"/>
                <a:ext cx="38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4" name="Arc 62"/>
              <p:cNvSpPr/>
              <p:nvPr/>
            </p:nvSpPr>
            <p:spPr bwMode="ltGray">
              <a:xfrm rot="16200000" flipH="1">
                <a:off x="404" y="839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  <p:grpSp>
          <p:nvGrpSpPr>
            <p:cNvPr id="7" name="Group 63"/>
            <p:cNvGrpSpPr/>
            <p:nvPr userDrawn="1"/>
          </p:nvGrpSpPr>
          <p:grpSpPr bwMode="auto">
            <a:xfrm>
              <a:off x="1480" y="1952"/>
              <a:ext cx="3808" cy="1812"/>
              <a:chOff x="1480" y="1952"/>
              <a:chExt cx="3808" cy="1812"/>
            </a:xfrm>
          </p:grpSpPr>
          <p:sp>
            <p:nvSpPr>
              <p:cNvPr id="8" name="Line 64"/>
              <p:cNvSpPr>
                <a:spLocks noChangeShapeType="1"/>
              </p:cNvSpPr>
              <p:nvPr/>
            </p:nvSpPr>
            <p:spPr bwMode="ltGray">
              <a:xfrm flipV="1">
                <a:off x="1480" y="3442"/>
                <a:ext cx="38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9" name="Line 65"/>
              <p:cNvSpPr>
                <a:spLocks noChangeShapeType="1"/>
              </p:cNvSpPr>
              <p:nvPr/>
            </p:nvSpPr>
            <p:spPr bwMode="ltGray">
              <a:xfrm flipH="1">
                <a:off x="5172" y="1952"/>
                <a:ext cx="0" cy="181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0" name="Arc 66"/>
              <p:cNvSpPr/>
              <p:nvPr/>
            </p:nvSpPr>
            <p:spPr bwMode="ltGray">
              <a:xfrm rot="5400000">
                <a:off x="5076" y="3327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</p:grpSp>
      <p:sp>
        <p:nvSpPr>
          <p:cNvPr id="6211" name="Rectangle 67"/>
          <p:cNvSpPr>
            <a:spLocks noGrp="1" noChangeArrowheads="1"/>
          </p:cNvSpPr>
          <p:nvPr>
            <p:ph type="ctrTitle"/>
          </p:nvPr>
        </p:nvSpPr>
        <p:spPr bwMode="auto">
          <a:xfrm>
            <a:off x="990600" y="1752600"/>
            <a:ext cx="7772400" cy="11430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6212" name="Rectangle 68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990600" y="3309938"/>
            <a:ext cx="6400800" cy="17526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0" indent="0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69" name="Rectangle 69"/>
          <p:cNvSpPr>
            <a:spLocks noGrp="1" noChangeArrowheads="1"/>
          </p:cNvSpPr>
          <p:nvPr>
            <p:ph type="dt" sz="quarter" idx="10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buFontTx/>
              <a:buNone/>
              <a:defRPr kumimoji="0" sz="14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0" name="Rectangle 70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ctr">
              <a:buFontTx/>
              <a:buNone/>
              <a:defRPr kumimoji="0" sz="14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" name="Rectangle 71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>
              <a:defRPr sz="1400">
                <a:ea typeface="宋体" panose="02010600030101010101" pitchFamily="2" charset="-122"/>
              </a:defRPr>
            </a:lvl1pPr>
          </a:lstStyle>
          <a:p>
            <a:fld id="{C460C925-3E56-4830-B78E-E0F49EE4FA1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</p:spTree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</p:spTree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</p:spTree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/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5" name="Group 3"/>
            <p:cNvGrpSpPr/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15" name="Rectangle 4"/>
              <p:cNvSpPr>
                <a:spLocks noChangeArrowheads="1"/>
              </p:cNvSpPr>
              <p:nvPr/>
            </p:nvSpPr>
            <p:spPr bwMode="ltGray">
              <a:xfrm>
                <a:off x="2112" y="0"/>
                <a:ext cx="3648" cy="9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grpSp>
            <p:nvGrpSpPr>
              <p:cNvPr id="16" name="Group 5"/>
              <p:cNvGrpSpPr/>
              <p:nvPr userDrawn="1"/>
            </p:nvGrpSpPr>
            <p:grpSpPr bwMode="auto">
              <a:xfrm>
                <a:off x="0" y="0"/>
                <a:ext cx="5760" cy="4320"/>
                <a:chOff x="0" y="0"/>
                <a:chExt cx="5760" cy="4320"/>
              </a:xfrm>
            </p:grpSpPr>
            <p:sp>
              <p:nvSpPr>
                <p:cNvPr id="18" name="Line 6"/>
                <p:cNvSpPr>
                  <a:spLocks noChangeShapeType="1"/>
                </p:cNvSpPr>
                <p:nvPr/>
              </p:nvSpPr>
              <p:spPr bwMode="auto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9" name="Line 7"/>
                <p:cNvSpPr>
                  <a:spLocks noChangeShapeType="1"/>
                </p:cNvSpPr>
                <p:nvPr/>
              </p:nvSpPr>
              <p:spPr bwMode="auto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0" name="Line 8"/>
                <p:cNvSpPr>
                  <a:spLocks noChangeShapeType="1"/>
                </p:cNvSpPr>
                <p:nvPr/>
              </p:nvSpPr>
              <p:spPr bwMode="auto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1" name="Line 9"/>
                <p:cNvSpPr>
                  <a:spLocks noChangeShapeType="1"/>
                </p:cNvSpPr>
                <p:nvPr/>
              </p:nvSpPr>
              <p:spPr bwMode="auto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2" name="Line 10"/>
                <p:cNvSpPr>
                  <a:spLocks noChangeShapeType="1"/>
                </p:cNvSpPr>
                <p:nvPr/>
              </p:nvSpPr>
              <p:spPr bwMode="auto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3" name="Line 11"/>
                <p:cNvSpPr>
                  <a:spLocks noChangeShapeType="1"/>
                </p:cNvSpPr>
                <p:nvPr/>
              </p:nvSpPr>
              <p:spPr bwMode="auto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4" name="Line 12"/>
                <p:cNvSpPr>
                  <a:spLocks noChangeShapeType="1"/>
                </p:cNvSpPr>
                <p:nvPr/>
              </p:nvSpPr>
              <p:spPr bwMode="auto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5" name="Line 13"/>
                <p:cNvSpPr>
                  <a:spLocks noChangeShapeType="1"/>
                </p:cNvSpPr>
                <p:nvPr/>
              </p:nvSpPr>
              <p:spPr bwMode="auto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6" name="Line 14"/>
                <p:cNvSpPr>
                  <a:spLocks noChangeShapeType="1"/>
                </p:cNvSpPr>
                <p:nvPr/>
              </p:nvSpPr>
              <p:spPr bwMode="auto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7" name="Line 15"/>
                <p:cNvSpPr>
                  <a:spLocks noChangeShapeType="1"/>
                </p:cNvSpPr>
                <p:nvPr/>
              </p:nvSpPr>
              <p:spPr bwMode="auto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8" name="Line 16"/>
                <p:cNvSpPr>
                  <a:spLocks noChangeShapeType="1"/>
                </p:cNvSpPr>
                <p:nvPr/>
              </p:nvSpPr>
              <p:spPr bwMode="auto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9" name="Line 17"/>
                <p:cNvSpPr>
                  <a:spLocks noChangeShapeType="1"/>
                </p:cNvSpPr>
                <p:nvPr/>
              </p:nvSpPr>
              <p:spPr bwMode="auto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0" name="Line 18"/>
                <p:cNvSpPr>
                  <a:spLocks noChangeShapeType="1"/>
                </p:cNvSpPr>
                <p:nvPr/>
              </p:nvSpPr>
              <p:spPr bwMode="auto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1" name="Line 19"/>
                <p:cNvSpPr>
                  <a:spLocks noChangeShapeType="1"/>
                </p:cNvSpPr>
                <p:nvPr/>
              </p:nvSpPr>
              <p:spPr bwMode="auto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2" name="Line 20"/>
                <p:cNvSpPr>
                  <a:spLocks noChangeShapeType="1"/>
                </p:cNvSpPr>
                <p:nvPr/>
              </p:nvSpPr>
              <p:spPr bwMode="auto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3" name="Line 21"/>
                <p:cNvSpPr>
                  <a:spLocks noChangeShapeType="1"/>
                </p:cNvSpPr>
                <p:nvPr/>
              </p:nvSpPr>
              <p:spPr bwMode="auto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4" name="Line 22"/>
                <p:cNvSpPr>
                  <a:spLocks noChangeShapeType="1"/>
                </p:cNvSpPr>
                <p:nvPr/>
              </p:nvSpPr>
              <p:spPr bwMode="auto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5" name="Line 23"/>
                <p:cNvSpPr>
                  <a:spLocks noChangeShapeType="1"/>
                </p:cNvSpPr>
                <p:nvPr/>
              </p:nvSpPr>
              <p:spPr bwMode="auto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6" name="Line 24"/>
                <p:cNvSpPr>
                  <a:spLocks noChangeShapeType="1"/>
                </p:cNvSpPr>
                <p:nvPr/>
              </p:nvSpPr>
              <p:spPr bwMode="auto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7" name="Line 25"/>
                <p:cNvSpPr>
                  <a:spLocks noChangeShapeType="1"/>
                </p:cNvSpPr>
                <p:nvPr/>
              </p:nvSpPr>
              <p:spPr bwMode="auto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8" name="Line 26"/>
                <p:cNvSpPr>
                  <a:spLocks noChangeShapeType="1"/>
                </p:cNvSpPr>
                <p:nvPr/>
              </p:nvSpPr>
              <p:spPr bwMode="auto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9" name="Line 27"/>
                <p:cNvSpPr>
                  <a:spLocks noChangeShapeType="1"/>
                </p:cNvSpPr>
                <p:nvPr/>
              </p:nvSpPr>
              <p:spPr bwMode="auto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0" name="Line 28"/>
                <p:cNvSpPr>
                  <a:spLocks noChangeShapeType="1"/>
                </p:cNvSpPr>
                <p:nvPr/>
              </p:nvSpPr>
              <p:spPr bwMode="auto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1" name="Line 29"/>
                <p:cNvSpPr>
                  <a:spLocks noChangeShapeType="1"/>
                </p:cNvSpPr>
                <p:nvPr/>
              </p:nvSpPr>
              <p:spPr bwMode="auto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2" name="Line 30"/>
                <p:cNvSpPr>
                  <a:spLocks noChangeShapeType="1"/>
                </p:cNvSpPr>
                <p:nvPr/>
              </p:nvSpPr>
              <p:spPr bwMode="auto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3" name="Line 31"/>
                <p:cNvSpPr>
                  <a:spLocks noChangeShapeType="1"/>
                </p:cNvSpPr>
                <p:nvPr/>
              </p:nvSpPr>
              <p:spPr bwMode="auto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4" name="Line 32"/>
                <p:cNvSpPr>
                  <a:spLocks noChangeShapeType="1"/>
                </p:cNvSpPr>
                <p:nvPr/>
              </p:nvSpPr>
              <p:spPr bwMode="auto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5" name="Line 33"/>
                <p:cNvSpPr>
                  <a:spLocks noChangeShapeType="1"/>
                </p:cNvSpPr>
                <p:nvPr/>
              </p:nvSpPr>
              <p:spPr bwMode="auto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6" name="Line 34"/>
                <p:cNvSpPr>
                  <a:spLocks noChangeShapeType="1"/>
                </p:cNvSpPr>
                <p:nvPr/>
              </p:nvSpPr>
              <p:spPr bwMode="auto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7" name="Line 35"/>
                <p:cNvSpPr>
                  <a:spLocks noChangeShapeType="1"/>
                </p:cNvSpPr>
                <p:nvPr/>
              </p:nvSpPr>
              <p:spPr bwMode="auto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8" name="Line 36"/>
                <p:cNvSpPr>
                  <a:spLocks noChangeShapeType="1"/>
                </p:cNvSpPr>
                <p:nvPr/>
              </p:nvSpPr>
              <p:spPr bwMode="auto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9" name="Line 37"/>
                <p:cNvSpPr>
                  <a:spLocks noChangeShapeType="1"/>
                </p:cNvSpPr>
                <p:nvPr/>
              </p:nvSpPr>
              <p:spPr bwMode="auto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0" name="Line 38"/>
                <p:cNvSpPr>
                  <a:spLocks noChangeShapeType="1"/>
                </p:cNvSpPr>
                <p:nvPr/>
              </p:nvSpPr>
              <p:spPr bwMode="auto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1" name="Line 39"/>
                <p:cNvSpPr>
                  <a:spLocks noChangeShapeType="1"/>
                </p:cNvSpPr>
                <p:nvPr/>
              </p:nvSpPr>
              <p:spPr bwMode="auto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2" name="Line 40"/>
                <p:cNvSpPr>
                  <a:spLocks noChangeShapeType="1"/>
                </p:cNvSpPr>
                <p:nvPr/>
              </p:nvSpPr>
              <p:spPr bwMode="auto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3" name="Line 41"/>
                <p:cNvSpPr>
                  <a:spLocks noChangeShapeType="1"/>
                </p:cNvSpPr>
                <p:nvPr/>
              </p:nvSpPr>
              <p:spPr bwMode="auto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4" name="Line 42"/>
                <p:cNvSpPr>
                  <a:spLocks noChangeShapeType="1"/>
                </p:cNvSpPr>
                <p:nvPr/>
              </p:nvSpPr>
              <p:spPr bwMode="auto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5" name="Line 43"/>
                <p:cNvSpPr>
                  <a:spLocks noChangeShapeType="1"/>
                </p:cNvSpPr>
                <p:nvPr/>
              </p:nvSpPr>
              <p:spPr bwMode="auto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6" name="Line 44"/>
                <p:cNvSpPr>
                  <a:spLocks noChangeShapeType="1"/>
                </p:cNvSpPr>
                <p:nvPr/>
              </p:nvSpPr>
              <p:spPr bwMode="auto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7" name="Line 45"/>
                <p:cNvSpPr>
                  <a:spLocks noChangeShapeType="1"/>
                </p:cNvSpPr>
                <p:nvPr/>
              </p:nvSpPr>
              <p:spPr bwMode="auto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8" name="Line 46"/>
                <p:cNvSpPr>
                  <a:spLocks noChangeShapeType="1"/>
                </p:cNvSpPr>
                <p:nvPr/>
              </p:nvSpPr>
              <p:spPr bwMode="auto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9" name="Line 47"/>
                <p:cNvSpPr>
                  <a:spLocks noChangeShapeType="1"/>
                </p:cNvSpPr>
                <p:nvPr/>
              </p:nvSpPr>
              <p:spPr bwMode="auto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0" name="Line 48"/>
                <p:cNvSpPr>
                  <a:spLocks noChangeShapeType="1"/>
                </p:cNvSpPr>
                <p:nvPr/>
              </p:nvSpPr>
              <p:spPr bwMode="auto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1" name="Line 49"/>
                <p:cNvSpPr>
                  <a:spLocks noChangeShapeType="1"/>
                </p:cNvSpPr>
                <p:nvPr/>
              </p:nvSpPr>
              <p:spPr bwMode="auto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2" name="Line 50"/>
                <p:cNvSpPr>
                  <a:spLocks noChangeShapeType="1"/>
                </p:cNvSpPr>
                <p:nvPr/>
              </p:nvSpPr>
              <p:spPr bwMode="auto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3" name="Line 51"/>
                <p:cNvSpPr>
                  <a:spLocks noChangeShapeType="1"/>
                </p:cNvSpPr>
                <p:nvPr/>
              </p:nvSpPr>
              <p:spPr bwMode="auto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4" name="Line 52"/>
                <p:cNvSpPr>
                  <a:spLocks noChangeShapeType="1"/>
                </p:cNvSpPr>
                <p:nvPr/>
              </p:nvSpPr>
              <p:spPr bwMode="auto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5" name="Line 53"/>
                <p:cNvSpPr>
                  <a:spLocks noChangeShapeType="1"/>
                </p:cNvSpPr>
                <p:nvPr/>
              </p:nvSpPr>
              <p:spPr bwMode="auto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6" name="Line 54"/>
                <p:cNvSpPr>
                  <a:spLocks noChangeShapeType="1"/>
                </p:cNvSpPr>
                <p:nvPr/>
              </p:nvSpPr>
              <p:spPr bwMode="auto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7" name="Line 55"/>
                <p:cNvSpPr>
                  <a:spLocks noChangeShapeType="1"/>
                </p:cNvSpPr>
                <p:nvPr/>
              </p:nvSpPr>
              <p:spPr bwMode="auto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8" name="Line 56"/>
                <p:cNvSpPr>
                  <a:spLocks noChangeShapeType="1"/>
                </p:cNvSpPr>
                <p:nvPr/>
              </p:nvSpPr>
              <p:spPr bwMode="auto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</p:grpSp>
          <p:sp>
            <p:nvSpPr>
              <p:cNvPr id="17" name="Line 57"/>
              <p:cNvSpPr>
                <a:spLocks noChangeShapeType="1"/>
              </p:cNvSpPr>
              <p:nvPr/>
            </p:nvSpPr>
            <p:spPr bwMode="ltGray">
              <a:xfrm>
                <a:off x="5568" y="0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  <p:grpSp>
          <p:nvGrpSpPr>
            <p:cNvPr id="6" name="Group 58"/>
            <p:cNvGrpSpPr/>
            <p:nvPr userDrawn="1"/>
          </p:nvGrpSpPr>
          <p:grpSpPr bwMode="auto">
            <a:xfrm>
              <a:off x="3" y="559"/>
              <a:ext cx="4192" cy="1796"/>
              <a:chOff x="3" y="559"/>
              <a:chExt cx="4192" cy="1796"/>
            </a:xfrm>
          </p:grpSpPr>
          <p:sp>
            <p:nvSpPr>
              <p:cNvPr id="11" name="Line 59"/>
              <p:cNvSpPr>
                <a:spLocks noChangeShapeType="1"/>
              </p:cNvSpPr>
              <p:nvPr/>
            </p:nvSpPr>
            <p:spPr bwMode="ltGray">
              <a:xfrm>
                <a:off x="506" y="559"/>
                <a:ext cx="0" cy="179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2" name="Line 60"/>
              <p:cNvSpPr>
                <a:spLocks noChangeShapeType="1"/>
              </p:cNvSpPr>
              <p:nvPr/>
            </p:nvSpPr>
            <p:spPr bwMode="ltGray">
              <a:xfrm flipH="1" flipV="1">
                <a:off x="3" y="1924"/>
                <a:ext cx="32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3" name="Line 61"/>
              <p:cNvSpPr>
                <a:spLocks noChangeShapeType="1"/>
              </p:cNvSpPr>
              <p:nvPr/>
            </p:nvSpPr>
            <p:spPr bwMode="ltGray">
              <a:xfrm flipH="1" flipV="1">
                <a:off x="384" y="938"/>
                <a:ext cx="38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4" name="Arc 62"/>
              <p:cNvSpPr/>
              <p:nvPr/>
            </p:nvSpPr>
            <p:spPr bwMode="ltGray">
              <a:xfrm rot="16200000" flipH="1">
                <a:off x="404" y="840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  <p:grpSp>
          <p:nvGrpSpPr>
            <p:cNvPr id="7" name="Group 63"/>
            <p:cNvGrpSpPr/>
            <p:nvPr userDrawn="1"/>
          </p:nvGrpSpPr>
          <p:grpSpPr bwMode="auto">
            <a:xfrm>
              <a:off x="1480" y="1952"/>
              <a:ext cx="3808" cy="1812"/>
              <a:chOff x="1480" y="1952"/>
              <a:chExt cx="3808" cy="1812"/>
            </a:xfrm>
          </p:grpSpPr>
          <p:sp>
            <p:nvSpPr>
              <p:cNvPr id="8" name="Line 64"/>
              <p:cNvSpPr>
                <a:spLocks noChangeShapeType="1"/>
              </p:cNvSpPr>
              <p:nvPr/>
            </p:nvSpPr>
            <p:spPr bwMode="ltGray">
              <a:xfrm flipV="1">
                <a:off x="1480" y="3442"/>
                <a:ext cx="38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9" name="Line 65"/>
              <p:cNvSpPr>
                <a:spLocks noChangeShapeType="1"/>
              </p:cNvSpPr>
              <p:nvPr/>
            </p:nvSpPr>
            <p:spPr bwMode="ltGray">
              <a:xfrm flipH="1">
                <a:off x="5172" y="1952"/>
                <a:ext cx="0" cy="181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0" name="Arc 66"/>
              <p:cNvSpPr/>
              <p:nvPr/>
            </p:nvSpPr>
            <p:spPr bwMode="ltGray">
              <a:xfrm rot="5400000">
                <a:off x="5077" y="3329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</p:grpSp>
      <p:sp>
        <p:nvSpPr>
          <p:cNvPr id="6211" name="Rectangle 67"/>
          <p:cNvSpPr>
            <a:spLocks noGrp="1" noChangeArrowheads="1"/>
          </p:cNvSpPr>
          <p:nvPr>
            <p:ph type="ctrTitle"/>
          </p:nvPr>
        </p:nvSpPr>
        <p:spPr bwMode="auto">
          <a:xfrm>
            <a:off x="990600" y="1752600"/>
            <a:ext cx="7772400" cy="11430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6212" name="Rectangle 68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990600" y="3309938"/>
            <a:ext cx="6400800" cy="17526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0" indent="0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69" name="Rectangle 69"/>
          <p:cNvSpPr>
            <a:spLocks noGrp="1" noChangeArrowheads="1"/>
          </p:cNvSpPr>
          <p:nvPr>
            <p:ph type="dt" sz="quarter" idx="10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buFontTx/>
              <a:buNone/>
              <a:defRPr kumimoji="0" sz="14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0" name="Rectangle 70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ctr">
              <a:buFontTx/>
              <a:buNone/>
              <a:defRPr kumimoji="0" sz="14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" name="Rectangle 71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>
              <a:defRPr sz="1400">
                <a:ea typeface="宋体" panose="02010600030101010101" pitchFamily="2" charset="-122"/>
              </a:defRPr>
            </a:lvl1pPr>
          </a:lstStyle>
          <a:p>
            <a:fld id="{B18A397C-1667-4997-BB0D-9A359A4E92D4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</p:spTree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</p:spTree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</p:spTree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/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5" name="Group 3"/>
            <p:cNvGrpSpPr/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15" name="Rectangle 4"/>
              <p:cNvSpPr>
                <a:spLocks noChangeArrowheads="1"/>
              </p:cNvSpPr>
              <p:nvPr/>
            </p:nvSpPr>
            <p:spPr bwMode="ltGray">
              <a:xfrm>
                <a:off x="2112" y="0"/>
                <a:ext cx="3648" cy="9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grpSp>
            <p:nvGrpSpPr>
              <p:cNvPr id="16" name="Group 5"/>
              <p:cNvGrpSpPr/>
              <p:nvPr userDrawn="1"/>
            </p:nvGrpSpPr>
            <p:grpSpPr bwMode="auto">
              <a:xfrm>
                <a:off x="0" y="0"/>
                <a:ext cx="5760" cy="4320"/>
                <a:chOff x="0" y="0"/>
                <a:chExt cx="5760" cy="4320"/>
              </a:xfrm>
            </p:grpSpPr>
            <p:sp>
              <p:nvSpPr>
                <p:cNvPr id="18" name="Line 6"/>
                <p:cNvSpPr>
                  <a:spLocks noChangeShapeType="1"/>
                </p:cNvSpPr>
                <p:nvPr/>
              </p:nvSpPr>
              <p:spPr bwMode="auto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9" name="Line 7"/>
                <p:cNvSpPr>
                  <a:spLocks noChangeShapeType="1"/>
                </p:cNvSpPr>
                <p:nvPr/>
              </p:nvSpPr>
              <p:spPr bwMode="auto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0" name="Line 8"/>
                <p:cNvSpPr>
                  <a:spLocks noChangeShapeType="1"/>
                </p:cNvSpPr>
                <p:nvPr/>
              </p:nvSpPr>
              <p:spPr bwMode="auto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1" name="Line 9"/>
                <p:cNvSpPr>
                  <a:spLocks noChangeShapeType="1"/>
                </p:cNvSpPr>
                <p:nvPr/>
              </p:nvSpPr>
              <p:spPr bwMode="auto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2" name="Line 10"/>
                <p:cNvSpPr>
                  <a:spLocks noChangeShapeType="1"/>
                </p:cNvSpPr>
                <p:nvPr/>
              </p:nvSpPr>
              <p:spPr bwMode="auto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3" name="Line 11"/>
                <p:cNvSpPr>
                  <a:spLocks noChangeShapeType="1"/>
                </p:cNvSpPr>
                <p:nvPr/>
              </p:nvSpPr>
              <p:spPr bwMode="auto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4" name="Line 12"/>
                <p:cNvSpPr>
                  <a:spLocks noChangeShapeType="1"/>
                </p:cNvSpPr>
                <p:nvPr/>
              </p:nvSpPr>
              <p:spPr bwMode="auto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5" name="Line 13"/>
                <p:cNvSpPr>
                  <a:spLocks noChangeShapeType="1"/>
                </p:cNvSpPr>
                <p:nvPr/>
              </p:nvSpPr>
              <p:spPr bwMode="auto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6" name="Line 14"/>
                <p:cNvSpPr>
                  <a:spLocks noChangeShapeType="1"/>
                </p:cNvSpPr>
                <p:nvPr/>
              </p:nvSpPr>
              <p:spPr bwMode="auto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7" name="Line 15"/>
                <p:cNvSpPr>
                  <a:spLocks noChangeShapeType="1"/>
                </p:cNvSpPr>
                <p:nvPr/>
              </p:nvSpPr>
              <p:spPr bwMode="auto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8" name="Line 16"/>
                <p:cNvSpPr>
                  <a:spLocks noChangeShapeType="1"/>
                </p:cNvSpPr>
                <p:nvPr/>
              </p:nvSpPr>
              <p:spPr bwMode="auto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9" name="Line 17"/>
                <p:cNvSpPr>
                  <a:spLocks noChangeShapeType="1"/>
                </p:cNvSpPr>
                <p:nvPr/>
              </p:nvSpPr>
              <p:spPr bwMode="auto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0" name="Line 18"/>
                <p:cNvSpPr>
                  <a:spLocks noChangeShapeType="1"/>
                </p:cNvSpPr>
                <p:nvPr/>
              </p:nvSpPr>
              <p:spPr bwMode="auto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1" name="Line 19"/>
                <p:cNvSpPr>
                  <a:spLocks noChangeShapeType="1"/>
                </p:cNvSpPr>
                <p:nvPr/>
              </p:nvSpPr>
              <p:spPr bwMode="auto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2" name="Line 20"/>
                <p:cNvSpPr>
                  <a:spLocks noChangeShapeType="1"/>
                </p:cNvSpPr>
                <p:nvPr/>
              </p:nvSpPr>
              <p:spPr bwMode="auto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3" name="Line 21"/>
                <p:cNvSpPr>
                  <a:spLocks noChangeShapeType="1"/>
                </p:cNvSpPr>
                <p:nvPr/>
              </p:nvSpPr>
              <p:spPr bwMode="auto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4" name="Line 22"/>
                <p:cNvSpPr>
                  <a:spLocks noChangeShapeType="1"/>
                </p:cNvSpPr>
                <p:nvPr/>
              </p:nvSpPr>
              <p:spPr bwMode="auto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5" name="Line 23"/>
                <p:cNvSpPr>
                  <a:spLocks noChangeShapeType="1"/>
                </p:cNvSpPr>
                <p:nvPr/>
              </p:nvSpPr>
              <p:spPr bwMode="auto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6" name="Line 24"/>
                <p:cNvSpPr>
                  <a:spLocks noChangeShapeType="1"/>
                </p:cNvSpPr>
                <p:nvPr/>
              </p:nvSpPr>
              <p:spPr bwMode="auto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7" name="Line 25"/>
                <p:cNvSpPr>
                  <a:spLocks noChangeShapeType="1"/>
                </p:cNvSpPr>
                <p:nvPr/>
              </p:nvSpPr>
              <p:spPr bwMode="auto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8" name="Line 26"/>
                <p:cNvSpPr>
                  <a:spLocks noChangeShapeType="1"/>
                </p:cNvSpPr>
                <p:nvPr/>
              </p:nvSpPr>
              <p:spPr bwMode="auto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9" name="Line 27"/>
                <p:cNvSpPr>
                  <a:spLocks noChangeShapeType="1"/>
                </p:cNvSpPr>
                <p:nvPr/>
              </p:nvSpPr>
              <p:spPr bwMode="auto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0" name="Line 28"/>
                <p:cNvSpPr>
                  <a:spLocks noChangeShapeType="1"/>
                </p:cNvSpPr>
                <p:nvPr/>
              </p:nvSpPr>
              <p:spPr bwMode="auto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1" name="Line 29"/>
                <p:cNvSpPr>
                  <a:spLocks noChangeShapeType="1"/>
                </p:cNvSpPr>
                <p:nvPr/>
              </p:nvSpPr>
              <p:spPr bwMode="auto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2" name="Line 30"/>
                <p:cNvSpPr>
                  <a:spLocks noChangeShapeType="1"/>
                </p:cNvSpPr>
                <p:nvPr/>
              </p:nvSpPr>
              <p:spPr bwMode="auto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3" name="Line 31"/>
                <p:cNvSpPr>
                  <a:spLocks noChangeShapeType="1"/>
                </p:cNvSpPr>
                <p:nvPr/>
              </p:nvSpPr>
              <p:spPr bwMode="auto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4" name="Line 32"/>
                <p:cNvSpPr>
                  <a:spLocks noChangeShapeType="1"/>
                </p:cNvSpPr>
                <p:nvPr/>
              </p:nvSpPr>
              <p:spPr bwMode="auto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5" name="Line 33"/>
                <p:cNvSpPr>
                  <a:spLocks noChangeShapeType="1"/>
                </p:cNvSpPr>
                <p:nvPr/>
              </p:nvSpPr>
              <p:spPr bwMode="auto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6" name="Line 34"/>
                <p:cNvSpPr>
                  <a:spLocks noChangeShapeType="1"/>
                </p:cNvSpPr>
                <p:nvPr/>
              </p:nvSpPr>
              <p:spPr bwMode="auto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7" name="Line 35"/>
                <p:cNvSpPr>
                  <a:spLocks noChangeShapeType="1"/>
                </p:cNvSpPr>
                <p:nvPr/>
              </p:nvSpPr>
              <p:spPr bwMode="auto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8" name="Line 36"/>
                <p:cNvSpPr>
                  <a:spLocks noChangeShapeType="1"/>
                </p:cNvSpPr>
                <p:nvPr/>
              </p:nvSpPr>
              <p:spPr bwMode="auto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9" name="Line 37"/>
                <p:cNvSpPr>
                  <a:spLocks noChangeShapeType="1"/>
                </p:cNvSpPr>
                <p:nvPr/>
              </p:nvSpPr>
              <p:spPr bwMode="auto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0" name="Line 38"/>
                <p:cNvSpPr>
                  <a:spLocks noChangeShapeType="1"/>
                </p:cNvSpPr>
                <p:nvPr/>
              </p:nvSpPr>
              <p:spPr bwMode="auto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1" name="Line 39"/>
                <p:cNvSpPr>
                  <a:spLocks noChangeShapeType="1"/>
                </p:cNvSpPr>
                <p:nvPr/>
              </p:nvSpPr>
              <p:spPr bwMode="auto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2" name="Line 40"/>
                <p:cNvSpPr>
                  <a:spLocks noChangeShapeType="1"/>
                </p:cNvSpPr>
                <p:nvPr/>
              </p:nvSpPr>
              <p:spPr bwMode="auto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3" name="Line 41"/>
                <p:cNvSpPr>
                  <a:spLocks noChangeShapeType="1"/>
                </p:cNvSpPr>
                <p:nvPr/>
              </p:nvSpPr>
              <p:spPr bwMode="auto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4" name="Line 42"/>
                <p:cNvSpPr>
                  <a:spLocks noChangeShapeType="1"/>
                </p:cNvSpPr>
                <p:nvPr/>
              </p:nvSpPr>
              <p:spPr bwMode="auto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5" name="Line 43"/>
                <p:cNvSpPr>
                  <a:spLocks noChangeShapeType="1"/>
                </p:cNvSpPr>
                <p:nvPr/>
              </p:nvSpPr>
              <p:spPr bwMode="auto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6" name="Line 44"/>
                <p:cNvSpPr>
                  <a:spLocks noChangeShapeType="1"/>
                </p:cNvSpPr>
                <p:nvPr/>
              </p:nvSpPr>
              <p:spPr bwMode="auto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7" name="Line 45"/>
                <p:cNvSpPr>
                  <a:spLocks noChangeShapeType="1"/>
                </p:cNvSpPr>
                <p:nvPr/>
              </p:nvSpPr>
              <p:spPr bwMode="auto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8" name="Line 46"/>
                <p:cNvSpPr>
                  <a:spLocks noChangeShapeType="1"/>
                </p:cNvSpPr>
                <p:nvPr/>
              </p:nvSpPr>
              <p:spPr bwMode="auto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9" name="Line 47"/>
                <p:cNvSpPr>
                  <a:spLocks noChangeShapeType="1"/>
                </p:cNvSpPr>
                <p:nvPr/>
              </p:nvSpPr>
              <p:spPr bwMode="auto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0" name="Line 48"/>
                <p:cNvSpPr>
                  <a:spLocks noChangeShapeType="1"/>
                </p:cNvSpPr>
                <p:nvPr/>
              </p:nvSpPr>
              <p:spPr bwMode="auto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1" name="Line 49"/>
                <p:cNvSpPr>
                  <a:spLocks noChangeShapeType="1"/>
                </p:cNvSpPr>
                <p:nvPr/>
              </p:nvSpPr>
              <p:spPr bwMode="auto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2" name="Line 50"/>
                <p:cNvSpPr>
                  <a:spLocks noChangeShapeType="1"/>
                </p:cNvSpPr>
                <p:nvPr/>
              </p:nvSpPr>
              <p:spPr bwMode="auto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3" name="Line 51"/>
                <p:cNvSpPr>
                  <a:spLocks noChangeShapeType="1"/>
                </p:cNvSpPr>
                <p:nvPr/>
              </p:nvSpPr>
              <p:spPr bwMode="auto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4" name="Line 52"/>
                <p:cNvSpPr>
                  <a:spLocks noChangeShapeType="1"/>
                </p:cNvSpPr>
                <p:nvPr/>
              </p:nvSpPr>
              <p:spPr bwMode="auto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5" name="Line 53"/>
                <p:cNvSpPr>
                  <a:spLocks noChangeShapeType="1"/>
                </p:cNvSpPr>
                <p:nvPr/>
              </p:nvSpPr>
              <p:spPr bwMode="auto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6" name="Line 54"/>
                <p:cNvSpPr>
                  <a:spLocks noChangeShapeType="1"/>
                </p:cNvSpPr>
                <p:nvPr/>
              </p:nvSpPr>
              <p:spPr bwMode="auto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7" name="Line 55"/>
                <p:cNvSpPr>
                  <a:spLocks noChangeShapeType="1"/>
                </p:cNvSpPr>
                <p:nvPr/>
              </p:nvSpPr>
              <p:spPr bwMode="auto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8" name="Line 56"/>
                <p:cNvSpPr>
                  <a:spLocks noChangeShapeType="1"/>
                </p:cNvSpPr>
                <p:nvPr/>
              </p:nvSpPr>
              <p:spPr bwMode="auto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</p:grpSp>
          <p:sp>
            <p:nvSpPr>
              <p:cNvPr id="17" name="Line 57"/>
              <p:cNvSpPr>
                <a:spLocks noChangeShapeType="1"/>
              </p:cNvSpPr>
              <p:nvPr/>
            </p:nvSpPr>
            <p:spPr bwMode="ltGray">
              <a:xfrm>
                <a:off x="5568" y="0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  <p:grpSp>
          <p:nvGrpSpPr>
            <p:cNvPr id="6" name="Group 58"/>
            <p:cNvGrpSpPr/>
            <p:nvPr userDrawn="1"/>
          </p:nvGrpSpPr>
          <p:grpSpPr bwMode="auto">
            <a:xfrm>
              <a:off x="3" y="559"/>
              <a:ext cx="4192" cy="1796"/>
              <a:chOff x="3" y="559"/>
              <a:chExt cx="4192" cy="1796"/>
            </a:xfrm>
          </p:grpSpPr>
          <p:sp>
            <p:nvSpPr>
              <p:cNvPr id="11" name="Line 59"/>
              <p:cNvSpPr>
                <a:spLocks noChangeShapeType="1"/>
              </p:cNvSpPr>
              <p:nvPr/>
            </p:nvSpPr>
            <p:spPr bwMode="ltGray">
              <a:xfrm>
                <a:off x="506" y="559"/>
                <a:ext cx="0" cy="179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2" name="Line 60"/>
              <p:cNvSpPr>
                <a:spLocks noChangeShapeType="1"/>
              </p:cNvSpPr>
              <p:nvPr/>
            </p:nvSpPr>
            <p:spPr bwMode="ltGray">
              <a:xfrm flipH="1" flipV="1">
                <a:off x="3" y="1924"/>
                <a:ext cx="32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3" name="Line 61"/>
              <p:cNvSpPr>
                <a:spLocks noChangeShapeType="1"/>
              </p:cNvSpPr>
              <p:nvPr/>
            </p:nvSpPr>
            <p:spPr bwMode="ltGray">
              <a:xfrm flipH="1" flipV="1">
                <a:off x="384" y="938"/>
                <a:ext cx="38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4" name="Arc 62"/>
              <p:cNvSpPr/>
              <p:nvPr/>
            </p:nvSpPr>
            <p:spPr bwMode="ltGray">
              <a:xfrm rot="16200000" flipH="1">
                <a:off x="404" y="840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  <p:grpSp>
          <p:nvGrpSpPr>
            <p:cNvPr id="7" name="Group 63"/>
            <p:cNvGrpSpPr/>
            <p:nvPr userDrawn="1"/>
          </p:nvGrpSpPr>
          <p:grpSpPr bwMode="auto">
            <a:xfrm>
              <a:off x="1480" y="1952"/>
              <a:ext cx="3808" cy="1812"/>
              <a:chOff x="1480" y="1952"/>
              <a:chExt cx="3808" cy="1812"/>
            </a:xfrm>
          </p:grpSpPr>
          <p:sp>
            <p:nvSpPr>
              <p:cNvPr id="8" name="Line 64"/>
              <p:cNvSpPr>
                <a:spLocks noChangeShapeType="1"/>
              </p:cNvSpPr>
              <p:nvPr/>
            </p:nvSpPr>
            <p:spPr bwMode="ltGray">
              <a:xfrm flipV="1">
                <a:off x="1480" y="3442"/>
                <a:ext cx="38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9" name="Line 65"/>
              <p:cNvSpPr>
                <a:spLocks noChangeShapeType="1"/>
              </p:cNvSpPr>
              <p:nvPr/>
            </p:nvSpPr>
            <p:spPr bwMode="ltGray">
              <a:xfrm flipH="1">
                <a:off x="5172" y="1952"/>
                <a:ext cx="0" cy="181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0" name="Arc 66"/>
              <p:cNvSpPr/>
              <p:nvPr/>
            </p:nvSpPr>
            <p:spPr bwMode="ltGray">
              <a:xfrm rot="5400000">
                <a:off x="5077" y="3329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</p:grpSp>
      <p:sp>
        <p:nvSpPr>
          <p:cNvPr id="6211" name="Rectangle 67"/>
          <p:cNvSpPr>
            <a:spLocks noGrp="1" noChangeArrowheads="1"/>
          </p:cNvSpPr>
          <p:nvPr>
            <p:ph type="ctrTitle"/>
          </p:nvPr>
        </p:nvSpPr>
        <p:spPr bwMode="auto">
          <a:xfrm>
            <a:off x="990600" y="1752600"/>
            <a:ext cx="7772400" cy="11430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6212" name="Rectangle 68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990600" y="3309938"/>
            <a:ext cx="6400800" cy="17526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0" indent="0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69" name="Rectangle 69"/>
          <p:cNvSpPr>
            <a:spLocks noGrp="1" noChangeArrowheads="1"/>
          </p:cNvSpPr>
          <p:nvPr>
            <p:ph type="dt" sz="quarter" idx="10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buFontTx/>
              <a:buNone/>
              <a:defRPr kumimoji="0" sz="14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0" name="Rectangle 70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ctr">
              <a:buFontTx/>
              <a:buNone/>
              <a:defRPr kumimoji="0" sz="14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" name="Rectangle 71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>
              <a:defRPr sz="1400">
                <a:ea typeface="宋体" panose="02010600030101010101" pitchFamily="2" charset="-122"/>
              </a:defRPr>
            </a:lvl1pPr>
          </a:lstStyle>
          <a:p>
            <a:fld id="{0520B68C-908F-43E1-B255-18014CAB019A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</p:spTree>
  </p:cSld>
  <p:clrMapOvr>
    <a:masterClrMapping/>
  </p:clrMapOvr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</p:spTree>
  </p:cSld>
  <p:clrMapOvr>
    <a:masterClrMapping/>
  </p:clrMapOvr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</p:spTree>
  </p:cSld>
  <p:clrMapOvr>
    <a:masterClrMapping/>
  </p:clrMapOvr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/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5" name="Group 3"/>
            <p:cNvGrpSpPr/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15" name="Rectangle 4"/>
              <p:cNvSpPr>
                <a:spLocks noChangeArrowheads="1"/>
              </p:cNvSpPr>
              <p:nvPr/>
            </p:nvSpPr>
            <p:spPr bwMode="ltGray">
              <a:xfrm>
                <a:off x="2112" y="0"/>
                <a:ext cx="3648" cy="9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grpSp>
            <p:nvGrpSpPr>
              <p:cNvPr id="16" name="Group 5"/>
              <p:cNvGrpSpPr/>
              <p:nvPr userDrawn="1"/>
            </p:nvGrpSpPr>
            <p:grpSpPr bwMode="auto">
              <a:xfrm>
                <a:off x="0" y="0"/>
                <a:ext cx="5760" cy="4320"/>
                <a:chOff x="0" y="0"/>
                <a:chExt cx="5760" cy="4320"/>
              </a:xfrm>
            </p:grpSpPr>
            <p:sp>
              <p:nvSpPr>
                <p:cNvPr id="18" name="Line 6"/>
                <p:cNvSpPr>
                  <a:spLocks noChangeShapeType="1"/>
                </p:cNvSpPr>
                <p:nvPr/>
              </p:nvSpPr>
              <p:spPr bwMode="auto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9" name="Line 7"/>
                <p:cNvSpPr>
                  <a:spLocks noChangeShapeType="1"/>
                </p:cNvSpPr>
                <p:nvPr/>
              </p:nvSpPr>
              <p:spPr bwMode="auto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0" name="Line 8"/>
                <p:cNvSpPr>
                  <a:spLocks noChangeShapeType="1"/>
                </p:cNvSpPr>
                <p:nvPr/>
              </p:nvSpPr>
              <p:spPr bwMode="auto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1" name="Line 9"/>
                <p:cNvSpPr>
                  <a:spLocks noChangeShapeType="1"/>
                </p:cNvSpPr>
                <p:nvPr/>
              </p:nvSpPr>
              <p:spPr bwMode="auto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2" name="Line 10"/>
                <p:cNvSpPr>
                  <a:spLocks noChangeShapeType="1"/>
                </p:cNvSpPr>
                <p:nvPr/>
              </p:nvSpPr>
              <p:spPr bwMode="auto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3" name="Line 11"/>
                <p:cNvSpPr>
                  <a:spLocks noChangeShapeType="1"/>
                </p:cNvSpPr>
                <p:nvPr/>
              </p:nvSpPr>
              <p:spPr bwMode="auto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4" name="Line 12"/>
                <p:cNvSpPr>
                  <a:spLocks noChangeShapeType="1"/>
                </p:cNvSpPr>
                <p:nvPr/>
              </p:nvSpPr>
              <p:spPr bwMode="auto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5" name="Line 13"/>
                <p:cNvSpPr>
                  <a:spLocks noChangeShapeType="1"/>
                </p:cNvSpPr>
                <p:nvPr/>
              </p:nvSpPr>
              <p:spPr bwMode="auto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6" name="Line 14"/>
                <p:cNvSpPr>
                  <a:spLocks noChangeShapeType="1"/>
                </p:cNvSpPr>
                <p:nvPr/>
              </p:nvSpPr>
              <p:spPr bwMode="auto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7" name="Line 15"/>
                <p:cNvSpPr>
                  <a:spLocks noChangeShapeType="1"/>
                </p:cNvSpPr>
                <p:nvPr/>
              </p:nvSpPr>
              <p:spPr bwMode="auto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8" name="Line 16"/>
                <p:cNvSpPr>
                  <a:spLocks noChangeShapeType="1"/>
                </p:cNvSpPr>
                <p:nvPr/>
              </p:nvSpPr>
              <p:spPr bwMode="auto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9" name="Line 17"/>
                <p:cNvSpPr>
                  <a:spLocks noChangeShapeType="1"/>
                </p:cNvSpPr>
                <p:nvPr/>
              </p:nvSpPr>
              <p:spPr bwMode="auto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0" name="Line 18"/>
                <p:cNvSpPr>
                  <a:spLocks noChangeShapeType="1"/>
                </p:cNvSpPr>
                <p:nvPr/>
              </p:nvSpPr>
              <p:spPr bwMode="auto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1" name="Line 19"/>
                <p:cNvSpPr>
                  <a:spLocks noChangeShapeType="1"/>
                </p:cNvSpPr>
                <p:nvPr/>
              </p:nvSpPr>
              <p:spPr bwMode="auto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2" name="Line 20"/>
                <p:cNvSpPr>
                  <a:spLocks noChangeShapeType="1"/>
                </p:cNvSpPr>
                <p:nvPr/>
              </p:nvSpPr>
              <p:spPr bwMode="auto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3" name="Line 21"/>
                <p:cNvSpPr>
                  <a:spLocks noChangeShapeType="1"/>
                </p:cNvSpPr>
                <p:nvPr/>
              </p:nvSpPr>
              <p:spPr bwMode="auto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4" name="Line 22"/>
                <p:cNvSpPr>
                  <a:spLocks noChangeShapeType="1"/>
                </p:cNvSpPr>
                <p:nvPr/>
              </p:nvSpPr>
              <p:spPr bwMode="auto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5" name="Line 23"/>
                <p:cNvSpPr>
                  <a:spLocks noChangeShapeType="1"/>
                </p:cNvSpPr>
                <p:nvPr/>
              </p:nvSpPr>
              <p:spPr bwMode="auto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6" name="Line 24"/>
                <p:cNvSpPr>
                  <a:spLocks noChangeShapeType="1"/>
                </p:cNvSpPr>
                <p:nvPr/>
              </p:nvSpPr>
              <p:spPr bwMode="auto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7" name="Line 25"/>
                <p:cNvSpPr>
                  <a:spLocks noChangeShapeType="1"/>
                </p:cNvSpPr>
                <p:nvPr/>
              </p:nvSpPr>
              <p:spPr bwMode="auto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8" name="Line 26"/>
                <p:cNvSpPr>
                  <a:spLocks noChangeShapeType="1"/>
                </p:cNvSpPr>
                <p:nvPr/>
              </p:nvSpPr>
              <p:spPr bwMode="auto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9" name="Line 27"/>
                <p:cNvSpPr>
                  <a:spLocks noChangeShapeType="1"/>
                </p:cNvSpPr>
                <p:nvPr/>
              </p:nvSpPr>
              <p:spPr bwMode="auto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0" name="Line 28"/>
                <p:cNvSpPr>
                  <a:spLocks noChangeShapeType="1"/>
                </p:cNvSpPr>
                <p:nvPr/>
              </p:nvSpPr>
              <p:spPr bwMode="auto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1" name="Line 29"/>
                <p:cNvSpPr>
                  <a:spLocks noChangeShapeType="1"/>
                </p:cNvSpPr>
                <p:nvPr/>
              </p:nvSpPr>
              <p:spPr bwMode="auto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2" name="Line 30"/>
                <p:cNvSpPr>
                  <a:spLocks noChangeShapeType="1"/>
                </p:cNvSpPr>
                <p:nvPr/>
              </p:nvSpPr>
              <p:spPr bwMode="auto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3" name="Line 31"/>
                <p:cNvSpPr>
                  <a:spLocks noChangeShapeType="1"/>
                </p:cNvSpPr>
                <p:nvPr/>
              </p:nvSpPr>
              <p:spPr bwMode="auto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4" name="Line 32"/>
                <p:cNvSpPr>
                  <a:spLocks noChangeShapeType="1"/>
                </p:cNvSpPr>
                <p:nvPr/>
              </p:nvSpPr>
              <p:spPr bwMode="auto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5" name="Line 33"/>
                <p:cNvSpPr>
                  <a:spLocks noChangeShapeType="1"/>
                </p:cNvSpPr>
                <p:nvPr/>
              </p:nvSpPr>
              <p:spPr bwMode="auto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6" name="Line 34"/>
                <p:cNvSpPr>
                  <a:spLocks noChangeShapeType="1"/>
                </p:cNvSpPr>
                <p:nvPr/>
              </p:nvSpPr>
              <p:spPr bwMode="auto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7" name="Line 35"/>
                <p:cNvSpPr>
                  <a:spLocks noChangeShapeType="1"/>
                </p:cNvSpPr>
                <p:nvPr/>
              </p:nvSpPr>
              <p:spPr bwMode="auto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8" name="Line 36"/>
                <p:cNvSpPr>
                  <a:spLocks noChangeShapeType="1"/>
                </p:cNvSpPr>
                <p:nvPr/>
              </p:nvSpPr>
              <p:spPr bwMode="auto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9" name="Line 37"/>
                <p:cNvSpPr>
                  <a:spLocks noChangeShapeType="1"/>
                </p:cNvSpPr>
                <p:nvPr/>
              </p:nvSpPr>
              <p:spPr bwMode="auto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0" name="Line 38"/>
                <p:cNvSpPr>
                  <a:spLocks noChangeShapeType="1"/>
                </p:cNvSpPr>
                <p:nvPr/>
              </p:nvSpPr>
              <p:spPr bwMode="auto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1" name="Line 39"/>
                <p:cNvSpPr>
                  <a:spLocks noChangeShapeType="1"/>
                </p:cNvSpPr>
                <p:nvPr/>
              </p:nvSpPr>
              <p:spPr bwMode="auto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2" name="Line 40"/>
                <p:cNvSpPr>
                  <a:spLocks noChangeShapeType="1"/>
                </p:cNvSpPr>
                <p:nvPr/>
              </p:nvSpPr>
              <p:spPr bwMode="auto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3" name="Line 41"/>
                <p:cNvSpPr>
                  <a:spLocks noChangeShapeType="1"/>
                </p:cNvSpPr>
                <p:nvPr/>
              </p:nvSpPr>
              <p:spPr bwMode="auto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4" name="Line 42"/>
                <p:cNvSpPr>
                  <a:spLocks noChangeShapeType="1"/>
                </p:cNvSpPr>
                <p:nvPr/>
              </p:nvSpPr>
              <p:spPr bwMode="auto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5" name="Line 43"/>
                <p:cNvSpPr>
                  <a:spLocks noChangeShapeType="1"/>
                </p:cNvSpPr>
                <p:nvPr/>
              </p:nvSpPr>
              <p:spPr bwMode="auto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6" name="Line 44"/>
                <p:cNvSpPr>
                  <a:spLocks noChangeShapeType="1"/>
                </p:cNvSpPr>
                <p:nvPr/>
              </p:nvSpPr>
              <p:spPr bwMode="auto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7" name="Line 45"/>
                <p:cNvSpPr>
                  <a:spLocks noChangeShapeType="1"/>
                </p:cNvSpPr>
                <p:nvPr/>
              </p:nvSpPr>
              <p:spPr bwMode="auto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8" name="Line 46"/>
                <p:cNvSpPr>
                  <a:spLocks noChangeShapeType="1"/>
                </p:cNvSpPr>
                <p:nvPr/>
              </p:nvSpPr>
              <p:spPr bwMode="auto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9" name="Line 47"/>
                <p:cNvSpPr>
                  <a:spLocks noChangeShapeType="1"/>
                </p:cNvSpPr>
                <p:nvPr/>
              </p:nvSpPr>
              <p:spPr bwMode="auto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0" name="Line 48"/>
                <p:cNvSpPr>
                  <a:spLocks noChangeShapeType="1"/>
                </p:cNvSpPr>
                <p:nvPr/>
              </p:nvSpPr>
              <p:spPr bwMode="auto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1" name="Line 49"/>
                <p:cNvSpPr>
                  <a:spLocks noChangeShapeType="1"/>
                </p:cNvSpPr>
                <p:nvPr/>
              </p:nvSpPr>
              <p:spPr bwMode="auto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2" name="Line 50"/>
                <p:cNvSpPr>
                  <a:spLocks noChangeShapeType="1"/>
                </p:cNvSpPr>
                <p:nvPr/>
              </p:nvSpPr>
              <p:spPr bwMode="auto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3" name="Line 51"/>
                <p:cNvSpPr>
                  <a:spLocks noChangeShapeType="1"/>
                </p:cNvSpPr>
                <p:nvPr/>
              </p:nvSpPr>
              <p:spPr bwMode="auto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4" name="Line 52"/>
                <p:cNvSpPr>
                  <a:spLocks noChangeShapeType="1"/>
                </p:cNvSpPr>
                <p:nvPr/>
              </p:nvSpPr>
              <p:spPr bwMode="auto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5" name="Line 53"/>
                <p:cNvSpPr>
                  <a:spLocks noChangeShapeType="1"/>
                </p:cNvSpPr>
                <p:nvPr/>
              </p:nvSpPr>
              <p:spPr bwMode="auto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6" name="Line 54"/>
                <p:cNvSpPr>
                  <a:spLocks noChangeShapeType="1"/>
                </p:cNvSpPr>
                <p:nvPr/>
              </p:nvSpPr>
              <p:spPr bwMode="auto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7" name="Line 55"/>
                <p:cNvSpPr>
                  <a:spLocks noChangeShapeType="1"/>
                </p:cNvSpPr>
                <p:nvPr/>
              </p:nvSpPr>
              <p:spPr bwMode="auto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8" name="Line 56"/>
                <p:cNvSpPr>
                  <a:spLocks noChangeShapeType="1"/>
                </p:cNvSpPr>
                <p:nvPr/>
              </p:nvSpPr>
              <p:spPr bwMode="auto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</p:grpSp>
          <p:sp>
            <p:nvSpPr>
              <p:cNvPr id="17" name="Line 57"/>
              <p:cNvSpPr>
                <a:spLocks noChangeShapeType="1"/>
              </p:cNvSpPr>
              <p:nvPr/>
            </p:nvSpPr>
            <p:spPr bwMode="ltGray">
              <a:xfrm>
                <a:off x="5568" y="0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  <p:grpSp>
          <p:nvGrpSpPr>
            <p:cNvPr id="6" name="Group 58"/>
            <p:cNvGrpSpPr/>
            <p:nvPr userDrawn="1"/>
          </p:nvGrpSpPr>
          <p:grpSpPr bwMode="auto">
            <a:xfrm>
              <a:off x="3" y="559"/>
              <a:ext cx="4192" cy="1796"/>
              <a:chOff x="3" y="559"/>
              <a:chExt cx="4192" cy="1796"/>
            </a:xfrm>
          </p:grpSpPr>
          <p:sp>
            <p:nvSpPr>
              <p:cNvPr id="11" name="Line 59"/>
              <p:cNvSpPr>
                <a:spLocks noChangeShapeType="1"/>
              </p:cNvSpPr>
              <p:nvPr/>
            </p:nvSpPr>
            <p:spPr bwMode="ltGray">
              <a:xfrm>
                <a:off x="506" y="559"/>
                <a:ext cx="0" cy="179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2" name="Line 60"/>
              <p:cNvSpPr>
                <a:spLocks noChangeShapeType="1"/>
              </p:cNvSpPr>
              <p:nvPr/>
            </p:nvSpPr>
            <p:spPr bwMode="ltGray">
              <a:xfrm flipH="1" flipV="1">
                <a:off x="3" y="1924"/>
                <a:ext cx="32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3" name="Line 61"/>
              <p:cNvSpPr>
                <a:spLocks noChangeShapeType="1"/>
              </p:cNvSpPr>
              <p:nvPr/>
            </p:nvSpPr>
            <p:spPr bwMode="ltGray">
              <a:xfrm flipH="1" flipV="1">
                <a:off x="384" y="938"/>
                <a:ext cx="38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4" name="Arc 62"/>
              <p:cNvSpPr/>
              <p:nvPr/>
            </p:nvSpPr>
            <p:spPr bwMode="ltGray">
              <a:xfrm rot="16200000" flipH="1">
                <a:off x="404" y="840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  <p:grpSp>
          <p:nvGrpSpPr>
            <p:cNvPr id="7" name="Group 63"/>
            <p:cNvGrpSpPr/>
            <p:nvPr userDrawn="1"/>
          </p:nvGrpSpPr>
          <p:grpSpPr bwMode="auto">
            <a:xfrm>
              <a:off x="1480" y="1952"/>
              <a:ext cx="3808" cy="1812"/>
              <a:chOff x="1480" y="1952"/>
              <a:chExt cx="3808" cy="1812"/>
            </a:xfrm>
          </p:grpSpPr>
          <p:sp>
            <p:nvSpPr>
              <p:cNvPr id="8" name="Line 64"/>
              <p:cNvSpPr>
                <a:spLocks noChangeShapeType="1"/>
              </p:cNvSpPr>
              <p:nvPr/>
            </p:nvSpPr>
            <p:spPr bwMode="ltGray">
              <a:xfrm flipV="1">
                <a:off x="1480" y="3442"/>
                <a:ext cx="38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9" name="Line 65"/>
              <p:cNvSpPr>
                <a:spLocks noChangeShapeType="1"/>
              </p:cNvSpPr>
              <p:nvPr/>
            </p:nvSpPr>
            <p:spPr bwMode="ltGray">
              <a:xfrm flipH="1">
                <a:off x="5172" y="1952"/>
                <a:ext cx="0" cy="181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0" name="Arc 66"/>
              <p:cNvSpPr/>
              <p:nvPr/>
            </p:nvSpPr>
            <p:spPr bwMode="ltGray">
              <a:xfrm rot="5400000">
                <a:off x="5077" y="3329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</p:grpSp>
      <p:sp>
        <p:nvSpPr>
          <p:cNvPr id="6211" name="Rectangle 67"/>
          <p:cNvSpPr>
            <a:spLocks noGrp="1" noChangeArrowheads="1"/>
          </p:cNvSpPr>
          <p:nvPr>
            <p:ph type="ctrTitle"/>
          </p:nvPr>
        </p:nvSpPr>
        <p:spPr bwMode="auto">
          <a:xfrm>
            <a:off x="990600" y="1752600"/>
            <a:ext cx="7772400" cy="11430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6212" name="Rectangle 68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990600" y="3309938"/>
            <a:ext cx="6400800" cy="17526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0" indent="0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69" name="Rectangle 69"/>
          <p:cNvSpPr>
            <a:spLocks noGrp="1" noChangeArrowheads="1"/>
          </p:cNvSpPr>
          <p:nvPr>
            <p:ph type="dt" sz="quarter" idx="10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buFontTx/>
              <a:buNone/>
              <a:defRPr kumimoji="0" sz="14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0" name="Rectangle 70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ctr">
              <a:buFontTx/>
              <a:buNone/>
              <a:defRPr kumimoji="0" sz="14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" name="Rectangle 71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>
              <a:defRPr sz="1400">
                <a:ea typeface="宋体" panose="02010600030101010101" pitchFamily="2" charset="-122"/>
              </a:defRPr>
            </a:lvl1pPr>
          </a:lstStyle>
          <a:p>
            <a:fld id="{91C3E302-B347-40C1-8736-B052F78ED84C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</p:spTree>
  </p:cSld>
  <p:clrMapOvr>
    <a:masterClrMapping/>
  </p:clrMapOvr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</p:spTree>
  </p:cSld>
  <p:clrMapOvr>
    <a:masterClrMapping/>
  </p:clrMapOvr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</p:spTree>
  </p:cSld>
  <p:clrMapOvr>
    <a:masterClrMapping/>
  </p:clrMapOvr>
</p:sldLayout>
</file>

<file path=ppt/slideLayouts/slideLayout25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5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/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5" name="Group 3"/>
            <p:cNvGrpSpPr/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15" name="Rectangle 4"/>
              <p:cNvSpPr>
                <a:spLocks noChangeArrowheads="1"/>
              </p:cNvSpPr>
              <p:nvPr/>
            </p:nvSpPr>
            <p:spPr bwMode="ltGray">
              <a:xfrm>
                <a:off x="2112" y="0"/>
                <a:ext cx="3648" cy="9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grpSp>
            <p:nvGrpSpPr>
              <p:cNvPr id="16" name="Group 5"/>
              <p:cNvGrpSpPr/>
              <p:nvPr userDrawn="1"/>
            </p:nvGrpSpPr>
            <p:grpSpPr bwMode="auto">
              <a:xfrm>
                <a:off x="0" y="0"/>
                <a:ext cx="5760" cy="4320"/>
                <a:chOff x="0" y="0"/>
                <a:chExt cx="5760" cy="4320"/>
              </a:xfrm>
            </p:grpSpPr>
            <p:sp>
              <p:nvSpPr>
                <p:cNvPr id="18" name="Line 6"/>
                <p:cNvSpPr>
                  <a:spLocks noChangeShapeType="1"/>
                </p:cNvSpPr>
                <p:nvPr/>
              </p:nvSpPr>
              <p:spPr bwMode="auto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9" name="Line 7"/>
                <p:cNvSpPr>
                  <a:spLocks noChangeShapeType="1"/>
                </p:cNvSpPr>
                <p:nvPr/>
              </p:nvSpPr>
              <p:spPr bwMode="auto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0" name="Line 8"/>
                <p:cNvSpPr>
                  <a:spLocks noChangeShapeType="1"/>
                </p:cNvSpPr>
                <p:nvPr/>
              </p:nvSpPr>
              <p:spPr bwMode="auto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1" name="Line 9"/>
                <p:cNvSpPr>
                  <a:spLocks noChangeShapeType="1"/>
                </p:cNvSpPr>
                <p:nvPr/>
              </p:nvSpPr>
              <p:spPr bwMode="auto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2" name="Line 10"/>
                <p:cNvSpPr>
                  <a:spLocks noChangeShapeType="1"/>
                </p:cNvSpPr>
                <p:nvPr/>
              </p:nvSpPr>
              <p:spPr bwMode="auto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3" name="Line 11"/>
                <p:cNvSpPr>
                  <a:spLocks noChangeShapeType="1"/>
                </p:cNvSpPr>
                <p:nvPr/>
              </p:nvSpPr>
              <p:spPr bwMode="auto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4" name="Line 12"/>
                <p:cNvSpPr>
                  <a:spLocks noChangeShapeType="1"/>
                </p:cNvSpPr>
                <p:nvPr/>
              </p:nvSpPr>
              <p:spPr bwMode="auto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5" name="Line 13"/>
                <p:cNvSpPr>
                  <a:spLocks noChangeShapeType="1"/>
                </p:cNvSpPr>
                <p:nvPr/>
              </p:nvSpPr>
              <p:spPr bwMode="auto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6" name="Line 14"/>
                <p:cNvSpPr>
                  <a:spLocks noChangeShapeType="1"/>
                </p:cNvSpPr>
                <p:nvPr/>
              </p:nvSpPr>
              <p:spPr bwMode="auto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7" name="Line 15"/>
                <p:cNvSpPr>
                  <a:spLocks noChangeShapeType="1"/>
                </p:cNvSpPr>
                <p:nvPr/>
              </p:nvSpPr>
              <p:spPr bwMode="auto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8" name="Line 16"/>
                <p:cNvSpPr>
                  <a:spLocks noChangeShapeType="1"/>
                </p:cNvSpPr>
                <p:nvPr/>
              </p:nvSpPr>
              <p:spPr bwMode="auto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9" name="Line 17"/>
                <p:cNvSpPr>
                  <a:spLocks noChangeShapeType="1"/>
                </p:cNvSpPr>
                <p:nvPr/>
              </p:nvSpPr>
              <p:spPr bwMode="auto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0" name="Line 18"/>
                <p:cNvSpPr>
                  <a:spLocks noChangeShapeType="1"/>
                </p:cNvSpPr>
                <p:nvPr/>
              </p:nvSpPr>
              <p:spPr bwMode="auto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1" name="Line 19"/>
                <p:cNvSpPr>
                  <a:spLocks noChangeShapeType="1"/>
                </p:cNvSpPr>
                <p:nvPr/>
              </p:nvSpPr>
              <p:spPr bwMode="auto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2" name="Line 20"/>
                <p:cNvSpPr>
                  <a:spLocks noChangeShapeType="1"/>
                </p:cNvSpPr>
                <p:nvPr/>
              </p:nvSpPr>
              <p:spPr bwMode="auto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3" name="Line 21"/>
                <p:cNvSpPr>
                  <a:spLocks noChangeShapeType="1"/>
                </p:cNvSpPr>
                <p:nvPr/>
              </p:nvSpPr>
              <p:spPr bwMode="auto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4" name="Line 22"/>
                <p:cNvSpPr>
                  <a:spLocks noChangeShapeType="1"/>
                </p:cNvSpPr>
                <p:nvPr/>
              </p:nvSpPr>
              <p:spPr bwMode="auto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5" name="Line 23"/>
                <p:cNvSpPr>
                  <a:spLocks noChangeShapeType="1"/>
                </p:cNvSpPr>
                <p:nvPr/>
              </p:nvSpPr>
              <p:spPr bwMode="auto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6" name="Line 24"/>
                <p:cNvSpPr>
                  <a:spLocks noChangeShapeType="1"/>
                </p:cNvSpPr>
                <p:nvPr/>
              </p:nvSpPr>
              <p:spPr bwMode="auto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7" name="Line 25"/>
                <p:cNvSpPr>
                  <a:spLocks noChangeShapeType="1"/>
                </p:cNvSpPr>
                <p:nvPr/>
              </p:nvSpPr>
              <p:spPr bwMode="auto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8" name="Line 26"/>
                <p:cNvSpPr>
                  <a:spLocks noChangeShapeType="1"/>
                </p:cNvSpPr>
                <p:nvPr/>
              </p:nvSpPr>
              <p:spPr bwMode="auto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9" name="Line 27"/>
                <p:cNvSpPr>
                  <a:spLocks noChangeShapeType="1"/>
                </p:cNvSpPr>
                <p:nvPr/>
              </p:nvSpPr>
              <p:spPr bwMode="auto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0" name="Line 28"/>
                <p:cNvSpPr>
                  <a:spLocks noChangeShapeType="1"/>
                </p:cNvSpPr>
                <p:nvPr/>
              </p:nvSpPr>
              <p:spPr bwMode="auto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1" name="Line 29"/>
                <p:cNvSpPr>
                  <a:spLocks noChangeShapeType="1"/>
                </p:cNvSpPr>
                <p:nvPr/>
              </p:nvSpPr>
              <p:spPr bwMode="auto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2" name="Line 30"/>
                <p:cNvSpPr>
                  <a:spLocks noChangeShapeType="1"/>
                </p:cNvSpPr>
                <p:nvPr/>
              </p:nvSpPr>
              <p:spPr bwMode="auto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3" name="Line 31"/>
                <p:cNvSpPr>
                  <a:spLocks noChangeShapeType="1"/>
                </p:cNvSpPr>
                <p:nvPr/>
              </p:nvSpPr>
              <p:spPr bwMode="auto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4" name="Line 32"/>
                <p:cNvSpPr>
                  <a:spLocks noChangeShapeType="1"/>
                </p:cNvSpPr>
                <p:nvPr/>
              </p:nvSpPr>
              <p:spPr bwMode="auto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5" name="Line 33"/>
                <p:cNvSpPr>
                  <a:spLocks noChangeShapeType="1"/>
                </p:cNvSpPr>
                <p:nvPr/>
              </p:nvSpPr>
              <p:spPr bwMode="auto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6" name="Line 34"/>
                <p:cNvSpPr>
                  <a:spLocks noChangeShapeType="1"/>
                </p:cNvSpPr>
                <p:nvPr/>
              </p:nvSpPr>
              <p:spPr bwMode="auto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7" name="Line 35"/>
                <p:cNvSpPr>
                  <a:spLocks noChangeShapeType="1"/>
                </p:cNvSpPr>
                <p:nvPr/>
              </p:nvSpPr>
              <p:spPr bwMode="auto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8" name="Line 36"/>
                <p:cNvSpPr>
                  <a:spLocks noChangeShapeType="1"/>
                </p:cNvSpPr>
                <p:nvPr/>
              </p:nvSpPr>
              <p:spPr bwMode="auto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9" name="Line 37"/>
                <p:cNvSpPr>
                  <a:spLocks noChangeShapeType="1"/>
                </p:cNvSpPr>
                <p:nvPr/>
              </p:nvSpPr>
              <p:spPr bwMode="auto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0" name="Line 38"/>
                <p:cNvSpPr>
                  <a:spLocks noChangeShapeType="1"/>
                </p:cNvSpPr>
                <p:nvPr/>
              </p:nvSpPr>
              <p:spPr bwMode="auto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1" name="Line 39"/>
                <p:cNvSpPr>
                  <a:spLocks noChangeShapeType="1"/>
                </p:cNvSpPr>
                <p:nvPr/>
              </p:nvSpPr>
              <p:spPr bwMode="auto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2" name="Line 40"/>
                <p:cNvSpPr>
                  <a:spLocks noChangeShapeType="1"/>
                </p:cNvSpPr>
                <p:nvPr/>
              </p:nvSpPr>
              <p:spPr bwMode="auto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3" name="Line 41"/>
                <p:cNvSpPr>
                  <a:spLocks noChangeShapeType="1"/>
                </p:cNvSpPr>
                <p:nvPr/>
              </p:nvSpPr>
              <p:spPr bwMode="auto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4" name="Line 42"/>
                <p:cNvSpPr>
                  <a:spLocks noChangeShapeType="1"/>
                </p:cNvSpPr>
                <p:nvPr/>
              </p:nvSpPr>
              <p:spPr bwMode="auto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5" name="Line 43"/>
                <p:cNvSpPr>
                  <a:spLocks noChangeShapeType="1"/>
                </p:cNvSpPr>
                <p:nvPr/>
              </p:nvSpPr>
              <p:spPr bwMode="auto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6" name="Line 44"/>
                <p:cNvSpPr>
                  <a:spLocks noChangeShapeType="1"/>
                </p:cNvSpPr>
                <p:nvPr/>
              </p:nvSpPr>
              <p:spPr bwMode="auto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7" name="Line 45"/>
                <p:cNvSpPr>
                  <a:spLocks noChangeShapeType="1"/>
                </p:cNvSpPr>
                <p:nvPr/>
              </p:nvSpPr>
              <p:spPr bwMode="auto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8" name="Line 46"/>
                <p:cNvSpPr>
                  <a:spLocks noChangeShapeType="1"/>
                </p:cNvSpPr>
                <p:nvPr/>
              </p:nvSpPr>
              <p:spPr bwMode="auto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9" name="Line 47"/>
                <p:cNvSpPr>
                  <a:spLocks noChangeShapeType="1"/>
                </p:cNvSpPr>
                <p:nvPr/>
              </p:nvSpPr>
              <p:spPr bwMode="auto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0" name="Line 48"/>
                <p:cNvSpPr>
                  <a:spLocks noChangeShapeType="1"/>
                </p:cNvSpPr>
                <p:nvPr/>
              </p:nvSpPr>
              <p:spPr bwMode="auto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1" name="Line 49"/>
                <p:cNvSpPr>
                  <a:spLocks noChangeShapeType="1"/>
                </p:cNvSpPr>
                <p:nvPr/>
              </p:nvSpPr>
              <p:spPr bwMode="auto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2" name="Line 50"/>
                <p:cNvSpPr>
                  <a:spLocks noChangeShapeType="1"/>
                </p:cNvSpPr>
                <p:nvPr/>
              </p:nvSpPr>
              <p:spPr bwMode="auto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3" name="Line 51"/>
                <p:cNvSpPr>
                  <a:spLocks noChangeShapeType="1"/>
                </p:cNvSpPr>
                <p:nvPr/>
              </p:nvSpPr>
              <p:spPr bwMode="auto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4" name="Line 52"/>
                <p:cNvSpPr>
                  <a:spLocks noChangeShapeType="1"/>
                </p:cNvSpPr>
                <p:nvPr/>
              </p:nvSpPr>
              <p:spPr bwMode="auto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5" name="Line 53"/>
                <p:cNvSpPr>
                  <a:spLocks noChangeShapeType="1"/>
                </p:cNvSpPr>
                <p:nvPr/>
              </p:nvSpPr>
              <p:spPr bwMode="auto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6" name="Line 54"/>
                <p:cNvSpPr>
                  <a:spLocks noChangeShapeType="1"/>
                </p:cNvSpPr>
                <p:nvPr/>
              </p:nvSpPr>
              <p:spPr bwMode="auto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7" name="Line 55"/>
                <p:cNvSpPr>
                  <a:spLocks noChangeShapeType="1"/>
                </p:cNvSpPr>
                <p:nvPr/>
              </p:nvSpPr>
              <p:spPr bwMode="auto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8" name="Line 56"/>
                <p:cNvSpPr>
                  <a:spLocks noChangeShapeType="1"/>
                </p:cNvSpPr>
                <p:nvPr/>
              </p:nvSpPr>
              <p:spPr bwMode="auto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</p:grpSp>
          <p:sp>
            <p:nvSpPr>
              <p:cNvPr id="17" name="Line 57"/>
              <p:cNvSpPr>
                <a:spLocks noChangeShapeType="1"/>
              </p:cNvSpPr>
              <p:nvPr/>
            </p:nvSpPr>
            <p:spPr bwMode="ltGray">
              <a:xfrm>
                <a:off x="5568" y="0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  <p:grpSp>
          <p:nvGrpSpPr>
            <p:cNvPr id="6" name="Group 58"/>
            <p:cNvGrpSpPr/>
            <p:nvPr userDrawn="1"/>
          </p:nvGrpSpPr>
          <p:grpSpPr bwMode="auto">
            <a:xfrm>
              <a:off x="3" y="559"/>
              <a:ext cx="4192" cy="1796"/>
              <a:chOff x="3" y="559"/>
              <a:chExt cx="4192" cy="1796"/>
            </a:xfrm>
          </p:grpSpPr>
          <p:sp>
            <p:nvSpPr>
              <p:cNvPr id="11" name="Line 59"/>
              <p:cNvSpPr>
                <a:spLocks noChangeShapeType="1"/>
              </p:cNvSpPr>
              <p:nvPr/>
            </p:nvSpPr>
            <p:spPr bwMode="ltGray">
              <a:xfrm>
                <a:off x="506" y="559"/>
                <a:ext cx="0" cy="179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2" name="Line 60"/>
              <p:cNvSpPr>
                <a:spLocks noChangeShapeType="1"/>
              </p:cNvSpPr>
              <p:nvPr/>
            </p:nvSpPr>
            <p:spPr bwMode="ltGray">
              <a:xfrm flipH="1" flipV="1">
                <a:off x="3" y="1924"/>
                <a:ext cx="32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3" name="Line 61"/>
              <p:cNvSpPr>
                <a:spLocks noChangeShapeType="1"/>
              </p:cNvSpPr>
              <p:nvPr/>
            </p:nvSpPr>
            <p:spPr bwMode="ltGray">
              <a:xfrm flipH="1" flipV="1">
                <a:off x="384" y="938"/>
                <a:ext cx="38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4" name="Arc 62"/>
              <p:cNvSpPr/>
              <p:nvPr/>
            </p:nvSpPr>
            <p:spPr bwMode="ltGray">
              <a:xfrm rot="16200000" flipH="1">
                <a:off x="404" y="840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  <p:grpSp>
          <p:nvGrpSpPr>
            <p:cNvPr id="7" name="Group 63"/>
            <p:cNvGrpSpPr/>
            <p:nvPr userDrawn="1"/>
          </p:nvGrpSpPr>
          <p:grpSpPr bwMode="auto">
            <a:xfrm>
              <a:off x="1480" y="1952"/>
              <a:ext cx="3808" cy="1812"/>
              <a:chOff x="1480" y="1952"/>
              <a:chExt cx="3808" cy="1812"/>
            </a:xfrm>
          </p:grpSpPr>
          <p:sp>
            <p:nvSpPr>
              <p:cNvPr id="8" name="Line 64"/>
              <p:cNvSpPr>
                <a:spLocks noChangeShapeType="1"/>
              </p:cNvSpPr>
              <p:nvPr/>
            </p:nvSpPr>
            <p:spPr bwMode="ltGray">
              <a:xfrm flipV="1">
                <a:off x="1480" y="3442"/>
                <a:ext cx="38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9" name="Line 65"/>
              <p:cNvSpPr>
                <a:spLocks noChangeShapeType="1"/>
              </p:cNvSpPr>
              <p:nvPr/>
            </p:nvSpPr>
            <p:spPr bwMode="ltGray">
              <a:xfrm flipH="1">
                <a:off x="5172" y="1952"/>
                <a:ext cx="0" cy="181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0" name="Arc 66"/>
              <p:cNvSpPr/>
              <p:nvPr/>
            </p:nvSpPr>
            <p:spPr bwMode="ltGray">
              <a:xfrm rot="5400000">
                <a:off x="5077" y="3329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</p:grpSp>
      <p:sp>
        <p:nvSpPr>
          <p:cNvPr id="6211" name="Rectangle 67"/>
          <p:cNvSpPr>
            <a:spLocks noGrp="1" noChangeArrowheads="1"/>
          </p:cNvSpPr>
          <p:nvPr>
            <p:ph type="ctrTitle"/>
          </p:nvPr>
        </p:nvSpPr>
        <p:spPr bwMode="auto">
          <a:xfrm>
            <a:off x="990600" y="1752600"/>
            <a:ext cx="7772400" cy="11430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6212" name="Rectangle 68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990600" y="3309938"/>
            <a:ext cx="6400800" cy="17526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0" indent="0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69" name="Rectangle 69"/>
          <p:cNvSpPr>
            <a:spLocks noGrp="1" noChangeArrowheads="1"/>
          </p:cNvSpPr>
          <p:nvPr>
            <p:ph type="dt" sz="quarter" idx="10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buFontTx/>
              <a:buNone/>
              <a:defRPr kumimoji="0" sz="14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0" name="Rectangle 70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ctr">
              <a:buFontTx/>
              <a:buNone/>
              <a:defRPr kumimoji="0" sz="14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" name="Rectangle 71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>
              <a:defRPr sz="1400">
                <a:ea typeface="宋体" panose="02010600030101010101" pitchFamily="2" charset="-122"/>
              </a:defRPr>
            </a:lvl1pPr>
          </a:lstStyle>
          <a:p>
            <a:fld id="{609DB805-1BBF-45AF-A0ED-5D0BCF53E31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5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5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</p:spTree>
  </p:cSld>
  <p:clrMapOvr>
    <a:masterClrMapping/>
  </p:clrMapOvr>
</p:sldLayout>
</file>

<file path=ppt/slideLayouts/slideLayout25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5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5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6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</p:spTree>
  </p:cSld>
  <p:clrMapOvr>
    <a:masterClrMapping/>
  </p:clrMapOvr>
</p:sldLayout>
</file>

<file path=ppt/slideLayouts/slideLayout26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</p:spTree>
  </p:cSld>
  <p:clrMapOvr>
    <a:masterClrMapping/>
  </p:clrMapOvr>
</p:sldLayout>
</file>

<file path=ppt/slideLayouts/slideLayout26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6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/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5" name="Group 3"/>
            <p:cNvGrpSpPr/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15" name="Rectangle 4"/>
              <p:cNvSpPr>
                <a:spLocks noChangeArrowheads="1"/>
              </p:cNvSpPr>
              <p:nvPr/>
            </p:nvSpPr>
            <p:spPr bwMode="ltGray">
              <a:xfrm>
                <a:off x="2112" y="0"/>
                <a:ext cx="3648" cy="9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grpSp>
            <p:nvGrpSpPr>
              <p:cNvPr id="16" name="Group 5"/>
              <p:cNvGrpSpPr/>
              <p:nvPr userDrawn="1"/>
            </p:nvGrpSpPr>
            <p:grpSpPr bwMode="auto">
              <a:xfrm>
                <a:off x="0" y="0"/>
                <a:ext cx="5760" cy="4320"/>
                <a:chOff x="0" y="0"/>
                <a:chExt cx="5760" cy="4320"/>
              </a:xfrm>
            </p:grpSpPr>
            <p:sp>
              <p:nvSpPr>
                <p:cNvPr id="18" name="Line 6"/>
                <p:cNvSpPr>
                  <a:spLocks noChangeShapeType="1"/>
                </p:cNvSpPr>
                <p:nvPr/>
              </p:nvSpPr>
              <p:spPr bwMode="auto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9" name="Line 7"/>
                <p:cNvSpPr>
                  <a:spLocks noChangeShapeType="1"/>
                </p:cNvSpPr>
                <p:nvPr/>
              </p:nvSpPr>
              <p:spPr bwMode="auto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0" name="Line 8"/>
                <p:cNvSpPr>
                  <a:spLocks noChangeShapeType="1"/>
                </p:cNvSpPr>
                <p:nvPr/>
              </p:nvSpPr>
              <p:spPr bwMode="auto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1" name="Line 9"/>
                <p:cNvSpPr>
                  <a:spLocks noChangeShapeType="1"/>
                </p:cNvSpPr>
                <p:nvPr/>
              </p:nvSpPr>
              <p:spPr bwMode="auto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2" name="Line 10"/>
                <p:cNvSpPr>
                  <a:spLocks noChangeShapeType="1"/>
                </p:cNvSpPr>
                <p:nvPr/>
              </p:nvSpPr>
              <p:spPr bwMode="auto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3" name="Line 11"/>
                <p:cNvSpPr>
                  <a:spLocks noChangeShapeType="1"/>
                </p:cNvSpPr>
                <p:nvPr/>
              </p:nvSpPr>
              <p:spPr bwMode="auto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4" name="Line 12"/>
                <p:cNvSpPr>
                  <a:spLocks noChangeShapeType="1"/>
                </p:cNvSpPr>
                <p:nvPr/>
              </p:nvSpPr>
              <p:spPr bwMode="auto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5" name="Line 13"/>
                <p:cNvSpPr>
                  <a:spLocks noChangeShapeType="1"/>
                </p:cNvSpPr>
                <p:nvPr/>
              </p:nvSpPr>
              <p:spPr bwMode="auto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6" name="Line 14"/>
                <p:cNvSpPr>
                  <a:spLocks noChangeShapeType="1"/>
                </p:cNvSpPr>
                <p:nvPr/>
              </p:nvSpPr>
              <p:spPr bwMode="auto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7" name="Line 15"/>
                <p:cNvSpPr>
                  <a:spLocks noChangeShapeType="1"/>
                </p:cNvSpPr>
                <p:nvPr/>
              </p:nvSpPr>
              <p:spPr bwMode="auto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8" name="Line 16"/>
                <p:cNvSpPr>
                  <a:spLocks noChangeShapeType="1"/>
                </p:cNvSpPr>
                <p:nvPr/>
              </p:nvSpPr>
              <p:spPr bwMode="auto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29" name="Line 17"/>
                <p:cNvSpPr>
                  <a:spLocks noChangeShapeType="1"/>
                </p:cNvSpPr>
                <p:nvPr/>
              </p:nvSpPr>
              <p:spPr bwMode="auto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0" name="Line 18"/>
                <p:cNvSpPr>
                  <a:spLocks noChangeShapeType="1"/>
                </p:cNvSpPr>
                <p:nvPr/>
              </p:nvSpPr>
              <p:spPr bwMode="auto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1" name="Line 19"/>
                <p:cNvSpPr>
                  <a:spLocks noChangeShapeType="1"/>
                </p:cNvSpPr>
                <p:nvPr/>
              </p:nvSpPr>
              <p:spPr bwMode="auto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2" name="Line 20"/>
                <p:cNvSpPr>
                  <a:spLocks noChangeShapeType="1"/>
                </p:cNvSpPr>
                <p:nvPr/>
              </p:nvSpPr>
              <p:spPr bwMode="auto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3" name="Line 21"/>
                <p:cNvSpPr>
                  <a:spLocks noChangeShapeType="1"/>
                </p:cNvSpPr>
                <p:nvPr/>
              </p:nvSpPr>
              <p:spPr bwMode="auto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4" name="Line 22"/>
                <p:cNvSpPr>
                  <a:spLocks noChangeShapeType="1"/>
                </p:cNvSpPr>
                <p:nvPr/>
              </p:nvSpPr>
              <p:spPr bwMode="auto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5" name="Line 23"/>
                <p:cNvSpPr>
                  <a:spLocks noChangeShapeType="1"/>
                </p:cNvSpPr>
                <p:nvPr/>
              </p:nvSpPr>
              <p:spPr bwMode="auto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6" name="Line 24"/>
                <p:cNvSpPr>
                  <a:spLocks noChangeShapeType="1"/>
                </p:cNvSpPr>
                <p:nvPr/>
              </p:nvSpPr>
              <p:spPr bwMode="auto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7" name="Line 25"/>
                <p:cNvSpPr>
                  <a:spLocks noChangeShapeType="1"/>
                </p:cNvSpPr>
                <p:nvPr/>
              </p:nvSpPr>
              <p:spPr bwMode="auto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8" name="Line 26"/>
                <p:cNvSpPr>
                  <a:spLocks noChangeShapeType="1"/>
                </p:cNvSpPr>
                <p:nvPr/>
              </p:nvSpPr>
              <p:spPr bwMode="auto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39" name="Line 27"/>
                <p:cNvSpPr>
                  <a:spLocks noChangeShapeType="1"/>
                </p:cNvSpPr>
                <p:nvPr/>
              </p:nvSpPr>
              <p:spPr bwMode="auto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0" name="Line 28"/>
                <p:cNvSpPr>
                  <a:spLocks noChangeShapeType="1"/>
                </p:cNvSpPr>
                <p:nvPr/>
              </p:nvSpPr>
              <p:spPr bwMode="auto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1" name="Line 29"/>
                <p:cNvSpPr>
                  <a:spLocks noChangeShapeType="1"/>
                </p:cNvSpPr>
                <p:nvPr/>
              </p:nvSpPr>
              <p:spPr bwMode="auto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2" name="Line 30"/>
                <p:cNvSpPr>
                  <a:spLocks noChangeShapeType="1"/>
                </p:cNvSpPr>
                <p:nvPr/>
              </p:nvSpPr>
              <p:spPr bwMode="auto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3" name="Line 31"/>
                <p:cNvSpPr>
                  <a:spLocks noChangeShapeType="1"/>
                </p:cNvSpPr>
                <p:nvPr/>
              </p:nvSpPr>
              <p:spPr bwMode="auto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4" name="Line 32"/>
                <p:cNvSpPr>
                  <a:spLocks noChangeShapeType="1"/>
                </p:cNvSpPr>
                <p:nvPr/>
              </p:nvSpPr>
              <p:spPr bwMode="auto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5" name="Line 33"/>
                <p:cNvSpPr>
                  <a:spLocks noChangeShapeType="1"/>
                </p:cNvSpPr>
                <p:nvPr/>
              </p:nvSpPr>
              <p:spPr bwMode="auto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6" name="Line 34"/>
                <p:cNvSpPr>
                  <a:spLocks noChangeShapeType="1"/>
                </p:cNvSpPr>
                <p:nvPr/>
              </p:nvSpPr>
              <p:spPr bwMode="auto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7" name="Line 35"/>
                <p:cNvSpPr>
                  <a:spLocks noChangeShapeType="1"/>
                </p:cNvSpPr>
                <p:nvPr/>
              </p:nvSpPr>
              <p:spPr bwMode="auto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8" name="Line 36"/>
                <p:cNvSpPr>
                  <a:spLocks noChangeShapeType="1"/>
                </p:cNvSpPr>
                <p:nvPr/>
              </p:nvSpPr>
              <p:spPr bwMode="auto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49" name="Line 37"/>
                <p:cNvSpPr>
                  <a:spLocks noChangeShapeType="1"/>
                </p:cNvSpPr>
                <p:nvPr/>
              </p:nvSpPr>
              <p:spPr bwMode="auto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0" name="Line 38"/>
                <p:cNvSpPr>
                  <a:spLocks noChangeShapeType="1"/>
                </p:cNvSpPr>
                <p:nvPr/>
              </p:nvSpPr>
              <p:spPr bwMode="auto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1" name="Line 39"/>
                <p:cNvSpPr>
                  <a:spLocks noChangeShapeType="1"/>
                </p:cNvSpPr>
                <p:nvPr/>
              </p:nvSpPr>
              <p:spPr bwMode="auto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2" name="Line 40"/>
                <p:cNvSpPr>
                  <a:spLocks noChangeShapeType="1"/>
                </p:cNvSpPr>
                <p:nvPr/>
              </p:nvSpPr>
              <p:spPr bwMode="auto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3" name="Line 41"/>
                <p:cNvSpPr>
                  <a:spLocks noChangeShapeType="1"/>
                </p:cNvSpPr>
                <p:nvPr/>
              </p:nvSpPr>
              <p:spPr bwMode="auto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4" name="Line 42"/>
                <p:cNvSpPr>
                  <a:spLocks noChangeShapeType="1"/>
                </p:cNvSpPr>
                <p:nvPr/>
              </p:nvSpPr>
              <p:spPr bwMode="auto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5" name="Line 43"/>
                <p:cNvSpPr>
                  <a:spLocks noChangeShapeType="1"/>
                </p:cNvSpPr>
                <p:nvPr/>
              </p:nvSpPr>
              <p:spPr bwMode="auto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6" name="Line 44"/>
                <p:cNvSpPr>
                  <a:spLocks noChangeShapeType="1"/>
                </p:cNvSpPr>
                <p:nvPr/>
              </p:nvSpPr>
              <p:spPr bwMode="auto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7" name="Line 45"/>
                <p:cNvSpPr>
                  <a:spLocks noChangeShapeType="1"/>
                </p:cNvSpPr>
                <p:nvPr/>
              </p:nvSpPr>
              <p:spPr bwMode="auto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8" name="Line 46"/>
                <p:cNvSpPr>
                  <a:spLocks noChangeShapeType="1"/>
                </p:cNvSpPr>
                <p:nvPr/>
              </p:nvSpPr>
              <p:spPr bwMode="auto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59" name="Line 47"/>
                <p:cNvSpPr>
                  <a:spLocks noChangeShapeType="1"/>
                </p:cNvSpPr>
                <p:nvPr/>
              </p:nvSpPr>
              <p:spPr bwMode="auto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0" name="Line 48"/>
                <p:cNvSpPr>
                  <a:spLocks noChangeShapeType="1"/>
                </p:cNvSpPr>
                <p:nvPr/>
              </p:nvSpPr>
              <p:spPr bwMode="auto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1" name="Line 49"/>
                <p:cNvSpPr>
                  <a:spLocks noChangeShapeType="1"/>
                </p:cNvSpPr>
                <p:nvPr/>
              </p:nvSpPr>
              <p:spPr bwMode="auto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2" name="Line 50"/>
                <p:cNvSpPr>
                  <a:spLocks noChangeShapeType="1"/>
                </p:cNvSpPr>
                <p:nvPr/>
              </p:nvSpPr>
              <p:spPr bwMode="auto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3" name="Line 51"/>
                <p:cNvSpPr>
                  <a:spLocks noChangeShapeType="1"/>
                </p:cNvSpPr>
                <p:nvPr/>
              </p:nvSpPr>
              <p:spPr bwMode="auto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4" name="Line 52"/>
                <p:cNvSpPr>
                  <a:spLocks noChangeShapeType="1"/>
                </p:cNvSpPr>
                <p:nvPr/>
              </p:nvSpPr>
              <p:spPr bwMode="auto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5" name="Line 53"/>
                <p:cNvSpPr>
                  <a:spLocks noChangeShapeType="1"/>
                </p:cNvSpPr>
                <p:nvPr/>
              </p:nvSpPr>
              <p:spPr bwMode="auto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6" name="Line 54"/>
                <p:cNvSpPr>
                  <a:spLocks noChangeShapeType="1"/>
                </p:cNvSpPr>
                <p:nvPr/>
              </p:nvSpPr>
              <p:spPr bwMode="auto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7" name="Line 55"/>
                <p:cNvSpPr>
                  <a:spLocks noChangeShapeType="1"/>
                </p:cNvSpPr>
                <p:nvPr/>
              </p:nvSpPr>
              <p:spPr bwMode="auto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68" name="Line 56"/>
                <p:cNvSpPr>
                  <a:spLocks noChangeShapeType="1"/>
                </p:cNvSpPr>
                <p:nvPr/>
              </p:nvSpPr>
              <p:spPr bwMode="auto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</p:grpSp>
          <p:sp>
            <p:nvSpPr>
              <p:cNvPr id="17" name="Line 57"/>
              <p:cNvSpPr>
                <a:spLocks noChangeShapeType="1"/>
              </p:cNvSpPr>
              <p:nvPr/>
            </p:nvSpPr>
            <p:spPr bwMode="ltGray">
              <a:xfrm>
                <a:off x="5568" y="0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  <p:grpSp>
          <p:nvGrpSpPr>
            <p:cNvPr id="6" name="Group 58"/>
            <p:cNvGrpSpPr/>
            <p:nvPr userDrawn="1"/>
          </p:nvGrpSpPr>
          <p:grpSpPr bwMode="auto">
            <a:xfrm>
              <a:off x="3" y="559"/>
              <a:ext cx="4192" cy="1796"/>
              <a:chOff x="3" y="559"/>
              <a:chExt cx="4192" cy="1796"/>
            </a:xfrm>
          </p:grpSpPr>
          <p:sp>
            <p:nvSpPr>
              <p:cNvPr id="11" name="Line 59"/>
              <p:cNvSpPr>
                <a:spLocks noChangeShapeType="1"/>
              </p:cNvSpPr>
              <p:nvPr/>
            </p:nvSpPr>
            <p:spPr bwMode="ltGray">
              <a:xfrm>
                <a:off x="506" y="559"/>
                <a:ext cx="0" cy="179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2" name="Line 60"/>
              <p:cNvSpPr>
                <a:spLocks noChangeShapeType="1"/>
              </p:cNvSpPr>
              <p:nvPr/>
            </p:nvSpPr>
            <p:spPr bwMode="ltGray">
              <a:xfrm flipH="1" flipV="1">
                <a:off x="3" y="1924"/>
                <a:ext cx="32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3" name="Line 61"/>
              <p:cNvSpPr>
                <a:spLocks noChangeShapeType="1"/>
              </p:cNvSpPr>
              <p:nvPr/>
            </p:nvSpPr>
            <p:spPr bwMode="ltGray">
              <a:xfrm flipH="1" flipV="1">
                <a:off x="384" y="938"/>
                <a:ext cx="38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4" name="Arc 62"/>
              <p:cNvSpPr/>
              <p:nvPr/>
            </p:nvSpPr>
            <p:spPr bwMode="ltGray">
              <a:xfrm rot="16200000" flipH="1">
                <a:off x="404" y="840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  <p:grpSp>
          <p:nvGrpSpPr>
            <p:cNvPr id="7" name="Group 63"/>
            <p:cNvGrpSpPr/>
            <p:nvPr userDrawn="1"/>
          </p:nvGrpSpPr>
          <p:grpSpPr bwMode="auto">
            <a:xfrm>
              <a:off x="1480" y="1952"/>
              <a:ext cx="3808" cy="1812"/>
              <a:chOff x="1480" y="1952"/>
              <a:chExt cx="3808" cy="1812"/>
            </a:xfrm>
          </p:grpSpPr>
          <p:sp>
            <p:nvSpPr>
              <p:cNvPr id="8" name="Line 64"/>
              <p:cNvSpPr>
                <a:spLocks noChangeShapeType="1"/>
              </p:cNvSpPr>
              <p:nvPr/>
            </p:nvSpPr>
            <p:spPr bwMode="ltGray">
              <a:xfrm flipV="1">
                <a:off x="1480" y="3442"/>
                <a:ext cx="38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9" name="Line 65"/>
              <p:cNvSpPr>
                <a:spLocks noChangeShapeType="1"/>
              </p:cNvSpPr>
              <p:nvPr/>
            </p:nvSpPr>
            <p:spPr bwMode="ltGray">
              <a:xfrm flipH="1">
                <a:off x="5172" y="1952"/>
                <a:ext cx="0" cy="181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  <p:sp>
            <p:nvSpPr>
              <p:cNvPr id="10" name="Arc 66"/>
              <p:cNvSpPr/>
              <p:nvPr/>
            </p:nvSpPr>
            <p:spPr bwMode="ltGray">
              <a:xfrm rot="5400000">
                <a:off x="5077" y="3329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>
                  <a:buFontTx/>
                  <a:buNone/>
                  <a:defRPr/>
                </a:pPr>
                <a:endParaRPr kumimoji="1" lang="zh-CN" altLang="en-US"/>
              </a:p>
            </p:txBody>
          </p:sp>
        </p:grpSp>
      </p:grpSp>
      <p:sp>
        <p:nvSpPr>
          <p:cNvPr id="6211" name="Rectangle 67"/>
          <p:cNvSpPr>
            <a:spLocks noGrp="1" noChangeArrowheads="1"/>
          </p:cNvSpPr>
          <p:nvPr>
            <p:ph type="ctrTitle"/>
          </p:nvPr>
        </p:nvSpPr>
        <p:spPr bwMode="auto">
          <a:xfrm>
            <a:off x="990600" y="1752600"/>
            <a:ext cx="7772400" cy="11430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6212" name="Rectangle 68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990600" y="3309938"/>
            <a:ext cx="6400800" cy="17526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0" indent="0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69" name="Rectangle 69"/>
          <p:cNvSpPr>
            <a:spLocks noGrp="1" noChangeArrowheads="1"/>
          </p:cNvSpPr>
          <p:nvPr>
            <p:ph type="dt" sz="quarter" idx="10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buFontTx/>
              <a:buNone/>
              <a:defRPr kumimoji="0" sz="14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0" name="Rectangle 70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ctr">
              <a:buFontTx/>
              <a:buNone/>
              <a:defRPr kumimoji="0" sz="14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" name="Rectangle 71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>
              <a:defRPr sz="1400">
                <a:ea typeface="宋体" panose="02010600030101010101" pitchFamily="2" charset="-122"/>
              </a:defRPr>
            </a:lvl1pPr>
          </a:lstStyle>
          <a:p>
            <a:fld id="{32CD4D5D-F473-42C2-941C-D2F2896D9BE9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6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6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</p:spTree>
  </p:cSld>
  <p:clrMapOvr>
    <a:masterClrMapping/>
  </p:clrMapOvr>
</p:sldLayout>
</file>

<file path=ppt/slideLayouts/slideLayout26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6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7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7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</p:spTree>
  </p:cSld>
  <p:clrMapOvr>
    <a:masterClrMapping/>
  </p:clrMapOvr>
</p:sldLayout>
</file>

<file path=ppt/slideLayouts/slideLayout27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</p:spTree>
  </p:cSld>
  <p:clrMapOvr>
    <a:masterClrMapping/>
  </p:clrMapOvr>
</p:sldLayout>
</file>

<file path=ppt/slideLayouts/slideLayout27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7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3" Type="http://schemas.openxmlformats.org/officeDocument/2006/relationships/theme" Target="../theme/theme2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9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3" Type="http://schemas.openxmlformats.org/officeDocument/2006/relationships/theme" Target="../theme/theme3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23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0.xml"/><Relationship Id="rId6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6.xml"/><Relationship Id="rId2" Type="http://schemas.openxmlformats.org/officeDocument/2006/relationships/slideLayout" Target="../slideLayouts/slideLayout35.xml"/><Relationship Id="rId13" Type="http://schemas.openxmlformats.org/officeDocument/2006/relationships/theme" Target="../theme/theme4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3.xml"/><Relationship Id="rId1" Type="http://schemas.openxmlformats.org/officeDocument/2006/relationships/slideLayout" Target="../slideLayouts/slideLayout34.xml"/></Relationships>
</file>

<file path=ppt/slideMasters/_rels/slideMaster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3.xml"/><Relationship Id="rId8" Type="http://schemas.openxmlformats.org/officeDocument/2006/relationships/slideLayout" Target="../slideLayouts/slideLayout52.xml"/><Relationship Id="rId7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8.xml"/><Relationship Id="rId3" Type="http://schemas.openxmlformats.org/officeDocument/2006/relationships/slideLayout" Target="../slideLayouts/slideLayout47.xml"/><Relationship Id="rId2" Type="http://schemas.openxmlformats.org/officeDocument/2006/relationships/slideLayout" Target="../slideLayouts/slideLayout46.xml"/><Relationship Id="rId13" Type="http://schemas.openxmlformats.org/officeDocument/2006/relationships/theme" Target="../theme/theme5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54.xml"/><Relationship Id="rId1" Type="http://schemas.openxmlformats.org/officeDocument/2006/relationships/slideLayout" Target="../slideLayouts/slideLayout45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4.xml"/><Relationship Id="rId8" Type="http://schemas.openxmlformats.org/officeDocument/2006/relationships/slideLayout" Target="../slideLayouts/slideLayout63.xml"/><Relationship Id="rId7" Type="http://schemas.openxmlformats.org/officeDocument/2006/relationships/slideLayout" Target="../slideLayouts/slideLayout62.xml"/><Relationship Id="rId6" Type="http://schemas.openxmlformats.org/officeDocument/2006/relationships/slideLayout" Target="../slideLayouts/slideLayout61.xml"/><Relationship Id="rId5" Type="http://schemas.openxmlformats.org/officeDocument/2006/relationships/slideLayout" Target="../slideLayouts/slideLayout60.xml"/><Relationship Id="rId4" Type="http://schemas.openxmlformats.org/officeDocument/2006/relationships/slideLayout" Target="../slideLayouts/slideLayout59.xml"/><Relationship Id="rId3" Type="http://schemas.openxmlformats.org/officeDocument/2006/relationships/slideLayout" Target="../slideLayouts/slideLayout58.xml"/><Relationship Id="rId2" Type="http://schemas.openxmlformats.org/officeDocument/2006/relationships/slideLayout" Target="../slideLayouts/slideLayout57.xml"/><Relationship Id="rId13" Type="http://schemas.openxmlformats.org/officeDocument/2006/relationships/theme" Target="../theme/theme6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66.xml"/><Relationship Id="rId10" Type="http://schemas.openxmlformats.org/officeDocument/2006/relationships/slideLayout" Target="../slideLayouts/slideLayout65.xml"/><Relationship Id="rId1" Type="http://schemas.openxmlformats.org/officeDocument/2006/relationships/slideLayout" Target="../slideLayouts/slideLayout56.xml"/></Relationships>
</file>

<file path=ppt/slideMasters/_rels/slideMaster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5.xml"/><Relationship Id="rId8" Type="http://schemas.openxmlformats.org/officeDocument/2006/relationships/slideLayout" Target="../slideLayouts/slideLayout74.xml"/><Relationship Id="rId7" Type="http://schemas.openxmlformats.org/officeDocument/2006/relationships/slideLayout" Target="../slideLayouts/slideLayout73.xml"/><Relationship Id="rId6" Type="http://schemas.openxmlformats.org/officeDocument/2006/relationships/slideLayout" Target="../slideLayouts/slideLayout72.xml"/><Relationship Id="rId5" Type="http://schemas.openxmlformats.org/officeDocument/2006/relationships/slideLayout" Target="../slideLayouts/slideLayout71.xml"/><Relationship Id="rId4" Type="http://schemas.openxmlformats.org/officeDocument/2006/relationships/slideLayout" Target="../slideLayouts/slideLayout70.xml"/><Relationship Id="rId3" Type="http://schemas.openxmlformats.org/officeDocument/2006/relationships/slideLayout" Target="../slideLayouts/slideLayout69.xml"/><Relationship Id="rId2" Type="http://schemas.openxmlformats.org/officeDocument/2006/relationships/slideLayout" Target="../slideLayouts/slideLayout68.xml"/><Relationship Id="rId13" Type="http://schemas.openxmlformats.org/officeDocument/2006/relationships/theme" Target="../theme/theme7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77.xml"/><Relationship Id="rId10" Type="http://schemas.openxmlformats.org/officeDocument/2006/relationships/slideLayout" Target="../slideLayouts/slideLayout76.xml"/><Relationship Id="rId1" Type="http://schemas.openxmlformats.org/officeDocument/2006/relationships/slideLayout" Target="../slideLayouts/slideLayout67.xml"/></Relationships>
</file>

<file path=ppt/slideMasters/_rels/slideMaster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86.xml"/><Relationship Id="rId8" Type="http://schemas.openxmlformats.org/officeDocument/2006/relationships/slideLayout" Target="../slideLayouts/slideLayout85.xml"/><Relationship Id="rId7" Type="http://schemas.openxmlformats.org/officeDocument/2006/relationships/slideLayout" Target="../slideLayouts/slideLayout84.xml"/><Relationship Id="rId6" Type="http://schemas.openxmlformats.org/officeDocument/2006/relationships/slideLayout" Target="../slideLayouts/slideLayout83.xml"/><Relationship Id="rId5" Type="http://schemas.openxmlformats.org/officeDocument/2006/relationships/slideLayout" Target="../slideLayouts/slideLayout82.xml"/><Relationship Id="rId4" Type="http://schemas.openxmlformats.org/officeDocument/2006/relationships/slideLayout" Target="../slideLayouts/slideLayout81.xml"/><Relationship Id="rId3" Type="http://schemas.openxmlformats.org/officeDocument/2006/relationships/slideLayout" Target="../slideLayouts/slideLayout80.xml"/><Relationship Id="rId2" Type="http://schemas.openxmlformats.org/officeDocument/2006/relationships/slideLayout" Target="../slideLayouts/slideLayout79.xml"/><Relationship Id="rId13" Type="http://schemas.openxmlformats.org/officeDocument/2006/relationships/theme" Target="../theme/theme8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88.xml"/><Relationship Id="rId10" Type="http://schemas.openxmlformats.org/officeDocument/2006/relationships/slideLayout" Target="../slideLayouts/slideLayout87.xml"/><Relationship Id="rId1" Type="http://schemas.openxmlformats.org/officeDocument/2006/relationships/slideLayout" Target="../slideLayouts/slideLayout78.xml"/></Relationships>
</file>

<file path=ppt/slideMasters/_rels/slideMaster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7.xml"/><Relationship Id="rId8" Type="http://schemas.openxmlformats.org/officeDocument/2006/relationships/slideLayout" Target="../slideLayouts/slideLayout96.xml"/><Relationship Id="rId7" Type="http://schemas.openxmlformats.org/officeDocument/2006/relationships/slideLayout" Target="../slideLayouts/slideLayout95.xml"/><Relationship Id="rId6" Type="http://schemas.openxmlformats.org/officeDocument/2006/relationships/slideLayout" Target="../slideLayouts/slideLayout94.xml"/><Relationship Id="rId5" Type="http://schemas.openxmlformats.org/officeDocument/2006/relationships/slideLayout" Target="../slideLayouts/slideLayout93.xml"/><Relationship Id="rId4" Type="http://schemas.openxmlformats.org/officeDocument/2006/relationships/slideLayout" Target="../slideLayouts/slideLayout92.xml"/><Relationship Id="rId3" Type="http://schemas.openxmlformats.org/officeDocument/2006/relationships/slideLayout" Target="../slideLayouts/slideLayout91.xml"/><Relationship Id="rId2" Type="http://schemas.openxmlformats.org/officeDocument/2006/relationships/slideLayout" Target="../slideLayouts/slideLayout90.xml"/><Relationship Id="rId13" Type="http://schemas.openxmlformats.org/officeDocument/2006/relationships/theme" Target="../theme/theme9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99.xml"/><Relationship Id="rId10" Type="http://schemas.openxmlformats.org/officeDocument/2006/relationships/slideLayout" Target="../slideLayouts/slideLayout98.xml"/><Relationship Id="rId1" Type="http://schemas.openxmlformats.org/officeDocument/2006/relationships/slideLayout" Target="../slideLayouts/slideLayout89.xml"/></Relationships>
</file>

<file path=ppt/slideMasters/_rels/slideMaster1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08.xml"/><Relationship Id="rId8" Type="http://schemas.openxmlformats.org/officeDocument/2006/relationships/slideLayout" Target="../slideLayouts/slideLayout107.xml"/><Relationship Id="rId7" Type="http://schemas.openxmlformats.org/officeDocument/2006/relationships/slideLayout" Target="../slideLayouts/slideLayout106.xml"/><Relationship Id="rId6" Type="http://schemas.openxmlformats.org/officeDocument/2006/relationships/slideLayout" Target="../slideLayouts/slideLayout105.xml"/><Relationship Id="rId5" Type="http://schemas.openxmlformats.org/officeDocument/2006/relationships/slideLayout" Target="../slideLayouts/slideLayout104.xml"/><Relationship Id="rId4" Type="http://schemas.openxmlformats.org/officeDocument/2006/relationships/slideLayout" Target="../slideLayouts/slideLayout103.xml"/><Relationship Id="rId3" Type="http://schemas.openxmlformats.org/officeDocument/2006/relationships/slideLayout" Target="../slideLayouts/slideLayout102.xml"/><Relationship Id="rId2" Type="http://schemas.openxmlformats.org/officeDocument/2006/relationships/slideLayout" Target="../slideLayouts/slideLayout101.xml"/><Relationship Id="rId13" Type="http://schemas.openxmlformats.org/officeDocument/2006/relationships/theme" Target="../theme/theme10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0.xml"/><Relationship Id="rId10" Type="http://schemas.openxmlformats.org/officeDocument/2006/relationships/slideLayout" Target="../slideLayouts/slideLayout109.xml"/><Relationship Id="rId1" Type="http://schemas.openxmlformats.org/officeDocument/2006/relationships/slideLayout" Target="../slideLayouts/slideLayout100.xml"/></Relationships>
</file>

<file path=ppt/slideMasters/_rels/slideMaster1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19.xml"/><Relationship Id="rId8" Type="http://schemas.openxmlformats.org/officeDocument/2006/relationships/slideLayout" Target="../slideLayouts/slideLayout118.xml"/><Relationship Id="rId7" Type="http://schemas.openxmlformats.org/officeDocument/2006/relationships/slideLayout" Target="../slideLayouts/slideLayout117.xml"/><Relationship Id="rId6" Type="http://schemas.openxmlformats.org/officeDocument/2006/relationships/slideLayout" Target="../slideLayouts/slideLayout116.xml"/><Relationship Id="rId5" Type="http://schemas.openxmlformats.org/officeDocument/2006/relationships/slideLayout" Target="../slideLayouts/slideLayout115.xml"/><Relationship Id="rId4" Type="http://schemas.openxmlformats.org/officeDocument/2006/relationships/slideLayout" Target="../slideLayouts/slideLayout114.xml"/><Relationship Id="rId3" Type="http://schemas.openxmlformats.org/officeDocument/2006/relationships/slideLayout" Target="../slideLayouts/slideLayout113.xml"/><Relationship Id="rId2" Type="http://schemas.openxmlformats.org/officeDocument/2006/relationships/slideLayout" Target="../slideLayouts/slideLayout112.xml"/><Relationship Id="rId13" Type="http://schemas.openxmlformats.org/officeDocument/2006/relationships/theme" Target="../theme/theme1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21.xml"/><Relationship Id="rId10" Type="http://schemas.openxmlformats.org/officeDocument/2006/relationships/slideLayout" Target="../slideLayouts/slideLayout120.xml"/><Relationship Id="rId1" Type="http://schemas.openxmlformats.org/officeDocument/2006/relationships/slideLayout" Target="../slideLayouts/slideLayout111.xml"/></Relationships>
</file>

<file path=ppt/slideMasters/_rels/slideMaster1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30.xml"/><Relationship Id="rId8" Type="http://schemas.openxmlformats.org/officeDocument/2006/relationships/slideLayout" Target="../slideLayouts/slideLayout129.xml"/><Relationship Id="rId7" Type="http://schemas.openxmlformats.org/officeDocument/2006/relationships/slideLayout" Target="../slideLayouts/slideLayout128.xml"/><Relationship Id="rId6" Type="http://schemas.openxmlformats.org/officeDocument/2006/relationships/slideLayout" Target="../slideLayouts/slideLayout127.xml"/><Relationship Id="rId5" Type="http://schemas.openxmlformats.org/officeDocument/2006/relationships/slideLayout" Target="../slideLayouts/slideLayout126.xml"/><Relationship Id="rId4" Type="http://schemas.openxmlformats.org/officeDocument/2006/relationships/slideLayout" Target="../slideLayouts/slideLayout125.xml"/><Relationship Id="rId3" Type="http://schemas.openxmlformats.org/officeDocument/2006/relationships/slideLayout" Target="../slideLayouts/slideLayout124.xml"/><Relationship Id="rId2" Type="http://schemas.openxmlformats.org/officeDocument/2006/relationships/slideLayout" Target="../slideLayouts/slideLayout123.xml"/><Relationship Id="rId13" Type="http://schemas.openxmlformats.org/officeDocument/2006/relationships/theme" Target="../theme/theme12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32.xml"/><Relationship Id="rId10" Type="http://schemas.openxmlformats.org/officeDocument/2006/relationships/slideLayout" Target="../slideLayouts/slideLayout131.xml"/><Relationship Id="rId1" Type="http://schemas.openxmlformats.org/officeDocument/2006/relationships/slideLayout" Target="../slideLayouts/slideLayout122.xml"/></Relationships>
</file>

<file path=ppt/slideMasters/_rels/slideMaster1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41.xml"/><Relationship Id="rId8" Type="http://schemas.openxmlformats.org/officeDocument/2006/relationships/slideLayout" Target="../slideLayouts/slideLayout140.xml"/><Relationship Id="rId7" Type="http://schemas.openxmlformats.org/officeDocument/2006/relationships/slideLayout" Target="../slideLayouts/slideLayout139.xml"/><Relationship Id="rId6" Type="http://schemas.openxmlformats.org/officeDocument/2006/relationships/slideLayout" Target="../slideLayouts/slideLayout138.xml"/><Relationship Id="rId5" Type="http://schemas.openxmlformats.org/officeDocument/2006/relationships/slideLayout" Target="../slideLayouts/slideLayout137.xml"/><Relationship Id="rId4" Type="http://schemas.openxmlformats.org/officeDocument/2006/relationships/slideLayout" Target="../slideLayouts/slideLayout136.xml"/><Relationship Id="rId3" Type="http://schemas.openxmlformats.org/officeDocument/2006/relationships/slideLayout" Target="../slideLayouts/slideLayout135.xml"/><Relationship Id="rId2" Type="http://schemas.openxmlformats.org/officeDocument/2006/relationships/slideLayout" Target="../slideLayouts/slideLayout134.xml"/><Relationship Id="rId13" Type="http://schemas.openxmlformats.org/officeDocument/2006/relationships/theme" Target="../theme/theme13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43.xml"/><Relationship Id="rId10" Type="http://schemas.openxmlformats.org/officeDocument/2006/relationships/slideLayout" Target="../slideLayouts/slideLayout142.xml"/><Relationship Id="rId1" Type="http://schemas.openxmlformats.org/officeDocument/2006/relationships/slideLayout" Target="../slideLayouts/slideLayout133.xml"/></Relationships>
</file>

<file path=ppt/slideMasters/_rels/slideMaster1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52.xml"/><Relationship Id="rId8" Type="http://schemas.openxmlformats.org/officeDocument/2006/relationships/slideLayout" Target="../slideLayouts/slideLayout151.xml"/><Relationship Id="rId7" Type="http://schemas.openxmlformats.org/officeDocument/2006/relationships/slideLayout" Target="../slideLayouts/slideLayout150.xml"/><Relationship Id="rId6" Type="http://schemas.openxmlformats.org/officeDocument/2006/relationships/slideLayout" Target="../slideLayouts/slideLayout149.xml"/><Relationship Id="rId5" Type="http://schemas.openxmlformats.org/officeDocument/2006/relationships/slideLayout" Target="../slideLayouts/slideLayout148.xml"/><Relationship Id="rId4" Type="http://schemas.openxmlformats.org/officeDocument/2006/relationships/slideLayout" Target="../slideLayouts/slideLayout147.xml"/><Relationship Id="rId3" Type="http://schemas.openxmlformats.org/officeDocument/2006/relationships/slideLayout" Target="../slideLayouts/slideLayout146.xml"/><Relationship Id="rId2" Type="http://schemas.openxmlformats.org/officeDocument/2006/relationships/slideLayout" Target="../slideLayouts/slideLayout145.xml"/><Relationship Id="rId13" Type="http://schemas.openxmlformats.org/officeDocument/2006/relationships/theme" Target="../theme/theme14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54.xml"/><Relationship Id="rId10" Type="http://schemas.openxmlformats.org/officeDocument/2006/relationships/slideLayout" Target="../slideLayouts/slideLayout153.xml"/><Relationship Id="rId1" Type="http://schemas.openxmlformats.org/officeDocument/2006/relationships/slideLayout" Target="../slideLayouts/slideLayout144.xml"/></Relationships>
</file>

<file path=ppt/slideMasters/_rels/slideMaster1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63.xml"/><Relationship Id="rId8" Type="http://schemas.openxmlformats.org/officeDocument/2006/relationships/slideLayout" Target="../slideLayouts/slideLayout162.xml"/><Relationship Id="rId7" Type="http://schemas.openxmlformats.org/officeDocument/2006/relationships/slideLayout" Target="../slideLayouts/slideLayout161.xml"/><Relationship Id="rId6" Type="http://schemas.openxmlformats.org/officeDocument/2006/relationships/slideLayout" Target="../slideLayouts/slideLayout160.xml"/><Relationship Id="rId5" Type="http://schemas.openxmlformats.org/officeDocument/2006/relationships/slideLayout" Target="../slideLayouts/slideLayout159.xml"/><Relationship Id="rId4" Type="http://schemas.openxmlformats.org/officeDocument/2006/relationships/slideLayout" Target="../slideLayouts/slideLayout158.xml"/><Relationship Id="rId3" Type="http://schemas.openxmlformats.org/officeDocument/2006/relationships/slideLayout" Target="../slideLayouts/slideLayout157.xml"/><Relationship Id="rId2" Type="http://schemas.openxmlformats.org/officeDocument/2006/relationships/slideLayout" Target="../slideLayouts/slideLayout156.xml"/><Relationship Id="rId13" Type="http://schemas.openxmlformats.org/officeDocument/2006/relationships/theme" Target="../theme/theme15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65.xml"/><Relationship Id="rId10" Type="http://schemas.openxmlformats.org/officeDocument/2006/relationships/slideLayout" Target="../slideLayouts/slideLayout164.xml"/><Relationship Id="rId1" Type="http://schemas.openxmlformats.org/officeDocument/2006/relationships/slideLayout" Target="../slideLayouts/slideLayout155.xml"/></Relationships>
</file>

<file path=ppt/slideMasters/_rels/slideMaster1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4.xml"/><Relationship Id="rId8" Type="http://schemas.openxmlformats.org/officeDocument/2006/relationships/slideLayout" Target="../slideLayouts/slideLayout173.xml"/><Relationship Id="rId7" Type="http://schemas.openxmlformats.org/officeDocument/2006/relationships/slideLayout" Target="../slideLayouts/slideLayout172.xml"/><Relationship Id="rId6" Type="http://schemas.openxmlformats.org/officeDocument/2006/relationships/slideLayout" Target="../slideLayouts/slideLayout171.xml"/><Relationship Id="rId5" Type="http://schemas.openxmlformats.org/officeDocument/2006/relationships/slideLayout" Target="../slideLayouts/slideLayout170.xml"/><Relationship Id="rId4" Type="http://schemas.openxmlformats.org/officeDocument/2006/relationships/slideLayout" Target="../slideLayouts/slideLayout169.xml"/><Relationship Id="rId3" Type="http://schemas.openxmlformats.org/officeDocument/2006/relationships/slideLayout" Target="../slideLayouts/slideLayout168.xml"/><Relationship Id="rId2" Type="http://schemas.openxmlformats.org/officeDocument/2006/relationships/slideLayout" Target="../slideLayouts/slideLayout167.xml"/><Relationship Id="rId13" Type="http://schemas.openxmlformats.org/officeDocument/2006/relationships/theme" Target="../theme/theme16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76.xml"/><Relationship Id="rId10" Type="http://schemas.openxmlformats.org/officeDocument/2006/relationships/slideLayout" Target="../slideLayouts/slideLayout175.xml"/><Relationship Id="rId1" Type="http://schemas.openxmlformats.org/officeDocument/2006/relationships/slideLayout" Target="../slideLayouts/slideLayout166.xml"/></Relationships>
</file>

<file path=ppt/slideMasters/_rels/slideMaster1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85.xml"/><Relationship Id="rId8" Type="http://schemas.openxmlformats.org/officeDocument/2006/relationships/slideLayout" Target="../slideLayouts/slideLayout184.xml"/><Relationship Id="rId7" Type="http://schemas.openxmlformats.org/officeDocument/2006/relationships/slideLayout" Target="../slideLayouts/slideLayout183.xml"/><Relationship Id="rId6" Type="http://schemas.openxmlformats.org/officeDocument/2006/relationships/slideLayout" Target="../slideLayouts/slideLayout182.xml"/><Relationship Id="rId5" Type="http://schemas.openxmlformats.org/officeDocument/2006/relationships/slideLayout" Target="../slideLayouts/slideLayout181.xml"/><Relationship Id="rId4" Type="http://schemas.openxmlformats.org/officeDocument/2006/relationships/slideLayout" Target="../slideLayouts/slideLayout180.xml"/><Relationship Id="rId3" Type="http://schemas.openxmlformats.org/officeDocument/2006/relationships/slideLayout" Target="../slideLayouts/slideLayout179.xml"/><Relationship Id="rId2" Type="http://schemas.openxmlformats.org/officeDocument/2006/relationships/slideLayout" Target="../slideLayouts/slideLayout178.xml"/><Relationship Id="rId13" Type="http://schemas.openxmlformats.org/officeDocument/2006/relationships/theme" Target="../theme/theme17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87.xml"/><Relationship Id="rId10" Type="http://schemas.openxmlformats.org/officeDocument/2006/relationships/slideLayout" Target="../slideLayouts/slideLayout186.xml"/><Relationship Id="rId1" Type="http://schemas.openxmlformats.org/officeDocument/2006/relationships/slideLayout" Target="../slideLayouts/slideLayout177.xml"/></Relationships>
</file>

<file path=ppt/slideMasters/_rels/slideMaster1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96.xml"/><Relationship Id="rId8" Type="http://schemas.openxmlformats.org/officeDocument/2006/relationships/slideLayout" Target="../slideLayouts/slideLayout195.xml"/><Relationship Id="rId7" Type="http://schemas.openxmlformats.org/officeDocument/2006/relationships/slideLayout" Target="../slideLayouts/slideLayout194.xml"/><Relationship Id="rId6" Type="http://schemas.openxmlformats.org/officeDocument/2006/relationships/slideLayout" Target="../slideLayouts/slideLayout193.xml"/><Relationship Id="rId5" Type="http://schemas.openxmlformats.org/officeDocument/2006/relationships/slideLayout" Target="../slideLayouts/slideLayout192.xml"/><Relationship Id="rId4" Type="http://schemas.openxmlformats.org/officeDocument/2006/relationships/slideLayout" Target="../slideLayouts/slideLayout191.xml"/><Relationship Id="rId3" Type="http://schemas.openxmlformats.org/officeDocument/2006/relationships/slideLayout" Target="../slideLayouts/slideLayout190.xml"/><Relationship Id="rId2" Type="http://schemas.openxmlformats.org/officeDocument/2006/relationships/slideLayout" Target="../slideLayouts/slideLayout189.xml"/><Relationship Id="rId13" Type="http://schemas.openxmlformats.org/officeDocument/2006/relationships/theme" Target="../theme/theme18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98.xml"/><Relationship Id="rId10" Type="http://schemas.openxmlformats.org/officeDocument/2006/relationships/slideLayout" Target="../slideLayouts/slideLayout197.xml"/><Relationship Id="rId1" Type="http://schemas.openxmlformats.org/officeDocument/2006/relationships/slideLayout" Target="../slideLayouts/slideLayout188.xml"/></Relationships>
</file>

<file path=ppt/slideMasters/_rels/slideMaster1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7.xml"/><Relationship Id="rId8" Type="http://schemas.openxmlformats.org/officeDocument/2006/relationships/slideLayout" Target="../slideLayouts/slideLayout206.xml"/><Relationship Id="rId7" Type="http://schemas.openxmlformats.org/officeDocument/2006/relationships/slideLayout" Target="../slideLayouts/slideLayout205.xml"/><Relationship Id="rId6" Type="http://schemas.openxmlformats.org/officeDocument/2006/relationships/slideLayout" Target="../slideLayouts/slideLayout204.xml"/><Relationship Id="rId5" Type="http://schemas.openxmlformats.org/officeDocument/2006/relationships/slideLayout" Target="../slideLayouts/slideLayout203.xml"/><Relationship Id="rId4" Type="http://schemas.openxmlformats.org/officeDocument/2006/relationships/slideLayout" Target="../slideLayouts/slideLayout202.xml"/><Relationship Id="rId3" Type="http://schemas.openxmlformats.org/officeDocument/2006/relationships/slideLayout" Target="../slideLayouts/slideLayout201.xml"/><Relationship Id="rId2" Type="http://schemas.openxmlformats.org/officeDocument/2006/relationships/slideLayout" Target="../slideLayouts/slideLayout200.xml"/><Relationship Id="rId13" Type="http://schemas.openxmlformats.org/officeDocument/2006/relationships/theme" Target="../theme/theme19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209.xml"/><Relationship Id="rId10" Type="http://schemas.openxmlformats.org/officeDocument/2006/relationships/slideLayout" Target="../slideLayouts/slideLayout208.xml"/><Relationship Id="rId1" Type="http://schemas.openxmlformats.org/officeDocument/2006/relationships/slideLayout" Target="../slideLayouts/slideLayout199.xml"/></Relationships>
</file>

<file path=ppt/slideMasters/_rels/slideMaster2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8.xml"/><Relationship Id="rId8" Type="http://schemas.openxmlformats.org/officeDocument/2006/relationships/slideLayout" Target="../slideLayouts/slideLayout217.xml"/><Relationship Id="rId7" Type="http://schemas.openxmlformats.org/officeDocument/2006/relationships/slideLayout" Target="../slideLayouts/slideLayout216.xml"/><Relationship Id="rId6" Type="http://schemas.openxmlformats.org/officeDocument/2006/relationships/slideLayout" Target="../slideLayouts/slideLayout215.xml"/><Relationship Id="rId5" Type="http://schemas.openxmlformats.org/officeDocument/2006/relationships/slideLayout" Target="../slideLayouts/slideLayout214.xml"/><Relationship Id="rId4" Type="http://schemas.openxmlformats.org/officeDocument/2006/relationships/slideLayout" Target="../slideLayouts/slideLayout213.xml"/><Relationship Id="rId3" Type="http://schemas.openxmlformats.org/officeDocument/2006/relationships/slideLayout" Target="../slideLayouts/slideLayout212.xml"/><Relationship Id="rId2" Type="http://schemas.openxmlformats.org/officeDocument/2006/relationships/slideLayout" Target="../slideLayouts/slideLayout211.xml"/><Relationship Id="rId13" Type="http://schemas.openxmlformats.org/officeDocument/2006/relationships/theme" Target="../theme/theme20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220.xml"/><Relationship Id="rId10" Type="http://schemas.openxmlformats.org/officeDocument/2006/relationships/slideLayout" Target="../slideLayouts/slideLayout219.xml"/><Relationship Id="rId1" Type="http://schemas.openxmlformats.org/officeDocument/2006/relationships/slideLayout" Target="../slideLayouts/slideLayout210.xml"/></Relationships>
</file>

<file path=ppt/slideMasters/_rels/slideMaster2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29.xml"/><Relationship Id="rId8" Type="http://schemas.openxmlformats.org/officeDocument/2006/relationships/slideLayout" Target="../slideLayouts/slideLayout228.xml"/><Relationship Id="rId7" Type="http://schemas.openxmlformats.org/officeDocument/2006/relationships/slideLayout" Target="../slideLayouts/slideLayout227.xml"/><Relationship Id="rId6" Type="http://schemas.openxmlformats.org/officeDocument/2006/relationships/slideLayout" Target="../slideLayouts/slideLayout226.xml"/><Relationship Id="rId5" Type="http://schemas.openxmlformats.org/officeDocument/2006/relationships/slideLayout" Target="../slideLayouts/slideLayout225.xml"/><Relationship Id="rId4" Type="http://schemas.openxmlformats.org/officeDocument/2006/relationships/slideLayout" Target="../slideLayouts/slideLayout224.xml"/><Relationship Id="rId3" Type="http://schemas.openxmlformats.org/officeDocument/2006/relationships/slideLayout" Target="../slideLayouts/slideLayout223.xml"/><Relationship Id="rId2" Type="http://schemas.openxmlformats.org/officeDocument/2006/relationships/slideLayout" Target="../slideLayouts/slideLayout222.xml"/><Relationship Id="rId13" Type="http://schemas.openxmlformats.org/officeDocument/2006/relationships/theme" Target="../theme/theme2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231.xml"/><Relationship Id="rId10" Type="http://schemas.openxmlformats.org/officeDocument/2006/relationships/slideLayout" Target="../slideLayouts/slideLayout230.xml"/><Relationship Id="rId1" Type="http://schemas.openxmlformats.org/officeDocument/2006/relationships/slideLayout" Target="../slideLayouts/slideLayout221.xml"/></Relationships>
</file>

<file path=ppt/slideMasters/_rels/slideMaster2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40.xml"/><Relationship Id="rId8" Type="http://schemas.openxmlformats.org/officeDocument/2006/relationships/slideLayout" Target="../slideLayouts/slideLayout239.xml"/><Relationship Id="rId7" Type="http://schemas.openxmlformats.org/officeDocument/2006/relationships/slideLayout" Target="../slideLayouts/slideLayout238.xml"/><Relationship Id="rId6" Type="http://schemas.openxmlformats.org/officeDocument/2006/relationships/slideLayout" Target="../slideLayouts/slideLayout237.xml"/><Relationship Id="rId5" Type="http://schemas.openxmlformats.org/officeDocument/2006/relationships/slideLayout" Target="../slideLayouts/slideLayout236.xml"/><Relationship Id="rId4" Type="http://schemas.openxmlformats.org/officeDocument/2006/relationships/slideLayout" Target="../slideLayouts/slideLayout235.xml"/><Relationship Id="rId3" Type="http://schemas.openxmlformats.org/officeDocument/2006/relationships/slideLayout" Target="../slideLayouts/slideLayout234.xml"/><Relationship Id="rId2" Type="http://schemas.openxmlformats.org/officeDocument/2006/relationships/slideLayout" Target="../slideLayouts/slideLayout233.xml"/><Relationship Id="rId13" Type="http://schemas.openxmlformats.org/officeDocument/2006/relationships/theme" Target="../theme/theme22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242.xml"/><Relationship Id="rId10" Type="http://schemas.openxmlformats.org/officeDocument/2006/relationships/slideLayout" Target="../slideLayouts/slideLayout241.xml"/><Relationship Id="rId1" Type="http://schemas.openxmlformats.org/officeDocument/2006/relationships/slideLayout" Target="../slideLayouts/slideLayout232.xml"/></Relationships>
</file>

<file path=ppt/slideMasters/_rels/slideMaster2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51.xml"/><Relationship Id="rId8" Type="http://schemas.openxmlformats.org/officeDocument/2006/relationships/slideLayout" Target="../slideLayouts/slideLayout250.xml"/><Relationship Id="rId7" Type="http://schemas.openxmlformats.org/officeDocument/2006/relationships/slideLayout" Target="../slideLayouts/slideLayout249.xml"/><Relationship Id="rId6" Type="http://schemas.openxmlformats.org/officeDocument/2006/relationships/slideLayout" Target="../slideLayouts/slideLayout248.xml"/><Relationship Id="rId5" Type="http://schemas.openxmlformats.org/officeDocument/2006/relationships/slideLayout" Target="../slideLayouts/slideLayout247.xml"/><Relationship Id="rId4" Type="http://schemas.openxmlformats.org/officeDocument/2006/relationships/slideLayout" Target="../slideLayouts/slideLayout246.xml"/><Relationship Id="rId3" Type="http://schemas.openxmlformats.org/officeDocument/2006/relationships/slideLayout" Target="../slideLayouts/slideLayout245.xml"/><Relationship Id="rId2" Type="http://schemas.openxmlformats.org/officeDocument/2006/relationships/slideLayout" Target="../slideLayouts/slideLayout244.xml"/><Relationship Id="rId13" Type="http://schemas.openxmlformats.org/officeDocument/2006/relationships/theme" Target="../theme/theme23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253.xml"/><Relationship Id="rId10" Type="http://schemas.openxmlformats.org/officeDocument/2006/relationships/slideLayout" Target="../slideLayouts/slideLayout252.xml"/><Relationship Id="rId1" Type="http://schemas.openxmlformats.org/officeDocument/2006/relationships/slideLayout" Target="../slideLayouts/slideLayout243.xml"/></Relationships>
</file>

<file path=ppt/slideMasters/_rels/slideMaster2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62.xml"/><Relationship Id="rId8" Type="http://schemas.openxmlformats.org/officeDocument/2006/relationships/slideLayout" Target="../slideLayouts/slideLayout261.xml"/><Relationship Id="rId7" Type="http://schemas.openxmlformats.org/officeDocument/2006/relationships/slideLayout" Target="../slideLayouts/slideLayout260.xml"/><Relationship Id="rId6" Type="http://schemas.openxmlformats.org/officeDocument/2006/relationships/slideLayout" Target="../slideLayouts/slideLayout259.xml"/><Relationship Id="rId5" Type="http://schemas.openxmlformats.org/officeDocument/2006/relationships/slideLayout" Target="../slideLayouts/slideLayout258.xml"/><Relationship Id="rId4" Type="http://schemas.openxmlformats.org/officeDocument/2006/relationships/slideLayout" Target="../slideLayouts/slideLayout257.xml"/><Relationship Id="rId3" Type="http://schemas.openxmlformats.org/officeDocument/2006/relationships/slideLayout" Target="../slideLayouts/slideLayout256.xml"/><Relationship Id="rId2" Type="http://schemas.openxmlformats.org/officeDocument/2006/relationships/slideLayout" Target="../slideLayouts/slideLayout255.xml"/><Relationship Id="rId13" Type="http://schemas.openxmlformats.org/officeDocument/2006/relationships/theme" Target="../theme/theme24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264.xml"/><Relationship Id="rId10" Type="http://schemas.openxmlformats.org/officeDocument/2006/relationships/slideLayout" Target="../slideLayouts/slideLayout263.xml"/><Relationship Id="rId1" Type="http://schemas.openxmlformats.org/officeDocument/2006/relationships/slideLayout" Target="../slideLayouts/slideLayout254.xml"/></Relationships>
</file>

<file path=ppt/slideMasters/_rels/slideMaster2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73.xml"/><Relationship Id="rId8" Type="http://schemas.openxmlformats.org/officeDocument/2006/relationships/slideLayout" Target="../slideLayouts/slideLayout272.xml"/><Relationship Id="rId7" Type="http://schemas.openxmlformats.org/officeDocument/2006/relationships/slideLayout" Target="../slideLayouts/slideLayout271.xml"/><Relationship Id="rId6" Type="http://schemas.openxmlformats.org/officeDocument/2006/relationships/slideLayout" Target="../slideLayouts/slideLayout270.xml"/><Relationship Id="rId5" Type="http://schemas.openxmlformats.org/officeDocument/2006/relationships/slideLayout" Target="../slideLayouts/slideLayout269.xml"/><Relationship Id="rId4" Type="http://schemas.openxmlformats.org/officeDocument/2006/relationships/slideLayout" Target="../slideLayouts/slideLayout268.xml"/><Relationship Id="rId3" Type="http://schemas.openxmlformats.org/officeDocument/2006/relationships/slideLayout" Target="../slideLayouts/slideLayout267.xml"/><Relationship Id="rId2" Type="http://schemas.openxmlformats.org/officeDocument/2006/relationships/slideLayout" Target="../slideLayouts/slideLayout266.xml"/><Relationship Id="rId13" Type="http://schemas.openxmlformats.org/officeDocument/2006/relationships/theme" Target="../theme/theme25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275.xml"/><Relationship Id="rId10" Type="http://schemas.openxmlformats.org/officeDocument/2006/relationships/slideLayout" Target="../slideLayouts/slideLayout274.xml"/><Relationship Id="rId1" Type="http://schemas.openxmlformats.org/officeDocument/2006/relationships/slideLayout" Target="../slideLayouts/slideLayout26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2"/>
        </a:buBlip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2"/>
        </a:buBlip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2"/>
        </a:buBlip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2"/>
        </a:buBlip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2"/>
        </a:buBlip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2"/>
        </a:buBlip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2"/>
        </a:buBlip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2"/>
        </a:buBlip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2"/>
        </a:buBlip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2"/>
        </a:buBlip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2"/>
        </a:buBlip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2"/>
        </a:buBlip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2"/>
        </a:buBlip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2"/>
        </a:buBlip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18" r:id="rId2"/>
    <p:sldLayoutId id="2147483819" r:id="rId3"/>
    <p:sldLayoutId id="2147483820" r:id="rId4"/>
    <p:sldLayoutId id="2147483821" r:id="rId5"/>
    <p:sldLayoutId id="2147483822" r:id="rId6"/>
    <p:sldLayoutId id="2147483823" r:id="rId7"/>
    <p:sldLayoutId id="2147483824" r:id="rId8"/>
    <p:sldLayoutId id="2147483825" r:id="rId9"/>
    <p:sldLayoutId id="2147483826" r:id="rId10"/>
    <p:sldLayoutId id="2147483827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2"/>
        </a:buBlip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2"/>
        </a:buBlip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2"/>
        </a:buBlip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853" r:id="rId1"/>
    <p:sldLayoutId id="2147483854" r:id="rId2"/>
    <p:sldLayoutId id="2147483855" r:id="rId3"/>
    <p:sldLayoutId id="2147483856" r:id="rId4"/>
    <p:sldLayoutId id="2147483857" r:id="rId5"/>
    <p:sldLayoutId id="2147483858" r:id="rId6"/>
    <p:sldLayoutId id="2147483859" r:id="rId7"/>
    <p:sldLayoutId id="2147483860" r:id="rId8"/>
    <p:sldLayoutId id="2147483861" r:id="rId9"/>
    <p:sldLayoutId id="2147483862" r:id="rId10"/>
    <p:sldLayoutId id="2147483863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2"/>
        </a:buBlip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865" r:id="rId1"/>
    <p:sldLayoutId id="2147483866" r:id="rId2"/>
    <p:sldLayoutId id="2147483867" r:id="rId3"/>
    <p:sldLayoutId id="2147483868" r:id="rId4"/>
    <p:sldLayoutId id="2147483869" r:id="rId5"/>
    <p:sldLayoutId id="2147483870" r:id="rId6"/>
    <p:sldLayoutId id="2147483871" r:id="rId7"/>
    <p:sldLayoutId id="2147483872" r:id="rId8"/>
    <p:sldLayoutId id="2147483873" r:id="rId9"/>
    <p:sldLayoutId id="2147483874" r:id="rId10"/>
    <p:sldLayoutId id="2147483875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2"/>
        </a:buBlip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877" r:id="rId1"/>
    <p:sldLayoutId id="2147483878" r:id="rId2"/>
    <p:sldLayoutId id="2147483879" r:id="rId3"/>
    <p:sldLayoutId id="2147483880" r:id="rId4"/>
    <p:sldLayoutId id="2147483881" r:id="rId5"/>
    <p:sldLayoutId id="2147483882" r:id="rId6"/>
    <p:sldLayoutId id="2147483883" r:id="rId7"/>
    <p:sldLayoutId id="2147483884" r:id="rId8"/>
    <p:sldLayoutId id="2147483885" r:id="rId9"/>
    <p:sldLayoutId id="2147483886" r:id="rId10"/>
    <p:sldLayoutId id="2147483887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2"/>
        </a:buBlip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889" r:id="rId1"/>
    <p:sldLayoutId id="2147483890" r:id="rId2"/>
    <p:sldLayoutId id="2147483891" r:id="rId3"/>
    <p:sldLayoutId id="2147483892" r:id="rId4"/>
    <p:sldLayoutId id="2147483893" r:id="rId5"/>
    <p:sldLayoutId id="2147483894" r:id="rId6"/>
    <p:sldLayoutId id="2147483895" r:id="rId7"/>
    <p:sldLayoutId id="2147483896" r:id="rId8"/>
    <p:sldLayoutId id="2147483897" r:id="rId9"/>
    <p:sldLayoutId id="2147483898" r:id="rId10"/>
    <p:sldLayoutId id="2147483899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2"/>
        </a:buBlip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901" r:id="rId1"/>
    <p:sldLayoutId id="2147483902" r:id="rId2"/>
    <p:sldLayoutId id="2147483903" r:id="rId3"/>
    <p:sldLayoutId id="2147483904" r:id="rId4"/>
    <p:sldLayoutId id="2147483905" r:id="rId5"/>
    <p:sldLayoutId id="2147483906" r:id="rId6"/>
    <p:sldLayoutId id="2147483907" r:id="rId7"/>
    <p:sldLayoutId id="2147483908" r:id="rId8"/>
    <p:sldLayoutId id="2147483909" r:id="rId9"/>
    <p:sldLayoutId id="2147483910" r:id="rId10"/>
    <p:sldLayoutId id="2147483911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2"/>
        </a:buBlip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913" r:id="rId1"/>
    <p:sldLayoutId id="2147483914" r:id="rId2"/>
    <p:sldLayoutId id="2147483915" r:id="rId3"/>
    <p:sldLayoutId id="2147483916" r:id="rId4"/>
    <p:sldLayoutId id="2147483917" r:id="rId5"/>
    <p:sldLayoutId id="2147483918" r:id="rId6"/>
    <p:sldLayoutId id="2147483919" r:id="rId7"/>
    <p:sldLayoutId id="2147483920" r:id="rId8"/>
    <p:sldLayoutId id="2147483921" r:id="rId9"/>
    <p:sldLayoutId id="2147483922" r:id="rId10"/>
    <p:sldLayoutId id="2147483923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2"/>
        </a:buBlip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925" r:id="rId1"/>
    <p:sldLayoutId id="2147483926" r:id="rId2"/>
    <p:sldLayoutId id="2147483927" r:id="rId3"/>
    <p:sldLayoutId id="2147483928" r:id="rId4"/>
    <p:sldLayoutId id="2147483929" r:id="rId5"/>
    <p:sldLayoutId id="2147483930" r:id="rId6"/>
    <p:sldLayoutId id="2147483931" r:id="rId7"/>
    <p:sldLayoutId id="2147483932" r:id="rId8"/>
    <p:sldLayoutId id="2147483933" r:id="rId9"/>
    <p:sldLayoutId id="2147483934" r:id="rId10"/>
    <p:sldLayoutId id="2147483935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2"/>
        </a:buBlip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937" r:id="rId1"/>
    <p:sldLayoutId id="2147483938" r:id="rId2"/>
    <p:sldLayoutId id="2147483939" r:id="rId3"/>
    <p:sldLayoutId id="2147483940" r:id="rId4"/>
    <p:sldLayoutId id="2147483941" r:id="rId5"/>
    <p:sldLayoutId id="2147483942" r:id="rId6"/>
    <p:sldLayoutId id="2147483943" r:id="rId7"/>
    <p:sldLayoutId id="2147483944" r:id="rId8"/>
    <p:sldLayoutId id="2147483945" r:id="rId9"/>
    <p:sldLayoutId id="2147483946" r:id="rId10"/>
    <p:sldLayoutId id="2147483947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2"/>
        </a:buBlip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.x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slide" Target="slide44.xml"/><Relationship Id="rId3" Type="http://schemas.openxmlformats.org/officeDocument/2006/relationships/slide" Target="slide38.xml"/><Relationship Id="rId2" Type="http://schemas.openxmlformats.org/officeDocument/2006/relationships/slide" Target="slide4.xml"/><Relationship Id="rId1" Type="http://schemas.openxmlformats.org/officeDocument/2006/relationships/slide" Target="slide8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slide" Target="slide1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8.xml"/><Relationship Id="rId3" Type="http://schemas.openxmlformats.org/officeDocument/2006/relationships/image" Target="../media/image4.png"/><Relationship Id="rId2" Type="http://schemas.openxmlformats.org/officeDocument/2006/relationships/slide" Target="slide1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8.xml"/><Relationship Id="rId3" Type="http://schemas.openxmlformats.org/officeDocument/2006/relationships/image" Target="../media/image4.png"/><Relationship Id="rId2" Type="http://schemas.openxmlformats.org/officeDocument/2006/relationships/slide" Target="slide1.xml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8.xml"/><Relationship Id="rId3" Type="http://schemas.openxmlformats.org/officeDocument/2006/relationships/image" Target="../media/image4.png"/><Relationship Id="rId2" Type="http://schemas.openxmlformats.org/officeDocument/2006/relationships/slide" Target="slide1.xml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4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6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6.xml"/><Relationship Id="rId1" Type="http://schemas.openxmlformats.org/officeDocument/2006/relationships/slide" Target="slide49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9.xml"/><Relationship Id="rId7" Type="http://schemas.openxmlformats.org/officeDocument/2006/relationships/image" Target="../media/image13.png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4.png"/><Relationship Id="rId3" Type="http://schemas.openxmlformats.org/officeDocument/2006/relationships/slide" Target="slide1.xml"/><Relationship Id="rId2" Type="http://schemas.openxmlformats.org/officeDocument/2006/relationships/image" Target="../media/image6.png"/><Relationship Id="rId1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0.xml"/><Relationship Id="rId1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01.xml"/><Relationship Id="rId1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image" Target="../media/image20.png"/><Relationship Id="rId8" Type="http://schemas.openxmlformats.org/officeDocument/2006/relationships/image" Target="../media/image19.png"/><Relationship Id="rId7" Type="http://schemas.openxmlformats.org/officeDocument/2006/relationships/image" Target="../media/image18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4.png"/><Relationship Id="rId3" Type="http://schemas.openxmlformats.org/officeDocument/2006/relationships/slide" Target="slide1.xml"/><Relationship Id="rId2" Type="http://schemas.openxmlformats.org/officeDocument/2006/relationships/image" Target="../media/image6.png"/><Relationship Id="rId11" Type="http://schemas.openxmlformats.org/officeDocument/2006/relationships/slideLayout" Target="../slideLayouts/slideLayout112.xml"/><Relationship Id="rId10" Type="http://schemas.openxmlformats.org/officeDocument/2006/relationships/image" Target="../media/image21.png"/><Relationship Id="rId1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23.xml"/><Relationship Id="rId4" Type="http://schemas.openxmlformats.org/officeDocument/2006/relationships/image" Target="../media/image4.png"/><Relationship Id="rId3" Type="http://schemas.openxmlformats.org/officeDocument/2006/relationships/slide" Target="slide1.xml"/><Relationship Id="rId2" Type="http://schemas.openxmlformats.org/officeDocument/2006/relationships/image" Target="../media/image6.png"/><Relationship Id="rId1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45.xml"/><Relationship Id="rId4" Type="http://schemas.openxmlformats.org/officeDocument/2006/relationships/image" Target="../media/image4.png"/><Relationship Id="rId3" Type="http://schemas.openxmlformats.org/officeDocument/2006/relationships/slide" Target="slide1.xml"/><Relationship Id="rId2" Type="http://schemas.openxmlformats.org/officeDocument/2006/relationships/image" Target="../media/image6.png"/><Relationship Id="rId1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5.xml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45.xml"/><Relationship Id="rId4" Type="http://schemas.openxmlformats.org/officeDocument/2006/relationships/image" Target="../media/image4.png"/><Relationship Id="rId3" Type="http://schemas.openxmlformats.org/officeDocument/2006/relationships/slide" Target="slide2.xml"/><Relationship Id="rId2" Type="http://schemas.openxmlformats.org/officeDocument/2006/relationships/image" Target="../media/image6.png"/><Relationship Id="rId1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5.xml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5.xml"/><Relationship Id="rId2" Type="http://schemas.openxmlformats.org/officeDocument/2006/relationships/image" Target="../media/image24.png"/><Relationship Id="rId1" Type="http://schemas.openxmlformats.org/officeDocument/2006/relationships/image" Target="../media/image22.png"/></Relationships>
</file>

<file path=ppt/slides/_rels/slide23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.vml"/><Relationship Id="rId5" Type="http://schemas.openxmlformats.org/officeDocument/2006/relationships/slideLayout" Target="../slideLayouts/slideLayout266.xml"/><Relationship Id="rId4" Type="http://schemas.openxmlformats.org/officeDocument/2006/relationships/image" Target="../media/image25.wmf"/><Relationship Id="rId3" Type="http://schemas.openxmlformats.org/officeDocument/2006/relationships/oleObject" Target="../embeddings/oleObject1.bin"/><Relationship Id="rId2" Type="http://schemas.openxmlformats.org/officeDocument/2006/relationships/image" Target="../media/image24.png"/><Relationship Id="rId1" Type="http://schemas.openxmlformats.org/officeDocument/2006/relationships/image" Target="../media/image22.png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34.xml"/><Relationship Id="rId3" Type="http://schemas.openxmlformats.org/officeDocument/2006/relationships/image" Target="../media/image4.png"/><Relationship Id="rId2" Type="http://schemas.openxmlformats.org/officeDocument/2006/relationships/slide" Target="slide1.xml"/><Relationship Id="rId1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39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image" Target="../media/image26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2.vml"/><Relationship Id="rId7" Type="http://schemas.openxmlformats.org/officeDocument/2006/relationships/slideLayout" Target="../slideLayouts/slideLayout139.xml"/><Relationship Id="rId6" Type="http://schemas.openxmlformats.org/officeDocument/2006/relationships/image" Target="../media/image34.png"/><Relationship Id="rId5" Type="http://schemas.openxmlformats.org/officeDocument/2006/relationships/oleObject" Target="../embeddings/oleObject4.bin"/><Relationship Id="rId4" Type="http://schemas.openxmlformats.org/officeDocument/2006/relationships/image" Target="../media/image33.wmf"/><Relationship Id="rId3" Type="http://schemas.openxmlformats.org/officeDocument/2006/relationships/oleObject" Target="../embeddings/oleObject3.bin"/><Relationship Id="rId2" Type="http://schemas.openxmlformats.org/officeDocument/2006/relationships/image" Target="../media/image32.wmf"/><Relationship Id="rId1" Type="http://schemas.openxmlformats.org/officeDocument/2006/relationships/oleObject" Target="../embeddings/oleObject2.bin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9.bin"/><Relationship Id="rId8" Type="http://schemas.openxmlformats.org/officeDocument/2006/relationships/image" Target="../media/image38.wmf"/><Relationship Id="rId7" Type="http://schemas.openxmlformats.org/officeDocument/2006/relationships/oleObject" Target="../embeddings/oleObject8.bin"/><Relationship Id="rId6" Type="http://schemas.openxmlformats.org/officeDocument/2006/relationships/image" Target="../media/image37.w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36.wmf"/><Relationship Id="rId3" Type="http://schemas.openxmlformats.org/officeDocument/2006/relationships/oleObject" Target="../embeddings/oleObject6.bin"/><Relationship Id="rId21" Type="http://schemas.openxmlformats.org/officeDocument/2006/relationships/vmlDrawing" Target="../drawings/vmlDrawing3.vml"/><Relationship Id="rId20" Type="http://schemas.openxmlformats.org/officeDocument/2006/relationships/slideLayout" Target="../slideLayouts/slideLayout139.xml"/><Relationship Id="rId2" Type="http://schemas.openxmlformats.org/officeDocument/2006/relationships/image" Target="../media/image35.wmf"/><Relationship Id="rId19" Type="http://schemas.openxmlformats.org/officeDocument/2006/relationships/slide" Target="slide50.xml"/><Relationship Id="rId18" Type="http://schemas.openxmlformats.org/officeDocument/2006/relationships/image" Target="../media/image43.wmf"/><Relationship Id="rId17" Type="http://schemas.openxmlformats.org/officeDocument/2006/relationships/oleObject" Target="../embeddings/oleObject13.bin"/><Relationship Id="rId16" Type="http://schemas.openxmlformats.org/officeDocument/2006/relationships/image" Target="../media/image42.wmf"/><Relationship Id="rId15" Type="http://schemas.openxmlformats.org/officeDocument/2006/relationships/oleObject" Target="../embeddings/oleObject12.bin"/><Relationship Id="rId14" Type="http://schemas.openxmlformats.org/officeDocument/2006/relationships/image" Target="../media/image41.wmf"/><Relationship Id="rId13" Type="http://schemas.openxmlformats.org/officeDocument/2006/relationships/oleObject" Target="../embeddings/oleObject11.bin"/><Relationship Id="rId12" Type="http://schemas.openxmlformats.org/officeDocument/2006/relationships/image" Target="../media/image40.wmf"/><Relationship Id="rId11" Type="http://schemas.openxmlformats.org/officeDocument/2006/relationships/oleObject" Target="../embeddings/oleObject10.bin"/><Relationship Id="rId10" Type="http://schemas.openxmlformats.org/officeDocument/2006/relationships/image" Target="../media/image39.png"/><Relationship Id="rId1" Type="http://schemas.openxmlformats.org/officeDocument/2006/relationships/oleObject" Target="../embeddings/oleObject5.bin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4.vml"/><Relationship Id="rId7" Type="http://schemas.openxmlformats.org/officeDocument/2006/relationships/slideLayout" Target="../slideLayouts/slideLayout139.xml"/><Relationship Id="rId6" Type="http://schemas.openxmlformats.org/officeDocument/2006/relationships/image" Target="../media/image46.wmf"/><Relationship Id="rId5" Type="http://schemas.openxmlformats.org/officeDocument/2006/relationships/oleObject" Target="../embeddings/oleObject16.bin"/><Relationship Id="rId4" Type="http://schemas.openxmlformats.org/officeDocument/2006/relationships/image" Target="../media/image45.wmf"/><Relationship Id="rId3" Type="http://schemas.openxmlformats.org/officeDocument/2006/relationships/oleObject" Target="../embeddings/oleObject15.bin"/><Relationship Id="rId2" Type="http://schemas.openxmlformats.org/officeDocument/2006/relationships/image" Target="../media/image44.wmf"/><Relationship Id="rId1" Type="http://schemas.openxmlformats.org/officeDocument/2006/relationships/oleObject" Target="../embeddings/oleObject14.bin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5.vml"/><Relationship Id="rId7" Type="http://schemas.openxmlformats.org/officeDocument/2006/relationships/slideLayout" Target="../slideLayouts/slideLayout139.xml"/><Relationship Id="rId6" Type="http://schemas.openxmlformats.org/officeDocument/2006/relationships/image" Target="../media/image49.png"/><Relationship Id="rId5" Type="http://schemas.openxmlformats.org/officeDocument/2006/relationships/oleObject" Target="../embeddings/oleObject19.bin"/><Relationship Id="rId4" Type="http://schemas.openxmlformats.org/officeDocument/2006/relationships/image" Target="../media/image48.png"/><Relationship Id="rId3" Type="http://schemas.openxmlformats.org/officeDocument/2006/relationships/oleObject" Target="../embeddings/oleObject18.bin"/><Relationship Id="rId2" Type="http://schemas.openxmlformats.org/officeDocument/2006/relationships/image" Target="../media/image47.png"/><Relationship Id="rId1" Type="http://schemas.openxmlformats.org/officeDocument/2006/relationships/oleObject" Target="../embeddings/oleObject17.bin"/></Relationships>
</file>

<file path=ppt/slides/_rels/slide3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2.bin"/><Relationship Id="rId8" Type="http://schemas.openxmlformats.org/officeDocument/2006/relationships/image" Target="../media/image51.wmf"/><Relationship Id="rId7" Type="http://schemas.openxmlformats.org/officeDocument/2006/relationships/oleObject" Target="../embeddings/oleObject21.bin"/><Relationship Id="rId6" Type="http://schemas.openxmlformats.org/officeDocument/2006/relationships/slide" Target="slide51.xml"/><Relationship Id="rId5" Type="http://schemas.openxmlformats.org/officeDocument/2006/relationships/image" Target="../media/image50.wmf"/><Relationship Id="rId4" Type="http://schemas.openxmlformats.org/officeDocument/2006/relationships/oleObject" Target="../embeddings/oleObject20.bin"/><Relationship Id="rId3" Type="http://schemas.openxmlformats.org/officeDocument/2006/relationships/image" Target="../media/image4.png"/><Relationship Id="rId2" Type="http://schemas.openxmlformats.org/officeDocument/2006/relationships/slide" Target="slide1.xml"/><Relationship Id="rId13" Type="http://schemas.openxmlformats.org/officeDocument/2006/relationships/notesSlide" Target="../notesSlides/notesSlide6.xml"/><Relationship Id="rId12" Type="http://schemas.openxmlformats.org/officeDocument/2006/relationships/vmlDrawing" Target="../drawings/vmlDrawing6.vml"/><Relationship Id="rId11" Type="http://schemas.openxmlformats.org/officeDocument/2006/relationships/slideLayout" Target="../slideLayouts/slideLayout156.xml"/><Relationship Id="rId10" Type="http://schemas.openxmlformats.org/officeDocument/2006/relationships/image" Target="../media/image52.wmf"/><Relationship Id="rId1" Type="http://schemas.openxmlformats.org/officeDocument/2006/relationships/image" Target="../media/image6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7.xml"/><Relationship Id="rId7" Type="http://schemas.openxmlformats.org/officeDocument/2006/relationships/vmlDrawing" Target="../drawings/vmlDrawing7.v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53.wmf"/><Relationship Id="rId4" Type="http://schemas.openxmlformats.org/officeDocument/2006/relationships/oleObject" Target="../embeddings/oleObject23.bin"/><Relationship Id="rId3" Type="http://schemas.openxmlformats.org/officeDocument/2006/relationships/image" Target="../media/image4.png"/><Relationship Id="rId2" Type="http://schemas.openxmlformats.org/officeDocument/2006/relationships/slide" Target="slide1.xml"/><Relationship Id="rId1" Type="http://schemas.openxmlformats.org/officeDocument/2006/relationships/image" Target="../media/image3.png"/></Relationships>
</file>

<file path=ppt/slides/_rels/slide32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8.vml"/><Relationship Id="rId8" Type="http://schemas.openxmlformats.org/officeDocument/2006/relationships/slideLayout" Target="../slideLayouts/slideLayout200.xml"/><Relationship Id="rId7" Type="http://schemas.openxmlformats.org/officeDocument/2006/relationships/image" Target="../media/image55.png"/><Relationship Id="rId6" Type="http://schemas.openxmlformats.org/officeDocument/2006/relationships/image" Target="../media/image54.wmf"/><Relationship Id="rId5" Type="http://schemas.openxmlformats.org/officeDocument/2006/relationships/oleObject" Target="../embeddings/oleObject24.bin"/><Relationship Id="rId4" Type="http://schemas.openxmlformats.org/officeDocument/2006/relationships/image" Target="../media/image4.png"/><Relationship Id="rId3" Type="http://schemas.openxmlformats.org/officeDocument/2006/relationships/slide" Target="slide1.xml"/><Relationship Id="rId2" Type="http://schemas.openxmlformats.org/officeDocument/2006/relationships/image" Target="../media/image6.png"/><Relationship Id="rId10" Type="http://schemas.openxmlformats.org/officeDocument/2006/relationships/notesSlide" Target="../notesSlides/notesSlide8.xml"/><Relationship Id="rId1" Type="http://schemas.openxmlformats.org/officeDocument/2006/relationships/image" Target="../media/image3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6.xml"/></Relationships>
</file>

<file path=ppt/slides/_rels/slide3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211.xml"/><Relationship Id="rId4" Type="http://schemas.openxmlformats.org/officeDocument/2006/relationships/image" Target="../media/image56.png"/><Relationship Id="rId3" Type="http://schemas.openxmlformats.org/officeDocument/2006/relationships/image" Target="../media/image4.png"/><Relationship Id="rId2" Type="http://schemas.openxmlformats.org/officeDocument/2006/relationships/slide" Target="slide1.xml"/><Relationship Id="rId1" Type="http://schemas.openxmlformats.org/officeDocument/2006/relationships/image" Target="../media/image6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7" Type="http://schemas.openxmlformats.org/officeDocument/2006/relationships/image" Target="../media/image60.png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Relationship Id="rId3" Type="http://schemas.openxmlformats.org/officeDocument/2006/relationships/image" Target="../media/image4.png"/><Relationship Id="rId2" Type="http://schemas.openxmlformats.org/officeDocument/2006/relationships/slide" Target="slide1.xml"/><Relationship Id="rId1" Type="http://schemas.openxmlformats.org/officeDocument/2006/relationships/image" Target="../media/image3.png"/></Relationships>
</file>

<file path=ppt/slides/_rels/slide3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6.bin"/><Relationship Id="rId8" Type="http://schemas.openxmlformats.org/officeDocument/2006/relationships/image" Target="../media/image63.wmf"/><Relationship Id="rId7" Type="http://schemas.openxmlformats.org/officeDocument/2006/relationships/oleObject" Target="../embeddings/oleObject25.bin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4.png"/><Relationship Id="rId3" Type="http://schemas.openxmlformats.org/officeDocument/2006/relationships/slide" Target="slide1.xml"/><Relationship Id="rId2" Type="http://schemas.openxmlformats.org/officeDocument/2006/relationships/image" Target="../media/image6.png"/><Relationship Id="rId14" Type="http://schemas.openxmlformats.org/officeDocument/2006/relationships/vmlDrawing" Target="../drawings/vmlDrawing9.vml"/><Relationship Id="rId13" Type="http://schemas.openxmlformats.org/officeDocument/2006/relationships/slideLayout" Target="../slideLayouts/slideLayout222.xml"/><Relationship Id="rId12" Type="http://schemas.openxmlformats.org/officeDocument/2006/relationships/image" Target="../media/image65.wmf"/><Relationship Id="rId11" Type="http://schemas.openxmlformats.org/officeDocument/2006/relationships/oleObject" Target="../embeddings/oleObject27.bin"/><Relationship Id="rId10" Type="http://schemas.openxmlformats.org/officeDocument/2006/relationships/image" Target="../media/image64.wmf"/><Relationship Id="rId1" Type="http://schemas.openxmlformats.org/officeDocument/2006/relationships/image" Target="../media/image3.png"/></Relationships>
</file>

<file path=ppt/slides/_rels/slide3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33.xml"/><Relationship Id="rId4" Type="http://schemas.openxmlformats.org/officeDocument/2006/relationships/image" Target="../media/image4.png"/><Relationship Id="rId3" Type="http://schemas.openxmlformats.org/officeDocument/2006/relationships/slide" Target="slide1.xml"/><Relationship Id="rId2" Type="http://schemas.openxmlformats.org/officeDocument/2006/relationships/image" Target="../media/image6.png"/><Relationship Id="rId1" Type="http://schemas.openxmlformats.org/officeDocument/2006/relationships/image" Target="../media/image3.png"/></Relationships>
</file>

<file path=ppt/slides/_rels/slide3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0.bin"/><Relationship Id="rId8" Type="http://schemas.openxmlformats.org/officeDocument/2006/relationships/image" Target="../media/image67.wmf"/><Relationship Id="rId7" Type="http://schemas.openxmlformats.org/officeDocument/2006/relationships/oleObject" Target="../embeddings/oleObject29.bin"/><Relationship Id="rId6" Type="http://schemas.openxmlformats.org/officeDocument/2006/relationships/image" Target="../media/image66.wmf"/><Relationship Id="rId5" Type="http://schemas.openxmlformats.org/officeDocument/2006/relationships/oleObject" Target="../embeddings/oleObject28.bin"/><Relationship Id="rId4" Type="http://schemas.openxmlformats.org/officeDocument/2006/relationships/image" Target="../media/image4.png"/><Relationship Id="rId3" Type="http://schemas.openxmlformats.org/officeDocument/2006/relationships/slide" Target="slide1.xml"/><Relationship Id="rId20" Type="http://schemas.openxmlformats.org/officeDocument/2006/relationships/vmlDrawing" Target="../drawings/vmlDrawing10.vml"/><Relationship Id="rId2" Type="http://schemas.openxmlformats.org/officeDocument/2006/relationships/image" Target="../media/image6.png"/><Relationship Id="rId19" Type="http://schemas.openxmlformats.org/officeDocument/2006/relationships/slideLayout" Target="../slideLayouts/slideLayout255.xml"/><Relationship Id="rId18" Type="http://schemas.openxmlformats.org/officeDocument/2006/relationships/image" Target="../media/image72.wmf"/><Relationship Id="rId17" Type="http://schemas.openxmlformats.org/officeDocument/2006/relationships/oleObject" Target="../embeddings/oleObject33.bin"/><Relationship Id="rId16" Type="http://schemas.openxmlformats.org/officeDocument/2006/relationships/image" Target="../media/image71.png"/><Relationship Id="rId15" Type="http://schemas.openxmlformats.org/officeDocument/2006/relationships/slide" Target="slide45.xml"/><Relationship Id="rId14" Type="http://schemas.openxmlformats.org/officeDocument/2006/relationships/image" Target="../media/image70.wmf"/><Relationship Id="rId13" Type="http://schemas.openxmlformats.org/officeDocument/2006/relationships/oleObject" Target="../embeddings/oleObject32.bin"/><Relationship Id="rId12" Type="http://schemas.openxmlformats.org/officeDocument/2006/relationships/image" Target="../media/image69.wmf"/><Relationship Id="rId11" Type="http://schemas.openxmlformats.org/officeDocument/2006/relationships/oleObject" Target="../embeddings/oleObject31.bin"/><Relationship Id="rId10" Type="http://schemas.openxmlformats.org/officeDocument/2006/relationships/image" Target="../media/image68.wmf"/><Relationship Id="rId1" Type="http://schemas.openxmlformats.org/officeDocument/2006/relationships/image" Target="../media/image3.png"/></Relationships>
</file>

<file path=ppt/slides/_rels/slide3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8.bin"/><Relationship Id="rId8" Type="http://schemas.openxmlformats.org/officeDocument/2006/relationships/image" Target="../media/image76.wmf"/><Relationship Id="rId7" Type="http://schemas.openxmlformats.org/officeDocument/2006/relationships/oleObject" Target="../embeddings/oleObject37.bin"/><Relationship Id="rId6" Type="http://schemas.openxmlformats.org/officeDocument/2006/relationships/image" Target="../media/image75.wmf"/><Relationship Id="rId5" Type="http://schemas.openxmlformats.org/officeDocument/2006/relationships/oleObject" Target="../embeddings/oleObject36.bin"/><Relationship Id="rId4" Type="http://schemas.openxmlformats.org/officeDocument/2006/relationships/image" Target="../media/image74.wmf"/><Relationship Id="rId3" Type="http://schemas.openxmlformats.org/officeDocument/2006/relationships/oleObject" Target="../embeddings/oleObject35.bin"/><Relationship Id="rId2" Type="http://schemas.openxmlformats.org/officeDocument/2006/relationships/image" Target="../media/image73.wmf"/><Relationship Id="rId14" Type="http://schemas.openxmlformats.org/officeDocument/2006/relationships/notesSlide" Target="../notesSlides/notesSlide10.xml"/><Relationship Id="rId13" Type="http://schemas.openxmlformats.org/officeDocument/2006/relationships/vmlDrawing" Target="../drawings/vmlDrawing11.vml"/><Relationship Id="rId12" Type="http://schemas.openxmlformats.org/officeDocument/2006/relationships/slideLayout" Target="../slideLayouts/slideLayout260.xml"/><Relationship Id="rId11" Type="http://schemas.openxmlformats.org/officeDocument/2006/relationships/audio" Target="../media/audio1.wav"/><Relationship Id="rId10" Type="http://schemas.openxmlformats.org/officeDocument/2006/relationships/image" Target="../media/image77.wmf"/><Relationship Id="rId1" Type="http://schemas.openxmlformats.org/officeDocument/2006/relationships/oleObject" Target="../embeddings/oleObject34.bin"/></Relationships>
</file>

<file path=ppt/slides/_rels/slide4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44.xml"/><Relationship Id="rId4" Type="http://schemas.openxmlformats.org/officeDocument/2006/relationships/image" Target="../media/image4.png"/><Relationship Id="rId3" Type="http://schemas.openxmlformats.org/officeDocument/2006/relationships/slide" Target="slide1.xml"/><Relationship Id="rId2" Type="http://schemas.openxmlformats.org/officeDocument/2006/relationships/image" Target="../media/image6.png"/><Relationship Id="rId1" Type="http://schemas.openxmlformats.org/officeDocument/2006/relationships/image" Target="../media/image3.png"/></Relationships>
</file>

<file path=ppt/slides/_rels/slide41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2.vml"/><Relationship Id="rId4" Type="http://schemas.openxmlformats.org/officeDocument/2006/relationships/slideLayout" Target="../slideLayouts/slideLayout249.xml"/><Relationship Id="rId3" Type="http://schemas.openxmlformats.org/officeDocument/2006/relationships/audio" Target="../media/audio1.wav"/><Relationship Id="rId2" Type="http://schemas.openxmlformats.org/officeDocument/2006/relationships/image" Target="../media/image78.wmf"/><Relationship Id="rId1" Type="http://schemas.openxmlformats.org/officeDocument/2006/relationships/oleObject" Target="../embeddings/oleObject39.bin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49.xml"/><Relationship Id="rId1" Type="http://schemas.openxmlformats.org/officeDocument/2006/relationships/audio" Target="../media/audio1.wav"/></Relationships>
</file>

<file path=ppt/slides/_rels/slide4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49.xml"/><Relationship Id="rId6" Type="http://schemas.openxmlformats.org/officeDocument/2006/relationships/image" Target="../media/image84.png"/><Relationship Id="rId5" Type="http://schemas.openxmlformats.org/officeDocument/2006/relationships/image" Target="../media/image83.png"/><Relationship Id="rId4" Type="http://schemas.openxmlformats.org/officeDocument/2006/relationships/image" Target="../media/image82.png"/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image" Target="../media/image79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49.xml"/></Relationships>
</file>

<file path=ppt/slides/_rels/slide45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3.vml"/><Relationship Id="rId3" Type="http://schemas.openxmlformats.org/officeDocument/2006/relationships/slideLayout" Target="../slideLayouts/slideLayout249.xml"/><Relationship Id="rId2" Type="http://schemas.openxmlformats.org/officeDocument/2006/relationships/image" Target="../media/image85.wmf"/><Relationship Id="rId1" Type="http://schemas.openxmlformats.org/officeDocument/2006/relationships/oleObject" Target="../embeddings/oleObject40.bin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9.xml"/></Relationships>
</file>

<file path=ppt/slides/_rels/slide47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4.vml"/><Relationship Id="rId4" Type="http://schemas.openxmlformats.org/officeDocument/2006/relationships/slideLayout" Target="../slideLayouts/slideLayout249.xml"/><Relationship Id="rId3" Type="http://schemas.openxmlformats.org/officeDocument/2006/relationships/audio" Target="../media/audio1.wav"/><Relationship Id="rId2" Type="http://schemas.openxmlformats.org/officeDocument/2006/relationships/image" Target="../media/image86.wmf"/><Relationship Id="rId1" Type="http://schemas.openxmlformats.org/officeDocument/2006/relationships/oleObject" Target="../embeddings/oleObject41.bin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7.xml"/><Relationship Id="rId2" Type="http://schemas.openxmlformats.org/officeDocument/2006/relationships/image" Target="../media/image4.png"/><Relationship Id="rId1" Type="http://schemas.openxmlformats.org/officeDocument/2006/relationships/slide" Target="slide1.xml"/></Relationships>
</file>

<file path=ppt/slides/_rels/slide49.xml.rels><?xml version="1.0" encoding="UTF-8" standalone="yes"?>
<Relationships xmlns="http://schemas.openxmlformats.org/package/2006/relationships"><Relationship Id="rId9" Type="http://schemas.openxmlformats.org/officeDocument/2006/relationships/image" Target="../media/image90.emf"/><Relationship Id="rId8" Type="http://schemas.openxmlformats.org/officeDocument/2006/relationships/image" Target="../media/image89.emf"/><Relationship Id="rId7" Type="http://schemas.openxmlformats.org/officeDocument/2006/relationships/image" Target="../media/image88.png"/><Relationship Id="rId6" Type="http://schemas.openxmlformats.org/officeDocument/2006/relationships/image" Target="../media/image87.png"/><Relationship Id="rId5" Type="http://schemas.openxmlformats.org/officeDocument/2006/relationships/slide" Target="slide10.xml"/><Relationship Id="rId4" Type="http://schemas.openxmlformats.org/officeDocument/2006/relationships/image" Target="../media/image4.png"/><Relationship Id="rId3" Type="http://schemas.openxmlformats.org/officeDocument/2006/relationships/slide" Target="slide1.xml"/><Relationship Id="rId2" Type="http://schemas.openxmlformats.org/officeDocument/2006/relationships/image" Target="../media/image6.png"/><Relationship Id="rId10" Type="http://schemas.openxmlformats.org/officeDocument/2006/relationships/slideLayout" Target="../slideLayouts/slideLayout167.xml"/><Relationship Id="rId1" Type="http://schemas.openxmlformats.org/officeDocument/2006/relationships/image" Target="../media/image3.png"/></Relationships>
</file>

<file path=ppt/slides/_rels/slide5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78.xml"/><Relationship Id="rId5" Type="http://schemas.openxmlformats.org/officeDocument/2006/relationships/slide" Target="slide29.xml"/><Relationship Id="rId4" Type="http://schemas.openxmlformats.org/officeDocument/2006/relationships/image" Target="../media/image4.png"/><Relationship Id="rId3" Type="http://schemas.openxmlformats.org/officeDocument/2006/relationships/slide" Target="slide1.xml"/><Relationship Id="rId2" Type="http://schemas.openxmlformats.org/officeDocument/2006/relationships/image" Target="../media/image6.png"/><Relationship Id="rId1" Type="http://schemas.openxmlformats.org/officeDocument/2006/relationships/image" Target="../media/image3.png"/></Relationships>
</file>

<file path=ppt/slides/_rels/slide5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2.xml"/><Relationship Id="rId6" Type="http://schemas.openxmlformats.org/officeDocument/2006/relationships/slideLayout" Target="../slideLayouts/slideLayout189.xml"/><Relationship Id="rId5" Type="http://schemas.openxmlformats.org/officeDocument/2006/relationships/slide" Target="slide30.xml"/><Relationship Id="rId4" Type="http://schemas.openxmlformats.org/officeDocument/2006/relationships/image" Target="../media/image4.png"/><Relationship Id="rId3" Type="http://schemas.openxmlformats.org/officeDocument/2006/relationships/slide" Target="slide1.xml"/><Relationship Id="rId2" Type="http://schemas.openxmlformats.org/officeDocument/2006/relationships/image" Target="../media/image6.png"/><Relationship Id="rId1" Type="http://schemas.openxmlformats.org/officeDocument/2006/relationships/image" Target="../media/image3.png"/></Relationships>
</file>

<file path=ppt/slides/_rels/slide5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189.xml"/><Relationship Id="rId3" Type="http://schemas.openxmlformats.org/officeDocument/2006/relationships/image" Target="../media/image92.png"/><Relationship Id="rId2" Type="http://schemas.openxmlformats.org/officeDocument/2006/relationships/image" Target="../media/image91.png"/><Relationship Id="rId1" Type="http://schemas.openxmlformats.org/officeDocument/2006/relationships/slide" Target="slide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1" name="Rectangle 26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1475995" y="1989115"/>
            <a:ext cx="6529388" cy="53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 sz="3200" dirty="0" smtClean="0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第</a:t>
            </a:r>
            <a:r>
              <a:rPr lang="en-US" altLang="zh-CN" sz="3200" dirty="0" smtClean="0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3.6</a:t>
            </a:r>
            <a:r>
              <a:rPr lang="zh-CN" altLang="en-US" sz="3200" dirty="0" smtClean="0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章（二）  滑动轴承</a:t>
            </a:r>
            <a:endParaRPr lang="zh-CN" altLang="en-US" sz="3200" dirty="0" smtClean="0">
              <a:solidFill>
                <a:srgbClr val="A5002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4828" name="直接连接符 6"/>
          <p:cNvSpPr>
            <a:spLocks noChangeShapeType="1"/>
          </p:cNvSpPr>
          <p:nvPr/>
        </p:nvSpPr>
        <p:spPr bwMode="auto">
          <a:xfrm>
            <a:off x="0" y="2925065"/>
            <a:ext cx="9144000" cy="0"/>
          </a:xfrm>
          <a:prstGeom prst="line">
            <a:avLst/>
          </a:prstGeom>
          <a:noFill/>
          <a:ln w="28575">
            <a:solidFill>
              <a:srgbClr val="C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0" name="组合 1"/>
          <p:cNvGrpSpPr/>
          <p:nvPr/>
        </p:nvGrpSpPr>
        <p:grpSpPr>
          <a:xfrm>
            <a:off x="6127234" y="5901049"/>
            <a:ext cx="2630487" cy="827087"/>
            <a:chOff x="10088" y="9497"/>
            <a:chExt cx="4141" cy="1302"/>
          </a:xfrm>
        </p:grpSpPr>
        <p:sp>
          <p:nvSpPr>
            <p:cNvPr id="11" name="文本框 1073742869"/>
            <p:cNvSpPr txBox="1">
              <a:spLocks noChangeAspect="1"/>
            </p:cNvSpPr>
            <p:nvPr/>
          </p:nvSpPr>
          <p:spPr>
            <a:xfrm>
              <a:off x="11247" y="9745"/>
              <a:ext cx="2983" cy="47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/>
            <a:lstStyle/>
            <a:p>
              <a:pPr algn="ctr">
                <a:buNone/>
              </a:pPr>
              <a:r>
                <a:rPr lang="zh-CN" altLang="en-US" sz="1200" dirty="0">
                  <a:latin typeface="Times New Roman" panose="02020603050405020304" pitchFamily="18" charset="0"/>
                </a:rPr>
                <a:t>China University of Mining &amp; Technology-Beijing</a:t>
              </a:r>
              <a:endParaRPr lang="zh-CN" altLang="en-US" sz="1200" dirty="0">
                <a:latin typeface="Times New Roman" panose="02020603050405020304" pitchFamily="18" charset="0"/>
              </a:endParaRPr>
            </a:p>
            <a:p>
              <a:endParaRPr lang="zh-CN" altLang="en-US" sz="1200" dirty="0">
                <a:latin typeface="Times New Roman" panose="02020603050405020304" pitchFamily="18" charset="0"/>
              </a:endParaRPr>
            </a:p>
          </p:txBody>
        </p:sp>
        <p:pic>
          <p:nvPicPr>
            <p:cNvPr id="12" name="图片 1073742872" descr="44303071dc0a1f9688d599dbc999570副本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088" y="9497"/>
              <a:ext cx="1435" cy="1303"/>
            </a:xfrm>
            <a:prstGeom prst="rect">
              <a:avLst/>
            </a:prstGeom>
            <a:noFill/>
            <a:ln w="9525">
              <a:noFill/>
            </a:ln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 advClick="0"/>
    </mc:Choice>
    <mc:Fallback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2"/>
          <p:cNvSpPr>
            <a:spLocks noChangeArrowheads="1"/>
          </p:cNvSpPr>
          <p:nvPr/>
        </p:nvSpPr>
        <p:spPr bwMode="auto">
          <a:xfrm>
            <a:off x="1691800" y="2208450"/>
            <a:ext cx="4760912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zh-CN" sz="2400" dirty="0" smtClean="0">
                <a:solidFill>
                  <a:srgbClr val="000099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3.6-9 </a:t>
            </a:r>
            <a:r>
              <a:rPr lang="zh-CN" altLang="en-US" sz="2400" u="sng" dirty="0">
                <a:solidFill>
                  <a:srgbClr val="000099"/>
                </a:solidFill>
                <a:latin typeface="Times New Roman" panose="02020603050405020304" pitchFamily="18" charset="0"/>
                <a:ea typeface="黑体" panose="02010609060101010101" pitchFamily="49" charset="-122"/>
                <a:hlinkClick r:id="rId1" tooltip="材料的疲劳特性" action="ppaction://hlinksldjump"/>
              </a:rPr>
              <a:t>滑动轴承的结构与材料</a:t>
            </a:r>
            <a:endParaRPr lang="zh-CN" altLang="en-US" sz="2400" u="sng" dirty="0">
              <a:solidFill>
                <a:srgbClr val="000099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34820" name="Rectangle 24"/>
          <p:cNvSpPr>
            <a:spLocks noChangeArrowheads="1"/>
          </p:cNvSpPr>
          <p:nvPr/>
        </p:nvSpPr>
        <p:spPr bwMode="auto">
          <a:xfrm>
            <a:off x="1691800" y="1541700"/>
            <a:ext cx="4551680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zh-CN" sz="2400" dirty="0" smtClean="0">
                <a:solidFill>
                  <a:srgbClr val="000099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3.6-8 </a:t>
            </a:r>
            <a:r>
              <a:rPr lang="zh-CN" altLang="en-US" sz="2400" dirty="0">
                <a:solidFill>
                  <a:srgbClr val="000099"/>
                </a:solidFill>
                <a:latin typeface="Times New Roman" panose="02020603050405020304" pitchFamily="18" charset="0"/>
                <a:ea typeface="黑体" panose="02010609060101010101" pitchFamily="49" charset="-122"/>
                <a:hlinkClick r:id="rId2" tooltip="机械零件的抗断裂强度" action="ppaction://hlinksldjump"/>
              </a:rPr>
              <a:t>滑动轴承的类型特点和应用</a:t>
            </a:r>
            <a:endParaRPr lang="zh-CN" altLang="en-US" sz="2400" dirty="0">
              <a:solidFill>
                <a:srgbClr val="000099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34821" name="Rectangle 26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1691895" y="477180"/>
            <a:ext cx="6529388" cy="53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 sz="3000" dirty="0" smtClean="0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第</a:t>
            </a:r>
            <a:r>
              <a:rPr lang="en-US" altLang="zh-CN" sz="3000" dirty="0" smtClean="0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3.6</a:t>
            </a:r>
            <a:r>
              <a:rPr lang="zh-CN" altLang="en-US" sz="3000" dirty="0" smtClean="0">
                <a:solidFill>
                  <a:srgbClr val="A500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章（二）    滑动轴承</a:t>
            </a:r>
            <a:endParaRPr lang="zh-CN" altLang="en-US" sz="3000" dirty="0" smtClean="0">
              <a:solidFill>
                <a:srgbClr val="A5002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4822" name="Rectangle 25"/>
          <p:cNvSpPr>
            <a:spLocks noChangeArrowheads="1"/>
          </p:cNvSpPr>
          <p:nvPr/>
        </p:nvSpPr>
        <p:spPr bwMode="auto">
          <a:xfrm>
            <a:off x="1691800" y="3133010"/>
            <a:ext cx="5618480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zh-CN" sz="2400" dirty="0" smtClean="0">
                <a:solidFill>
                  <a:srgbClr val="000099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3.6-10 </a:t>
            </a:r>
            <a:r>
              <a:rPr lang="zh-CN" altLang="en-US" sz="2400" dirty="0">
                <a:solidFill>
                  <a:srgbClr val="000099"/>
                </a:solidFill>
                <a:latin typeface="Times New Roman" panose="02020603050405020304" pitchFamily="18" charset="0"/>
                <a:ea typeface="黑体" panose="02010609060101010101" pitchFamily="49" charset="-122"/>
                <a:hlinkClick r:id="rId3" tooltip="机械零件的接触疲劳强度" action="ppaction://hlinksldjump"/>
              </a:rPr>
              <a:t>滑动轴承润滑剂与润滑方法的选用</a:t>
            </a:r>
            <a:endParaRPr lang="zh-CN" altLang="en-US" sz="2400" dirty="0">
              <a:solidFill>
                <a:srgbClr val="000099"/>
              </a:solidFill>
              <a:latin typeface="Times New Roman" panose="02020603050405020304" pitchFamily="18" charset="0"/>
              <a:ea typeface="黑体" panose="02010609060101010101" pitchFamily="49" charset="-122"/>
              <a:hlinkClick r:id="rId3" tooltip="机械零件的接触疲劳强度" action="ppaction://hlinksldjump"/>
            </a:endParaRPr>
          </a:p>
        </p:txBody>
      </p:sp>
      <p:sp>
        <p:nvSpPr>
          <p:cNvPr id="34823" name="Rectangle 25"/>
          <p:cNvSpPr>
            <a:spLocks noChangeArrowheads="1"/>
          </p:cNvSpPr>
          <p:nvPr/>
        </p:nvSpPr>
        <p:spPr bwMode="auto">
          <a:xfrm>
            <a:off x="1764190" y="3964543"/>
            <a:ext cx="4083050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zh-CN" sz="2400" dirty="0" smtClean="0">
                <a:solidFill>
                  <a:srgbClr val="000099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3.6-11 </a:t>
            </a:r>
            <a:r>
              <a:rPr lang="zh-CN" altLang="en-US" sz="2400" dirty="0">
                <a:solidFill>
                  <a:srgbClr val="000099"/>
                </a:solidFill>
                <a:latin typeface="Times New Roman" panose="02020603050405020304" pitchFamily="18" charset="0"/>
                <a:ea typeface="黑体" panose="02010609060101010101" pitchFamily="49" charset="-122"/>
                <a:hlinkClick r:id="rId4" tooltip="机械零件的接触疲劳强度" action="ppaction://hlinksldjump"/>
              </a:rPr>
              <a:t>滑动轴承的条件性计算</a:t>
            </a:r>
            <a:endParaRPr lang="zh-CN" altLang="en-US" sz="2400" dirty="0">
              <a:solidFill>
                <a:srgbClr val="000099"/>
              </a:solidFill>
              <a:latin typeface="Times New Roman" panose="02020603050405020304" pitchFamily="18" charset="0"/>
              <a:ea typeface="黑体" panose="02010609060101010101" pitchFamily="49" charset="-122"/>
              <a:hlinkClick r:id="rId4" tooltip="机械零件的接触疲劳强度" action="ppaction://hlinksldjump"/>
            </a:endParaRPr>
          </a:p>
        </p:txBody>
      </p:sp>
      <p:sp>
        <p:nvSpPr>
          <p:cNvPr id="34824" name="Rectangle 25"/>
          <p:cNvSpPr>
            <a:spLocks noChangeArrowheads="1"/>
          </p:cNvSpPr>
          <p:nvPr/>
        </p:nvSpPr>
        <p:spPr bwMode="auto">
          <a:xfrm>
            <a:off x="1691800" y="4652565"/>
            <a:ext cx="5085080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zh-CN" sz="2400" dirty="0" smtClean="0">
                <a:solidFill>
                  <a:srgbClr val="000099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3.6-12  </a:t>
            </a:r>
            <a:r>
              <a:rPr lang="zh-CN" altLang="en-US" sz="2400" dirty="0">
                <a:solidFill>
                  <a:srgbClr val="000099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流体润滑滑动轴承的润滑机理</a:t>
            </a:r>
            <a:endParaRPr lang="zh-CN" altLang="en-US" sz="2400" dirty="0">
              <a:solidFill>
                <a:srgbClr val="000099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34828" name="直接连接符 6"/>
          <p:cNvSpPr>
            <a:spLocks noChangeShapeType="1"/>
          </p:cNvSpPr>
          <p:nvPr/>
        </p:nvSpPr>
        <p:spPr bwMode="auto">
          <a:xfrm>
            <a:off x="0" y="1124840"/>
            <a:ext cx="9144000" cy="0"/>
          </a:xfrm>
          <a:prstGeom prst="line">
            <a:avLst/>
          </a:prstGeom>
          <a:noFill/>
          <a:ln w="28575">
            <a:solidFill>
              <a:srgbClr val="C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0" name="组合 1"/>
          <p:cNvGrpSpPr/>
          <p:nvPr/>
        </p:nvGrpSpPr>
        <p:grpSpPr>
          <a:xfrm>
            <a:off x="6127234" y="5901049"/>
            <a:ext cx="2630487" cy="827087"/>
            <a:chOff x="10088" y="9497"/>
            <a:chExt cx="4141" cy="1302"/>
          </a:xfrm>
        </p:grpSpPr>
        <p:sp>
          <p:nvSpPr>
            <p:cNvPr id="11" name="文本框 1073742869"/>
            <p:cNvSpPr txBox="1">
              <a:spLocks noChangeAspect="1"/>
            </p:cNvSpPr>
            <p:nvPr/>
          </p:nvSpPr>
          <p:spPr>
            <a:xfrm>
              <a:off x="11247" y="9745"/>
              <a:ext cx="2983" cy="47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/>
            <a:lstStyle/>
            <a:p>
              <a:pPr algn="ctr">
                <a:buNone/>
              </a:pPr>
              <a:r>
                <a:rPr lang="zh-CN" altLang="en-US" sz="1200" dirty="0">
                  <a:latin typeface="Times New Roman" panose="02020603050405020304" pitchFamily="18" charset="0"/>
                </a:rPr>
                <a:t>China University of Mining &amp; Technology-Beijing</a:t>
              </a:r>
              <a:endParaRPr lang="zh-CN" altLang="en-US" sz="1200" dirty="0">
                <a:latin typeface="Times New Roman" panose="02020603050405020304" pitchFamily="18" charset="0"/>
              </a:endParaRPr>
            </a:p>
            <a:p>
              <a:endParaRPr lang="zh-CN" altLang="en-US" sz="1200" dirty="0">
                <a:latin typeface="Times New Roman" panose="02020603050405020304" pitchFamily="18" charset="0"/>
              </a:endParaRPr>
            </a:p>
          </p:txBody>
        </p:sp>
        <p:pic>
          <p:nvPicPr>
            <p:cNvPr id="12" name="图片 1073742872" descr="44303071dc0a1f9688d599dbc999570副本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088" y="9497"/>
              <a:ext cx="1435" cy="1303"/>
            </a:xfrm>
            <a:prstGeom prst="rect">
              <a:avLst/>
            </a:prstGeom>
            <a:noFill/>
            <a:ln w="9525">
              <a:noFill/>
            </a:ln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 advClick="0"/>
    </mc:Choice>
    <mc:Fallback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286125" y="127000"/>
            <a:ext cx="5781675" cy="490538"/>
          </a:xfr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eaLnBrk="1" hangingPunct="1">
              <a:defRPr/>
            </a:pPr>
            <a:r>
              <a:rPr kumimoji="1" lang="en-US" altLang="zh-CN" sz="3000" kern="1200" dirty="0" smtClean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3.6-8 </a:t>
            </a:r>
            <a:r>
              <a:rPr kumimoji="1" lang="zh-CN" altLang="en-US" sz="3000" kern="1200" dirty="0" smtClean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滑动轴承类型特点和应用</a:t>
            </a:r>
            <a:endParaRPr kumimoji="1" lang="zh-CN" altLang="en-US" sz="3000" kern="1200" dirty="0" smtClean="0">
              <a:solidFill>
                <a:srgbClr val="CC3300"/>
              </a:solidFill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pic>
        <p:nvPicPr>
          <p:cNvPr id="35843" name="Picture 75" descr="NEXT1">
            <a:hlinkClick r:id="" action="ppaction://hlinkshowjump?jump=nextslide"/>
          </p:cNvPr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42363" y="6523038"/>
            <a:ext cx="287337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4" name="Picture 73" descr="rewind1">
            <a:hlinkClick r:id="rId2" action="ppaction://hlinksldjump"/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3575" y="6523038"/>
            <a:ext cx="287338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2468" name="矩形 57356"/>
          <p:cNvSpPr>
            <a:spLocks noChangeArrowheads="1"/>
          </p:cNvSpPr>
          <p:nvPr/>
        </p:nvSpPr>
        <p:spPr bwMode="auto">
          <a:xfrm>
            <a:off x="539720" y="1844890"/>
            <a:ext cx="8103650" cy="3436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indent="4572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dirty="0">
                <a:solidFill>
                  <a:srgbClr val="0000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根据轴承中摩擦性质的不同，可把轴承分为</a:t>
            </a:r>
            <a:r>
              <a:rPr lang="zh-CN" altLang="en-US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滑动摩擦轴承（简称滑动轴承）</a:t>
            </a:r>
            <a:r>
              <a:rPr lang="zh-CN" altLang="en-US" dirty="0">
                <a:solidFill>
                  <a:srgbClr val="0000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和</a:t>
            </a:r>
            <a:r>
              <a:rPr lang="zh-CN" altLang="en-US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滚动摩擦轴承（简称滚动轴承）</a:t>
            </a:r>
            <a:r>
              <a:rPr lang="zh-CN" altLang="en-US" dirty="0">
                <a:solidFill>
                  <a:srgbClr val="0000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两大类</a:t>
            </a:r>
            <a:r>
              <a:rPr lang="zh-CN" altLang="en-US" dirty="0" smtClean="0">
                <a:solidFill>
                  <a:srgbClr val="0000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en-US" altLang="zh-CN" dirty="0" smtClean="0">
              <a:solidFill>
                <a:srgbClr val="000099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dirty="0" smtClean="0">
                <a:solidFill>
                  <a:srgbClr val="0000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滚动轴承具有摩擦系数小，起动阻力小,已标准化，系列化等优点，且选用、润滑、维护都很方便，在一般机器中广泛应用。</a:t>
            </a:r>
            <a:endParaRPr lang="en-US" altLang="zh-CN" dirty="0" smtClean="0">
              <a:solidFill>
                <a:srgbClr val="000099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dirty="0" smtClean="0">
                <a:solidFill>
                  <a:srgbClr val="0000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当工作转速特高、特大冲击与振动、径向尺寸受限，以及需在水或腐蚀性介质中工作的场合，选用滑动轴承。</a:t>
            </a:r>
            <a:endParaRPr lang="zh-CN" altLang="en-US" dirty="0" smtClean="0">
              <a:solidFill>
                <a:srgbClr val="000099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5851" name="直接连接符 6"/>
          <p:cNvSpPr>
            <a:spLocks noChangeShapeType="1"/>
          </p:cNvSpPr>
          <p:nvPr/>
        </p:nvSpPr>
        <p:spPr bwMode="auto">
          <a:xfrm>
            <a:off x="0" y="765175"/>
            <a:ext cx="9144000" cy="0"/>
          </a:xfrm>
          <a:prstGeom prst="line">
            <a:avLst/>
          </a:prstGeom>
          <a:noFill/>
          <a:ln w="28575">
            <a:solidFill>
              <a:srgbClr val="C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1015161" y="1196845"/>
            <a:ext cx="2723823" cy="53245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indent="0" algn="just" eaLnBrk="1" hangingPunct="1">
              <a:lnSpc>
                <a:spcPct val="130000"/>
              </a:lnSpc>
              <a:buFontTx/>
              <a:buNone/>
            </a:pPr>
            <a:r>
              <a:rPr lang="zh-CN" altLang="zh-CN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作用</a:t>
            </a:r>
            <a:r>
              <a:rPr lang="zh-CN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：支承、回转；</a:t>
            </a:r>
            <a:endParaRPr lang="zh-CN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Rectangle 3123"/>
          <p:cNvSpPr>
            <a:spLocks noChangeArrowheads="1"/>
          </p:cNvSpPr>
          <p:nvPr/>
        </p:nvSpPr>
        <p:spPr bwMode="auto">
          <a:xfrm>
            <a:off x="899745" y="5805165"/>
            <a:ext cx="2702472" cy="430779"/>
          </a:xfrm>
          <a:prstGeom prst="rect">
            <a:avLst/>
          </a:prstGeom>
          <a:solidFill>
            <a:schemeClr val="accent1"/>
          </a:solidFill>
          <a:ln w="3175" cmpd="sng">
            <a:solidFill>
              <a:srgbClr val="00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12700" tIns="12700" rIns="12700" bIns="12700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滑动轴承：无滚动体</a:t>
            </a:r>
            <a:endParaRPr lang="zh-CN" altLang="en-US" sz="22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Rectangle 3136"/>
          <p:cNvSpPr>
            <a:spLocks noChangeArrowheads="1"/>
          </p:cNvSpPr>
          <p:nvPr/>
        </p:nvSpPr>
        <p:spPr bwMode="auto">
          <a:xfrm>
            <a:off x="899745" y="5229125"/>
            <a:ext cx="4608320" cy="368300"/>
          </a:xfrm>
          <a:prstGeom prst="rect">
            <a:avLst/>
          </a:prstGeom>
          <a:solidFill>
            <a:srgbClr val="00FFFF"/>
          </a:solidFill>
          <a:ln w="3175" cmpd="sng">
            <a:solidFill>
              <a:srgbClr val="00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12700" tIns="12700" rIns="12700" bIns="12700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滚动轴承：有滚动体，径向尺寸大</a:t>
            </a:r>
            <a:endParaRPr lang="zh-CN" altLang="en-US" sz="22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2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24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24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24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468" grpId="0"/>
      <p:bldP spid="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286125" y="127000"/>
            <a:ext cx="5781675" cy="490538"/>
          </a:xfr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eaLnBrk="1" hangingPunct="1">
              <a:defRPr/>
            </a:pPr>
            <a:r>
              <a:rPr kumimoji="1" lang="en-US" altLang="zh-CN" sz="3000" kern="1200" dirty="0" smtClean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3.6-8</a:t>
            </a:r>
            <a:r>
              <a:rPr kumimoji="1" lang="zh-CN" altLang="en-US" sz="3000" kern="1200" dirty="0" smtClean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滑动轴承类型特点和应用</a:t>
            </a:r>
            <a:endParaRPr kumimoji="1" lang="zh-CN" altLang="en-US" sz="3000" kern="1200" dirty="0" smtClean="0">
              <a:solidFill>
                <a:srgbClr val="CC3300"/>
              </a:solidFill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48133" name="文本框 57355"/>
          <p:cNvSpPr txBox="1">
            <a:spLocks noChangeArrowheads="1"/>
          </p:cNvSpPr>
          <p:nvPr/>
        </p:nvSpPr>
        <p:spPr bwMode="auto">
          <a:xfrm>
            <a:off x="323705" y="980830"/>
            <a:ext cx="3394067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一、滑动轴承的类型</a:t>
            </a:r>
            <a:endParaRPr lang="zh-CN" altLang="en-US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2467" name="文本框 57355"/>
          <p:cNvSpPr txBox="1">
            <a:spLocks noChangeArrowheads="1"/>
          </p:cNvSpPr>
          <p:nvPr/>
        </p:nvSpPr>
        <p:spPr bwMode="auto">
          <a:xfrm>
            <a:off x="251700" y="1412860"/>
            <a:ext cx="3744260" cy="4446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、按承受载荷的方向分</a:t>
            </a:r>
            <a:endParaRPr lang="zh-CN" altLang="en-US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2714" name="文本框 106"/>
          <p:cNvSpPr txBox="1">
            <a:spLocks noChangeArrowheads="1"/>
          </p:cNvSpPr>
          <p:nvPr/>
        </p:nvSpPr>
        <p:spPr bwMode="auto">
          <a:xfrm>
            <a:off x="5004030" y="3429000"/>
            <a:ext cx="3860800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algn="ctr" eaLnBrk="1" hangingPunct="1"/>
            <a:r>
              <a:rPr lang="zh-CN" altLang="en-US" sz="2000" dirty="0">
                <a:solidFill>
                  <a:srgbClr val="000099"/>
                </a:solidFill>
                <a:latin typeface="华文中宋" panose="02010600040101010101" pitchFamily="2" charset="-122"/>
              </a:rPr>
              <a:t>径向滑动轴承       </a:t>
            </a:r>
            <a:r>
              <a:rPr lang="zh-CN" altLang="en-US" sz="2000" dirty="0" smtClean="0">
                <a:solidFill>
                  <a:srgbClr val="000099"/>
                </a:solidFill>
                <a:latin typeface="华文中宋" panose="02010600040101010101" pitchFamily="2" charset="-122"/>
              </a:rPr>
              <a:t>止推滑动轴承</a:t>
            </a:r>
            <a:endParaRPr lang="zh-CN" altLang="en-US" sz="2000" dirty="0">
              <a:solidFill>
                <a:srgbClr val="000099"/>
              </a:solidFill>
              <a:latin typeface="华文中宋" panose="02010600040101010101" pitchFamily="2" charset="-122"/>
            </a:endParaRPr>
          </a:p>
        </p:txBody>
      </p:sp>
      <p:pic>
        <p:nvPicPr>
          <p:cNvPr id="72715" name="Picture 11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9995" y="1196845"/>
            <a:ext cx="4556125" cy="214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851" name="直接连接符 6"/>
          <p:cNvSpPr>
            <a:spLocks noChangeShapeType="1"/>
          </p:cNvSpPr>
          <p:nvPr/>
        </p:nvSpPr>
        <p:spPr bwMode="auto">
          <a:xfrm>
            <a:off x="0" y="765175"/>
            <a:ext cx="9144000" cy="0"/>
          </a:xfrm>
          <a:prstGeom prst="line">
            <a:avLst/>
          </a:prstGeom>
          <a:noFill/>
          <a:ln w="28575">
            <a:solidFill>
              <a:srgbClr val="C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395710" y="2060905"/>
            <a:ext cx="2304160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径向滑动轴承：</a:t>
            </a:r>
            <a:endParaRPr lang="en-US" altLang="zh-CN" dirty="0" smtClean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zh-CN" altLang="en-US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止推滑动轴承</a:t>
            </a:r>
            <a:r>
              <a:rPr lang="zh-CN" altLang="en-US" dirty="0" smtClean="0">
                <a:solidFill>
                  <a:srgbClr val="000099"/>
                </a:solidFill>
                <a:latin typeface="Times New Roman" panose="02020603050405020304" pitchFamily="18" charset="0"/>
              </a:rPr>
              <a:t>：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2267840" y="2276920"/>
            <a:ext cx="2232154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000099"/>
                </a:solidFill>
                <a:latin typeface="Times New Roman" panose="02020603050405020304" pitchFamily="18" charset="0"/>
              </a:rPr>
              <a:t>主要</a:t>
            </a:r>
            <a:r>
              <a:rPr lang="zh-CN" altLang="en-US" dirty="0" smtClean="0">
                <a:solidFill>
                  <a:srgbClr val="000099"/>
                </a:solidFill>
                <a:latin typeface="Times New Roman" panose="02020603050405020304" pitchFamily="18" charset="0"/>
              </a:rPr>
              <a:t>承受径向载荷</a:t>
            </a:r>
            <a:r>
              <a:rPr lang="zh-CN" altLang="en-US" i="1" dirty="0">
                <a:solidFill>
                  <a:srgbClr val="000099"/>
                </a:solidFill>
                <a:latin typeface="Times New Roman" panose="02020603050405020304" pitchFamily="18" charset="0"/>
              </a:rPr>
              <a:t>F</a:t>
            </a:r>
            <a:r>
              <a:rPr lang="zh-CN" altLang="en-US" dirty="0">
                <a:solidFill>
                  <a:srgbClr val="000099"/>
                </a:solidFill>
                <a:latin typeface="Times New Roman" panose="02020603050405020304" pitchFamily="18" charset="0"/>
              </a:rPr>
              <a:t>。</a:t>
            </a:r>
            <a:endParaRPr lang="en-US" altLang="zh-CN" dirty="0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2267840" y="2996970"/>
            <a:ext cx="2088145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000099"/>
                </a:solidFill>
                <a:latin typeface="Times New Roman" panose="02020603050405020304" pitchFamily="18" charset="0"/>
              </a:rPr>
              <a:t>主要</a:t>
            </a:r>
            <a:r>
              <a:rPr lang="zh-CN" altLang="en-US" dirty="0" smtClean="0">
                <a:solidFill>
                  <a:srgbClr val="000099"/>
                </a:solidFill>
                <a:latin typeface="Times New Roman" panose="02020603050405020304" pitchFamily="18" charset="0"/>
              </a:rPr>
              <a:t>承受轴向载荷</a:t>
            </a:r>
            <a:r>
              <a:rPr lang="zh-CN" altLang="en-US" i="1" dirty="0">
                <a:solidFill>
                  <a:srgbClr val="000099"/>
                </a:solidFill>
                <a:latin typeface="Times New Roman" panose="02020603050405020304" pitchFamily="18" charset="0"/>
              </a:rPr>
              <a:t>F</a:t>
            </a:r>
            <a:r>
              <a:rPr lang="zh-CN" altLang="en-US" i="1" baseline="-25000" dirty="0">
                <a:solidFill>
                  <a:srgbClr val="000099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solidFill>
                  <a:srgbClr val="000099"/>
                </a:solidFill>
                <a:latin typeface="Times New Roman" panose="02020603050405020304" pitchFamily="18" charset="0"/>
              </a:rPr>
              <a:t>。</a:t>
            </a:r>
            <a:endParaRPr lang="zh-CN" altLang="en-US" dirty="0"/>
          </a:p>
        </p:txBody>
      </p:sp>
      <p:sp>
        <p:nvSpPr>
          <p:cNvPr id="15" name="文本框 57355"/>
          <p:cNvSpPr txBox="1">
            <a:spLocks noChangeArrowheads="1"/>
          </p:cNvSpPr>
          <p:nvPr/>
        </p:nvSpPr>
        <p:spPr bwMode="auto">
          <a:xfrm>
            <a:off x="251700" y="4077045"/>
            <a:ext cx="3456240" cy="4985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、按其表面间润滑状态分</a:t>
            </a:r>
            <a:endParaRPr lang="zh-CN" altLang="en-US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83895" y="4472305"/>
            <a:ext cx="3157855" cy="21228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lnSpc>
                <a:spcPct val="200000"/>
              </a:lnSpc>
            </a:pP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流体润滑</a:t>
            </a:r>
            <a:r>
              <a:rPr lang="zh-CN" altLang="en-US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轴承</a:t>
            </a:r>
            <a:endParaRPr lang="en-US" altLang="zh-CN" dirty="0" smtClean="0">
              <a:solidFill>
                <a:srgbClr val="000099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200000"/>
              </a:lnSpc>
            </a:pP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不完全流体润滑</a:t>
            </a:r>
            <a:r>
              <a:rPr lang="zh-CN" altLang="en-US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轴承</a:t>
            </a:r>
            <a:endParaRPr lang="zh-CN" altLang="en-US" dirty="0" smtClean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200000"/>
              </a:lnSpc>
            </a:pP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自润滑轴承（含油轴承）</a:t>
            </a:r>
            <a:endParaRPr lang="zh-CN" altLang="en-US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" name="左大括号 5"/>
          <p:cNvSpPr/>
          <p:nvPr/>
        </p:nvSpPr>
        <p:spPr bwMode="auto">
          <a:xfrm>
            <a:off x="395605" y="5025390"/>
            <a:ext cx="288290" cy="1299210"/>
          </a:xfrm>
          <a:prstGeom prst="leftBrace">
            <a:avLst/>
          </a:prstGeom>
          <a:noFill/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0000" tIns="46800" rIns="90000" bIns="4680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2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华文中宋" panose="02010600040101010101" pitchFamily="2" charset="-122"/>
            </a:endParaRPr>
          </a:p>
        </p:txBody>
      </p:sp>
      <p:sp>
        <p:nvSpPr>
          <p:cNvPr id="18" name="左大括号 17"/>
          <p:cNvSpPr/>
          <p:nvPr/>
        </p:nvSpPr>
        <p:spPr bwMode="auto">
          <a:xfrm>
            <a:off x="107690" y="2564940"/>
            <a:ext cx="288020" cy="720050"/>
          </a:xfrm>
          <a:prstGeom prst="leftBrace">
            <a:avLst/>
          </a:prstGeom>
          <a:noFill/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0000" tIns="46800" rIns="90000" bIns="4680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2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华文中宋" panose="02010600040101010101" pitchFamily="2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3707690" y="4472110"/>
            <a:ext cx="2441694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002060"/>
                </a:solidFill>
                <a:latin typeface="Times New Roman" panose="02020603050405020304" pitchFamily="18" charset="0"/>
              </a:rPr>
              <a:t>流体动力</a:t>
            </a:r>
            <a:r>
              <a:rPr lang="zh-CN" altLang="en-US" dirty="0" smtClean="0">
                <a:solidFill>
                  <a:srgbClr val="002060"/>
                </a:solidFill>
                <a:latin typeface="Times New Roman" panose="02020603050405020304" pitchFamily="18" charset="0"/>
              </a:rPr>
              <a:t>润滑轴承</a:t>
            </a:r>
            <a:endParaRPr lang="zh-CN" altLang="en-US" dirty="0">
              <a:solidFill>
                <a:srgbClr val="002060"/>
              </a:solidFill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3718100" y="5084980"/>
            <a:ext cx="2159566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 smtClean="0">
                <a:solidFill>
                  <a:srgbClr val="002060"/>
                </a:solidFill>
                <a:latin typeface="Times New Roman" panose="02020603050405020304" pitchFamily="18" charset="0"/>
              </a:rPr>
              <a:t>流体静润滑轴承</a:t>
            </a:r>
            <a:endParaRPr lang="zh-CN" altLang="en-US" dirty="0">
              <a:solidFill>
                <a:srgbClr val="002060"/>
              </a:solidFill>
            </a:endParaRPr>
          </a:p>
        </p:txBody>
      </p:sp>
      <p:sp>
        <p:nvSpPr>
          <p:cNvPr id="21" name="左大括号 20"/>
          <p:cNvSpPr/>
          <p:nvPr/>
        </p:nvSpPr>
        <p:spPr bwMode="auto">
          <a:xfrm>
            <a:off x="3347915" y="4576115"/>
            <a:ext cx="288020" cy="792055"/>
          </a:xfrm>
          <a:prstGeom prst="leftBrace">
            <a:avLst/>
          </a:prstGeom>
          <a:noFill/>
          <a:ln w="19050" cap="flat" cmpd="sng" algn="ctr">
            <a:solidFill>
              <a:srgbClr val="00206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0000" tIns="46800" rIns="90000" bIns="4680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2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华文中宋" panose="02010600040101010101" pitchFamily="2" charset="-122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8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2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3" grpId="0"/>
      <p:bldP spid="62467" grpId="0"/>
      <p:bldP spid="72714" grpId="0"/>
      <p:bldP spid="1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214688" y="127000"/>
            <a:ext cx="5853112" cy="490538"/>
          </a:xfr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eaLnBrk="1" hangingPunct="1">
              <a:defRPr/>
            </a:pPr>
            <a:r>
              <a:rPr kumimoji="1" lang="en-US" altLang="zh-CN" sz="3000" kern="1200" dirty="0" smtClean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3.6-8 </a:t>
            </a:r>
            <a:r>
              <a:rPr kumimoji="1" lang="zh-CN" altLang="en-US" sz="3000" kern="1200" dirty="0" smtClean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滑动轴承类型特点和应用</a:t>
            </a:r>
            <a:endParaRPr kumimoji="1" lang="zh-CN" altLang="en-US" sz="3000" kern="1200" dirty="0" smtClean="0">
              <a:solidFill>
                <a:srgbClr val="CC3300"/>
              </a:solidFill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" name="文本框 57355"/>
          <p:cNvSpPr txBox="1">
            <a:spLocks noChangeArrowheads="1"/>
          </p:cNvSpPr>
          <p:nvPr/>
        </p:nvSpPr>
        <p:spPr bwMode="auto">
          <a:xfrm>
            <a:off x="467715" y="980830"/>
            <a:ext cx="4076017" cy="4985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二、滑动轴承的性能特点</a:t>
            </a:r>
            <a:endParaRPr lang="zh-CN" altLang="en-US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矩形 57356"/>
          <p:cNvSpPr>
            <a:spLocks noChangeArrowheads="1"/>
          </p:cNvSpPr>
          <p:nvPr/>
        </p:nvSpPr>
        <p:spPr bwMode="auto">
          <a:xfrm>
            <a:off x="539720" y="1700880"/>
            <a:ext cx="8305800" cy="35282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indent="4572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marL="342900" indent="-342900" eaLnBrk="1" latinLnBrk="0" hangingPunct="1">
              <a:lnSpc>
                <a:spcPct val="150000"/>
              </a:lnSpc>
              <a:buClr>
                <a:srgbClr val="0000FF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rgbClr val="000099"/>
                </a:solidFill>
                <a:latin typeface="Times New Roman" panose="02020603050405020304" pitchFamily="18" charset="0"/>
              </a:rPr>
              <a:t>面接触，承载能力高，轴承工作面上的油膜有良好的耐冲击性、吸振性、消除噪声的作用；</a:t>
            </a:r>
            <a:endParaRPr lang="zh-CN" altLang="en-US" dirty="0">
              <a:solidFill>
                <a:srgbClr val="000099"/>
              </a:solidFill>
              <a:latin typeface="Times New Roman" panose="02020603050405020304" pitchFamily="18" charset="0"/>
            </a:endParaRPr>
          </a:p>
          <a:p>
            <a:pPr marL="342900" indent="-342900" eaLnBrk="1" latinLnBrk="0" hangingPunct="1">
              <a:lnSpc>
                <a:spcPct val="150000"/>
              </a:lnSpc>
              <a:buClr>
                <a:srgbClr val="0000FF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rgbClr val="000099"/>
                </a:solidFill>
                <a:latin typeface="Times New Roman" panose="02020603050405020304" pitchFamily="18" charset="0"/>
              </a:rPr>
              <a:t>处于液体摩擦状态下的滑动轴承，其摩擦系数非常小，寿命长；</a:t>
            </a:r>
            <a:endParaRPr lang="zh-CN" altLang="en-US" dirty="0">
              <a:solidFill>
                <a:srgbClr val="000099"/>
              </a:solidFill>
              <a:latin typeface="Times New Roman" panose="02020603050405020304" pitchFamily="18" charset="0"/>
            </a:endParaRPr>
          </a:p>
          <a:p>
            <a:pPr marL="342900" indent="-342900" eaLnBrk="1" latinLnBrk="0" hangingPunct="1">
              <a:lnSpc>
                <a:spcPct val="150000"/>
              </a:lnSpc>
              <a:buClr>
                <a:srgbClr val="0000FF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rgbClr val="000099"/>
                </a:solidFill>
                <a:latin typeface="Times New Roman" panose="02020603050405020304" pitchFamily="18" charset="0"/>
              </a:rPr>
              <a:t>中间元件少，可以达到很高的回转精度；</a:t>
            </a:r>
            <a:endParaRPr lang="zh-CN" altLang="en-US" dirty="0">
              <a:solidFill>
                <a:srgbClr val="000099"/>
              </a:solidFill>
              <a:latin typeface="Times New Roman" panose="02020603050405020304" pitchFamily="18" charset="0"/>
            </a:endParaRPr>
          </a:p>
          <a:p>
            <a:pPr marL="342900" indent="-342900" eaLnBrk="1" latinLnBrk="0" hangingPunct="1">
              <a:lnSpc>
                <a:spcPct val="150000"/>
              </a:lnSpc>
              <a:buClr>
                <a:srgbClr val="0000FF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rgbClr val="000099"/>
                </a:solidFill>
                <a:latin typeface="Times New Roman" panose="02020603050405020304" pitchFamily="18" charset="0"/>
              </a:rPr>
              <a:t>结构简单，径向尺寸小，可以制成剖分式结构以便于拆装；</a:t>
            </a:r>
            <a:endParaRPr lang="zh-CN" altLang="en-US" dirty="0">
              <a:solidFill>
                <a:srgbClr val="000099"/>
              </a:solidFill>
              <a:latin typeface="Times New Roman" panose="02020603050405020304" pitchFamily="18" charset="0"/>
            </a:endParaRPr>
          </a:p>
          <a:p>
            <a:pPr marL="342900" indent="-342900" eaLnBrk="1" latinLnBrk="0" hangingPunct="1">
              <a:lnSpc>
                <a:spcPct val="150000"/>
              </a:lnSpc>
              <a:buClr>
                <a:srgbClr val="0000FF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rgbClr val="000099"/>
                </a:solidFill>
                <a:latin typeface="Times New Roman" panose="02020603050405020304" pitchFamily="18" charset="0"/>
              </a:rPr>
              <a:t>对大型轴承，其制造成本低于滚动轴承；</a:t>
            </a:r>
            <a:endParaRPr lang="zh-CN" altLang="en-US" dirty="0">
              <a:solidFill>
                <a:srgbClr val="000099"/>
              </a:solidFill>
              <a:latin typeface="Times New Roman" panose="02020603050405020304" pitchFamily="18" charset="0"/>
            </a:endParaRPr>
          </a:p>
          <a:p>
            <a:pPr marL="342900" indent="-342900" eaLnBrk="1" latinLnBrk="0" hangingPunct="1">
              <a:lnSpc>
                <a:spcPct val="150000"/>
              </a:lnSpc>
              <a:buClr>
                <a:srgbClr val="0000FF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rgbClr val="000099"/>
                </a:solidFill>
                <a:latin typeface="Times New Roman" panose="02020603050405020304" pitchFamily="18" charset="0"/>
              </a:rPr>
              <a:t>维护复杂，对润滑条件要求高；</a:t>
            </a:r>
            <a:endParaRPr lang="zh-CN" altLang="en-US" dirty="0">
              <a:solidFill>
                <a:srgbClr val="000099"/>
              </a:solidFill>
              <a:latin typeface="Times New Roman" panose="02020603050405020304" pitchFamily="18" charset="0"/>
            </a:endParaRPr>
          </a:p>
          <a:p>
            <a:pPr marL="342900" indent="-342900" eaLnBrk="1" latinLnBrk="0" hangingPunct="1">
              <a:lnSpc>
                <a:spcPct val="150000"/>
              </a:lnSpc>
              <a:buClr>
                <a:srgbClr val="0000FF"/>
              </a:buClr>
              <a:buSzPct val="80000"/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rgbClr val="000099"/>
                </a:solidFill>
                <a:latin typeface="Times New Roman" panose="02020603050405020304" pitchFamily="18" charset="0"/>
              </a:rPr>
              <a:t>不完全液体润滑轴承，摩擦磨损较大。</a:t>
            </a:r>
            <a:endParaRPr lang="zh-CN" altLang="en-US" dirty="0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36875" name="直接连接符 6"/>
          <p:cNvSpPr>
            <a:spLocks noChangeShapeType="1"/>
          </p:cNvSpPr>
          <p:nvPr/>
        </p:nvSpPr>
        <p:spPr bwMode="auto">
          <a:xfrm>
            <a:off x="0" y="765175"/>
            <a:ext cx="9144000" cy="0"/>
          </a:xfrm>
          <a:prstGeom prst="line">
            <a:avLst/>
          </a:prstGeom>
          <a:noFill/>
          <a:ln w="28575">
            <a:solidFill>
              <a:srgbClr val="C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214688" y="127000"/>
            <a:ext cx="5853112" cy="490538"/>
          </a:xfr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eaLnBrk="1" hangingPunct="1">
              <a:defRPr/>
            </a:pPr>
            <a:r>
              <a:rPr kumimoji="1" lang="en-US" altLang="zh-CN" sz="3000" kern="1200" dirty="0" smtClean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3.6-8 </a:t>
            </a:r>
            <a:r>
              <a:rPr kumimoji="1" lang="zh-CN" altLang="en-US" sz="3000" kern="1200" dirty="0" smtClean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滑动轴承类型特点和应用</a:t>
            </a:r>
            <a:endParaRPr kumimoji="1" lang="zh-CN" altLang="en-US" sz="3000" kern="1200" dirty="0" smtClean="0">
              <a:solidFill>
                <a:srgbClr val="CC3300"/>
              </a:solidFill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pic>
        <p:nvPicPr>
          <p:cNvPr id="37891" name="Picture 74" descr="back1">
            <a:hlinkClick r:id="" action="ppaction://hlinkshowjump?jump=previousslide"/>
          </p:cNvPr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91563" y="6523038"/>
            <a:ext cx="287337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2" name="Picture 73" descr="rewind1">
            <a:hlinkClick r:id="rId2" action="ppaction://hlinksldjump"/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3575" y="6523038"/>
            <a:ext cx="287338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本框 57355"/>
          <p:cNvSpPr txBox="1">
            <a:spLocks noChangeArrowheads="1"/>
          </p:cNvSpPr>
          <p:nvPr/>
        </p:nvSpPr>
        <p:spPr bwMode="auto">
          <a:xfrm>
            <a:off x="179695" y="980830"/>
            <a:ext cx="5581772" cy="4985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三、滑动轴承的应用场合</a:t>
            </a:r>
            <a:endParaRPr lang="zh-CN" altLang="en-US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7895" name="矩形 57356"/>
          <p:cNvSpPr>
            <a:spLocks noChangeArrowheads="1"/>
          </p:cNvSpPr>
          <p:nvPr/>
        </p:nvSpPr>
        <p:spPr bwMode="auto">
          <a:xfrm>
            <a:off x="412750" y="1158875"/>
            <a:ext cx="8432800" cy="892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indent="4572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endParaRPr lang="zh-CN" altLang="en-US" sz="2000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5" name="矩形 57356"/>
          <p:cNvSpPr>
            <a:spLocks noChangeArrowheads="1"/>
          </p:cNvSpPr>
          <p:nvPr/>
        </p:nvSpPr>
        <p:spPr bwMode="auto">
          <a:xfrm>
            <a:off x="251700" y="1628874"/>
            <a:ext cx="8432800" cy="43923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indent="4572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zh-CN" dirty="0">
                <a:solidFill>
                  <a:srgbClr val="000099"/>
                </a:solidFill>
                <a:latin typeface="Times New Roman" panose="02020603050405020304" pitchFamily="18" charset="0"/>
              </a:rPr>
              <a:t>1.</a:t>
            </a:r>
            <a:r>
              <a:rPr lang="zh-CN" altLang="zh-CN" dirty="0">
                <a:solidFill>
                  <a:srgbClr val="C00000"/>
                </a:solidFill>
                <a:latin typeface="Times New Roman" panose="02020603050405020304" pitchFamily="18" charset="0"/>
              </a:rPr>
              <a:t>高速、高精度</a:t>
            </a:r>
            <a:r>
              <a:rPr lang="zh-CN" altLang="zh-CN" dirty="0">
                <a:solidFill>
                  <a:srgbClr val="0000FF"/>
                </a:solidFill>
                <a:latin typeface="Times New Roman" panose="02020603050405020304" pitchFamily="18" charset="0"/>
              </a:rPr>
              <a:t>。</a:t>
            </a:r>
            <a:r>
              <a:rPr lang="zh-CN" altLang="zh-CN" dirty="0">
                <a:solidFill>
                  <a:srgbClr val="000099"/>
                </a:solidFill>
                <a:latin typeface="Times New Roman" panose="02020603050405020304" pitchFamily="18" charset="0"/>
              </a:rPr>
              <a:t>如汽轮发电机、精密磨床等的主轴轴承。</a:t>
            </a:r>
            <a:endParaRPr lang="zh-CN" altLang="zh-CN" dirty="0">
              <a:solidFill>
                <a:srgbClr val="000099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zh-CN" dirty="0">
                <a:solidFill>
                  <a:srgbClr val="0000FF"/>
                </a:solidFill>
                <a:latin typeface="Times New Roman" panose="02020603050405020304" pitchFamily="18" charset="0"/>
              </a:rPr>
              <a:t>2.</a:t>
            </a:r>
            <a:r>
              <a:rPr lang="zh-CN" altLang="zh-CN" dirty="0">
                <a:solidFill>
                  <a:srgbClr val="C00000"/>
                </a:solidFill>
                <a:latin typeface="Times New Roman" panose="02020603050405020304" pitchFamily="18" charset="0"/>
              </a:rPr>
              <a:t>承受特重型的载荷</a:t>
            </a:r>
            <a:r>
              <a:rPr lang="zh-CN" altLang="zh-CN" dirty="0">
                <a:solidFill>
                  <a:srgbClr val="0000FF"/>
                </a:solidFill>
                <a:latin typeface="Times New Roman" panose="02020603050405020304" pitchFamily="18" charset="0"/>
              </a:rPr>
              <a:t>。</a:t>
            </a:r>
            <a:r>
              <a:rPr lang="zh-CN" altLang="zh-CN" dirty="0">
                <a:solidFill>
                  <a:srgbClr val="000099"/>
                </a:solidFill>
                <a:latin typeface="Times New Roman" panose="02020603050405020304" pitchFamily="18" charset="0"/>
              </a:rPr>
              <a:t>如水轮发电机、汽轮机，以及低速巨型设备，如天文望远镜等的轴承。</a:t>
            </a:r>
            <a:endParaRPr lang="zh-CN" altLang="zh-CN" dirty="0">
              <a:solidFill>
                <a:srgbClr val="000099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zh-CN" dirty="0">
                <a:solidFill>
                  <a:srgbClr val="0000FF"/>
                </a:solidFill>
                <a:latin typeface="Times New Roman" panose="02020603050405020304" pitchFamily="18" charset="0"/>
              </a:rPr>
              <a:t>3.</a:t>
            </a:r>
            <a:r>
              <a:rPr lang="zh-CN" altLang="zh-CN" dirty="0">
                <a:solidFill>
                  <a:srgbClr val="C00000"/>
                </a:solidFill>
                <a:latin typeface="Times New Roman" panose="02020603050405020304" pitchFamily="18" charset="0"/>
              </a:rPr>
              <a:t>承受巨大的冲击与振动载荷</a:t>
            </a:r>
            <a:r>
              <a:rPr lang="zh-CN" altLang="zh-CN" dirty="0">
                <a:solidFill>
                  <a:srgbClr val="0000FF"/>
                </a:solidFill>
                <a:latin typeface="Times New Roman" panose="02020603050405020304" pitchFamily="18" charset="0"/>
              </a:rPr>
              <a:t>。</a:t>
            </a:r>
            <a:r>
              <a:rPr lang="zh-CN" altLang="zh-CN" dirty="0">
                <a:solidFill>
                  <a:srgbClr val="000099"/>
                </a:solidFill>
                <a:latin typeface="Times New Roman" panose="02020603050405020304" pitchFamily="18" charset="0"/>
              </a:rPr>
              <a:t>如轧钢机、破碎机、锻压设备、铁路机车及车辆等轴承。</a:t>
            </a:r>
            <a:endParaRPr lang="zh-CN" altLang="zh-CN" dirty="0">
              <a:solidFill>
                <a:srgbClr val="000099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zh-CN" dirty="0">
                <a:solidFill>
                  <a:srgbClr val="0000FF"/>
                </a:solidFill>
                <a:latin typeface="Times New Roman" panose="02020603050405020304" pitchFamily="18" charset="0"/>
              </a:rPr>
              <a:t>4.</a:t>
            </a:r>
            <a:r>
              <a:rPr lang="zh-CN" altLang="zh-CN" dirty="0">
                <a:solidFill>
                  <a:srgbClr val="C00000"/>
                </a:solidFill>
                <a:latin typeface="Times New Roman" panose="02020603050405020304" pitchFamily="18" charset="0"/>
              </a:rPr>
              <a:t>特殊结构</a:t>
            </a:r>
            <a:r>
              <a:rPr lang="zh-CN" altLang="zh-CN" dirty="0">
                <a:solidFill>
                  <a:srgbClr val="0000FF"/>
                </a:solidFill>
                <a:latin typeface="Times New Roman" panose="02020603050405020304" pitchFamily="18" charset="0"/>
              </a:rPr>
              <a:t>。</a:t>
            </a:r>
            <a:r>
              <a:rPr lang="zh-CN" altLang="zh-CN" dirty="0">
                <a:solidFill>
                  <a:srgbClr val="000099"/>
                </a:solidFill>
                <a:latin typeface="Times New Roman" panose="02020603050405020304" pitchFamily="18" charset="0"/>
              </a:rPr>
              <a:t>如内燃机曲轴轴承必须制成剖分式的；组合钻床径向尺寸受限制时。</a:t>
            </a:r>
            <a:endParaRPr lang="zh-CN" altLang="zh-CN" dirty="0">
              <a:solidFill>
                <a:srgbClr val="000099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zh-CN" dirty="0">
                <a:solidFill>
                  <a:srgbClr val="0000FF"/>
                </a:solidFill>
                <a:latin typeface="Times New Roman" panose="02020603050405020304" pitchFamily="18" charset="0"/>
              </a:rPr>
              <a:t>5.</a:t>
            </a: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C00000"/>
                </a:solidFill>
                <a:latin typeface="Times New Roman" panose="02020603050405020304" pitchFamily="18" charset="0"/>
              </a:rPr>
              <a:t>特殊条件（水、腐蚀介质）</a:t>
            </a:r>
            <a:r>
              <a:rPr lang="zh-CN" altLang="zh-CN" dirty="0">
                <a:solidFill>
                  <a:srgbClr val="0000FF"/>
                </a:solidFill>
                <a:latin typeface="Times New Roman" panose="02020603050405020304" pitchFamily="18" charset="0"/>
              </a:rPr>
              <a:t>。</a:t>
            </a:r>
            <a:r>
              <a:rPr lang="zh-CN" altLang="zh-CN" dirty="0">
                <a:solidFill>
                  <a:srgbClr val="000099"/>
                </a:solidFill>
                <a:latin typeface="Times New Roman" panose="02020603050405020304" pitchFamily="18" charset="0"/>
              </a:rPr>
              <a:t>如军舰推进器的轴承。</a:t>
            </a:r>
            <a:endParaRPr lang="zh-CN" altLang="zh-CN" dirty="0">
              <a:solidFill>
                <a:srgbClr val="000099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zh-CN" dirty="0">
                <a:solidFill>
                  <a:srgbClr val="0000FF"/>
                </a:solidFill>
                <a:latin typeface="Times New Roman" panose="02020603050405020304" pitchFamily="18" charset="0"/>
              </a:rPr>
              <a:t>6.</a:t>
            </a: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C00000"/>
                </a:solidFill>
                <a:latin typeface="Times New Roman" panose="02020603050405020304" pitchFamily="18" charset="0"/>
              </a:rPr>
              <a:t>低速、低精度</a:t>
            </a:r>
            <a:r>
              <a:rPr lang="zh-CN" altLang="zh-CN" dirty="0">
                <a:solidFill>
                  <a:srgbClr val="0000FF"/>
                </a:solidFill>
                <a:latin typeface="Times New Roman" panose="02020603050405020304" pitchFamily="18" charset="0"/>
              </a:rPr>
              <a:t>。</a:t>
            </a:r>
            <a:r>
              <a:rPr lang="zh-CN" altLang="zh-CN" dirty="0">
                <a:solidFill>
                  <a:srgbClr val="000099"/>
                </a:solidFill>
                <a:latin typeface="Times New Roman" panose="02020603050405020304" pitchFamily="18" charset="0"/>
              </a:rPr>
              <a:t>如农业机械、建筑机械等，这些轴承用灰铸铁或耐磨铸铁制造滑动轴承的轴套或轴瓦。</a:t>
            </a:r>
            <a:endParaRPr lang="zh-CN" altLang="zh-CN" dirty="0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37898" name="直接连接符 6"/>
          <p:cNvSpPr>
            <a:spLocks noChangeShapeType="1"/>
          </p:cNvSpPr>
          <p:nvPr/>
        </p:nvSpPr>
        <p:spPr bwMode="auto">
          <a:xfrm>
            <a:off x="0" y="765175"/>
            <a:ext cx="9144000" cy="0"/>
          </a:xfrm>
          <a:prstGeom prst="line">
            <a:avLst/>
          </a:prstGeom>
          <a:noFill/>
          <a:ln w="28575">
            <a:solidFill>
              <a:srgbClr val="C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214688" y="127000"/>
            <a:ext cx="5853112" cy="490538"/>
          </a:xfr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eaLnBrk="1" hangingPunct="1">
              <a:defRPr/>
            </a:pPr>
            <a:r>
              <a:rPr kumimoji="1" lang="en-US" altLang="zh-CN" sz="3000" kern="1200" dirty="0" smtClean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3.6-8 </a:t>
            </a:r>
            <a:r>
              <a:rPr kumimoji="1" lang="zh-CN" altLang="en-US" sz="3000" kern="1200" dirty="0" smtClean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滑动轴承类型特点和应用</a:t>
            </a:r>
            <a:endParaRPr kumimoji="1" lang="zh-CN" altLang="en-US" sz="3000" kern="1200" dirty="0" smtClean="0">
              <a:solidFill>
                <a:srgbClr val="CC3300"/>
              </a:solidFill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pic>
        <p:nvPicPr>
          <p:cNvPr id="37891" name="Picture 74" descr="back1">
            <a:hlinkClick r:id="" action="ppaction://hlinkshowjump?jump=previousslide"/>
          </p:cNvPr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91563" y="6523038"/>
            <a:ext cx="287337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2" name="Picture 73" descr="rewind1">
            <a:hlinkClick r:id="rId2" action="ppaction://hlinksldjump"/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3575" y="6523038"/>
            <a:ext cx="287338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文本框 57355"/>
          <p:cNvSpPr txBox="1">
            <a:spLocks noChangeArrowheads="1"/>
          </p:cNvSpPr>
          <p:nvPr/>
        </p:nvSpPr>
        <p:spPr bwMode="auto">
          <a:xfrm>
            <a:off x="323955" y="1052835"/>
            <a:ext cx="4320300" cy="4985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四、滑动轴承的设计内容</a:t>
            </a:r>
            <a:endParaRPr lang="zh-CN" altLang="en-US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7895" name="矩形 57356"/>
          <p:cNvSpPr>
            <a:spLocks noChangeArrowheads="1"/>
          </p:cNvSpPr>
          <p:nvPr/>
        </p:nvSpPr>
        <p:spPr bwMode="auto">
          <a:xfrm>
            <a:off x="412750" y="1158875"/>
            <a:ext cx="8432800" cy="892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indent="4572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endParaRPr lang="zh-CN" altLang="en-US" sz="2000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62472" name="矩形 57356"/>
          <p:cNvSpPr>
            <a:spLocks noChangeArrowheads="1"/>
          </p:cNvSpPr>
          <p:nvPr/>
        </p:nvSpPr>
        <p:spPr bwMode="auto">
          <a:xfrm>
            <a:off x="323705" y="1700879"/>
            <a:ext cx="8432800" cy="33842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indent="4572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dirty="0">
                <a:solidFill>
                  <a:srgbClr val="000099"/>
                </a:solidFill>
                <a:latin typeface="Times New Roman" panose="02020603050405020304" pitchFamily="18" charset="0"/>
              </a:rPr>
              <a:t>要正确地设计滑动轴承，必须合理地解决以下问题：</a:t>
            </a:r>
            <a:endParaRPr lang="zh-CN" altLang="en-US" dirty="0">
              <a:solidFill>
                <a:srgbClr val="000099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dirty="0" smtClean="0">
                <a:solidFill>
                  <a:srgbClr val="000099"/>
                </a:solidFill>
                <a:latin typeface="Times New Roman" panose="02020603050405020304" pitchFamily="18" charset="0"/>
              </a:rPr>
              <a:t>     </a:t>
            </a:r>
            <a:r>
              <a:rPr lang="en-US" altLang="zh-CN" dirty="0" smtClean="0">
                <a:solidFill>
                  <a:srgbClr val="000099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dirty="0" smtClean="0">
                <a:solidFill>
                  <a:srgbClr val="000099"/>
                </a:solidFill>
                <a:latin typeface="Times New Roman" panose="02020603050405020304" pitchFamily="18" charset="0"/>
              </a:rPr>
              <a:t>、轴承</a:t>
            </a:r>
            <a:r>
              <a:rPr lang="zh-CN" altLang="en-US" dirty="0">
                <a:solidFill>
                  <a:srgbClr val="000099"/>
                </a:solidFill>
                <a:latin typeface="Times New Roman" panose="02020603050405020304" pitchFamily="18" charset="0"/>
              </a:rPr>
              <a:t>的形式和结构设计</a:t>
            </a:r>
            <a:r>
              <a:rPr lang="zh-CN" altLang="en-US" dirty="0" smtClean="0">
                <a:solidFill>
                  <a:srgbClr val="000099"/>
                </a:solidFill>
                <a:latin typeface="Times New Roman" panose="02020603050405020304" pitchFamily="18" charset="0"/>
              </a:rPr>
              <a:t>；</a:t>
            </a:r>
            <a:endParaRPr lang="en-US" altLang="zh-CN" dirty="0" smtClean="0">
              <a:solidFill>
                <a:srgbClr val="000099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dirty="0" smtClean="0">
                <a:solidFill>
                  <a:srgbClr val="000099"/>
                </a:solidFill>
                <a:latin typeface="Times New Roman" panose="02020603050405020304" pitchFamily="18" charset="0"/>
              </a:rPr>
              <a:t>     </a:t>
            </a:r>
            <a:r>
              <a:rPr lang="en-US" altLang="zh-CN" dirty="0" smtClean="0">
                <a:solidFill>
                  <a:srgbClr val="000099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dirty="0" smtClean="0">
                <a:solidFill>
                  <a:srgbClr val="000099"/>
                </a:solidFill>
                <a:latin typeface="Times New Roman" panose="02020603050405020304" pitchFamily="18" charset="0"/>
              </a:rPr>
              <a:t>、轴瓦</a:t>
            </a:r>
            <a:r>
              <a:rPr lang="zh-CN" altLang="en-US" dirty="0">
                <a:solidFill>
                  <a:srgbClr val="000099"/>
                </a:solidFill>
                <a:latin typeface="Times New Roman" panose="02020603050405020304" pitchFamily="18" charset="0"/>
              </a:rPr>
              <a:t>的结构和材料选择</a:t>
            </a:r>
            <a:r>
              <a:rPr lang="zh-CN" altLang="en-US" dirty="0" smtClean="0">
                <a:solidFill>
                  <a:srgbClr val="000099"/>
                </a:solidFill>
                <a:latin typeface="Times New Roman" panose="02020603050405020304" pitchFamily="18" charset="0"/>
              </a:rPr>
              <a:t>；</a:t>
            </a:r>
            <a:endParaRPr lang="en-US" altLang="zh-CN" dirty="0" smtClean="0">
              <a:solidFill>
                <a:srgbClr val="000099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dirty="0" smtClean="0">
                <a:solidFill>
                  <a:srgbClr val="000099"/>
                </a:solidFill>
                <a:latin typeface="Times New Roman" panose="02020603050405020304" pitchFamily="18" charset="0"/>
              </a:rPr>
              <a:t>      </a:t>
            </a:r>
            <a:r>
              <a:rPr lang="en-US" altLang="zh-CN" dirty="0" smtClean="0">
                <a:solidFill>
                  <a:srgbClr val="000099"/>
                </a:solidFill>
                <a:latin typeface="Times New Roman" panose="02020603050405020304" pitchFamily="18" charset="0"/>
              </a:rPr>
              <a:t>3</a:t>
            </a:r>
            <a:r>
              <a:rPr lang="zh-CN" altLang="en-US" dirty="0" smtClean="0">
                <a:solidFill>
                  <a:srgbClr val="000099"/>
                </a:solidFill>
                <a:latin typeface="Times New Roman" panose="02020603050405020304" pitchFamily="18" charset="0"/>
              </a:rPr>
              <a:t>、轴承</a:t>
            </a:r>
            <a:r>
              <a:rPr lang="zh-CN" altLang="en-US" dirty="0">
                <a:solidFill>
                  <a:srgbClr val="000099"/>
                </a:solidFill>
                <a:latin typeface="Times New Roman" panose="02020603050405020304" pitchFamily="18" charset="0"/>
              </a:rPr>
              <a:t>结构参数的确定</a:t>
            </a:r>
            <a:r>
              <a:rPr lang="zh-CN" altLang="en-US" dirty="0" smtClean="0">
                <a:solidFill>
                  <a:srgbClr val="000099"/>
                </a:solidFill>
                <a:latin typeface="Times New Roman" panose="02020603050405020304" pitchFamily="18" charset="0"/>
              </a:rPr>
              <a:t>；</a:t>
            </a:r>
            <a:endParaRPr lang="en-US" altLang="zh-CN" dirty="0" smtClean="0">
              <a:solidFill>
                <a:srgbClr val="000099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dirty="0" smtClean="0">
                <a:solidFill>
                  <a:srgbClr val="000099"/>
                </a:solidFill>
                <a:latin typeface="Times New Roman" panose="02020603050405020304" pitchFamily="18" charset="0"/>
              </a:rPr>
              <a:t>     </a:t>
            </a:r>
            <a:r>
              <a:rPr lang="en-US" altLang="zh-CN" dirty="0" smtClean="0">
                <a:solidFill>
                  <a:srgbClr val="000099"/>
                </a:solidFill>
                <a:latin typeface="Times New Roman" panose="02020603050405020304" pitchFamily="18" charset="0"/>
              </a:rPr>
              <a:t>4</a:t>
            </a:r>
            <a:r>
              <a:rPr lang="zh-CN" altLang="en-US" dirty="0" smtClean="0">
                <a:solidFill>
                  <a:srgbClr val="000099"/>
                </a:solidFill>
                <a:latin typeface="Times New Roman" panose="02020603050405020304" pitchFamily="18" charset="0"/>
              </a:rPr>
              <a:t>、润滑剂</a:t>
            </a:r>
            <a:r>
              <a:rPr lang="zh-CN" altLang="en-US" dirty="0">
                <a:solidFill>
                  <a:srgbClr val="000099"/>
                </a:solidFill>
                <a:latin typeface="Times New Roman" panose="02020603050405020304" pitchFamily="18" charset="0"/>
              </a:rPr>
              <a:t>的选择和供应</a:t>
            </a:r>
            <a:r>
              <a:rPr lang="zh-CN" altLang="en-US" dirty="0" smtClean="0">
                <a:solidFill>
                  <a:srgbClr val="000099"/>
                </a:solidFill>
                <a:latin typeface="Times New Roman" panose="02020603050405020304" pitchFamily="18" charset="0"/>
              </a:rPr>
              <a:t>；</a:t>
            </a:r>
            <a:endParaRPr lang="en-US" altLang="zh-CN" dirty="0" smtClean="0">
              <a:solidFill>
                <a:srgbClr val="000099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dirty="0" smtClean="0">
                <a:solidFill>
                  <a:srgbClr val="000099"/>
                </a:solidFill>
                <a:latin typeface="Times New Roman" panose="02020603050405020304" pitchFamily="18" charset="0"/>
              </a:rPr>
              <a:t>     </a:t>
            </a:r>
            <a:r>
              <a:rPr lang="en-US" altLang="zh-CN" dirty="0" smtClean="0">
                <a:solidFill>
                  <a:srgbClr val="000099"/>
                </a:solidFill>
                <a:latin typeface="Times New Roman" panose="02020603050405020304" pitchFamily="18" charset="0"/>
              </a:rPr>
              <a:t>5</a:t>
            </a:r>
            <a:r>
              <a:rPr lang="zh-CN" altLang="en-US" dirty="0" smtClean="0">
                <a:solidFill>
                  <a:srgbClr val="000099"/>
                </a:solidFill>
                <a:latin typeface="Times New Roman" panose="02020603050405020304" pitchFamily="18" charset="0"/>
              </a:rPr>
              <a:t>、 轴承</a:t>
            </a:r>
            <a:r>
              <a:rPr lang="zh-CN" altLang="en-US" dirty="0">
                <a:solidFill>
                  <a:srgbClr val="000099"/>
                </a:solidFill>
                <a:latin typeface="Times New Roman" panose="02020603050405020304" pitchFamily="18" charset="0"/>
              </a:rPr>
              <a:t>的工作能力及热平衡计算。</a:t>
            </a:r>
            <a:endParaRPr lang="zh-CN" altLang="en-US" dirty="0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37898" name="直接连接符 6"/>
          <p:cNvSpPr>
            <a:spLocks noChangeShapeType="1"/>
          </p:cNvSpPr>
          <p:nvPr/>
        </p:nvSpPr>
        <p:spPr bwMode="auto">
          <a:xfrm>
            <a:off x="0" y="765175"/>
            <a:ext cx="9144000" cy="0"/>
          </a:xfrm>
          <a:prstGeom prst="line">
            <a:avLst/>
          </a:prstGeom>
          <a:noFill/>
          <a:ln w="28575">
            <a:solidFill>
              <a:srgbClr val="C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2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247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929063" y="116770"/>
            <a:ext cx="5214937" cy="490537"/>
          </a:xfr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eaLnBrk="1" hangingPunct="1">
              <a:defRPr/>
            </a:pPr>
            <a:r>
              <a:rPr kumimoji="1" lang="en-US" altLang="zh-CN" sz="3000" kern="1200" dirty="0" smtClean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3.6-9 </a:t>
            </a:r>
            <a:r>
              <a:rPr kumimoji="1" lang="zh-CN" altLang="en-US" sz="3000" kern="1200" dirty="0" smtClean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滑动轴承结构与材料</a:t>
            </a:r>
            <a:endParaRPr kumimoji="1" lang="zh-CN" altLang="en-US" sz="3000" kern="1200" dirty="0" smtClean="0">
              <a:solidFill>
                <a:srgbClr val="CC3300"/>
              </a:solidFill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pic>
        <p:nvPicPr>
          <p:cNvPr id="38915" name="Picture 75" descr="NEXT1">
            <a:hlinkClick r:id="" action="ppaction://hlinkshowjump?jump=nextslide"/>
          </p:cNvPr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42363" y="6523038"/>
            <a:ext cx="287337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8916" name="Picture 73" descr="rewind1">
            <a:hlinkClick r:id="rId2" action="ppaction://hlinksldjump"/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3575" y="6523038"/>
            <a:ext cx="287338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0181" name="文本框 57355"/>
          <p:cNvSpPr txBox="1">
            <a:spLocks noChangeArrowheads="1"/>
          </p:cNvSpPr>
          <p:nvPr/>
        </p:nvSpPr>
        <p:spPr bwMode="auto">
          <a:xfrm>
            <a:off x="169863" y="758825"/>
            <a:ext cx="4042112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一、滑动轴承结构形式</a:t>
            </a:r>
            <a:endParaRPr lang="zh-CN" altLang="en-US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1" name="直接连接符 6"/>
          <p:cNvSpPr>
            <a:spLocks noChangeShapeType="1"/>
          </p:cNvSpPr>
          <p:nvPr/>
        </p:nvSpPr>
        <p:spPr bwMode="auto">
          <a:xfrm>
            <a:off x="0" y="765175"/>
            <a:ext cx="9144000" cy="0"/>
          </a:xfrm>
          <a:prstGeom prst="line">
            <a:avLst/>
          </a:prstGeom>
          <a:noFill/>
          <a:ln w="28575">
            <a:solidFill>
              <a:srgbClr val="C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" name="Text Box 4"/>
          <p:cNvSpPr txBox="1">
            <a:spLocks noChangeArrowheads="1"/>
          </p:cNvSpPr>
          <p:nvPr/>
        </p:nvSpPr>
        <p:spPr bwMode="auto">
          <a:xfrm>
            <a:off x="2051825" y="1556870"/>
            <a:ext cx="12192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200" b="1" dirty="0" smtClean="0"/>
              <a:t>瓦背</a:t>
            </a:r>
            <a:endParaRPr lang="zh-CN" altLang="en-US" sz="2200" b="1" dirty="0"/>
          </a:p>
        </p:txBody>
      </p:sp>
      <p:sp>
        <p:nvSpPr>
          <p:cNvPr id="23" name="Text Box 5"/>
          <p:cNvSpPr txBox="1">
            <a:spLocks noChangeArrowheads="1"/>
          </p:cNvSpPr>
          <p:nvPr/>
        </p:nvSpPr>
        <p:spPr bwMode="auto">
          <a:xfrm>
            <a:off x="2123830" y="2060905"/>
            <a:ext cx="16764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200" b="1" dirty="0" smtClean="0"/>
              <a:t>轴承衬</a:t>
            </a:r>
            <a:endParaRPr lang="zh-CN" altLang="en-US" sz="2200" b="1" dirty="0"/>
          </a:p>
        </p:txBody>
      </p:sp>
      <p:sp>
        <p:nvSpPr>
          <p:cNvPr id="24" name="Text Box 6"/>
          <p:cNvSpPr txBox="1">
            <a:spLocks noChangeArrowheads="1"/>
          </p:cNvSpPr>
          <p:nvPr/>
        </p:nvSpPr>
        <p:spPr bwMode="auto">
          <a:xfrm>
            <a:off x="1115760" y="1916895"/>
            <a:ext cx="9144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200" dirty="0">
                <a:latin typeface="黑体" panose="02010609060101010101" pitchFamily="49" charset="-122"/>
                <a:ea typeface="黑体" panose="02010609060101010101" pitchFamily="49" charset="-122"/>
              </a:rPr>
              <a:t>轴瓦</a:t>
            </a:r>
            <a:endParaRPr lang="zh-CN" altLang="en-US" sz="22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25" name="Group 6"/>
          <p:cNvGrpSpPr/>
          <p:nvPr/>
        </p:nvGrpSpPr>
        <p:grpSpPr bwMode="auto">
          <a:xfrm>
            <a:off x="1835810" y="1772885"/>
            <a:ext cx="228600" cy="600075"/>
            <a:chOff x="0" y="0"/>
            <a:chExt cx="20000" cy="19996"/>
          </a:xfrm>
        </p:grpSpPr>
        <p:sp>
          <p:nvSpPr>
            <p:cNvPr id="26" name="Arc 8"/>
            <p:cNvSpPr/>
            <p:nvPr/>
          </p:nvSpPr>
          <p:spPr bwMode="auto">
            <a:xfrm flipH="1" flipV="1">
              <a:off x="9947" y="18332"/>
              <a:ext cx="10053" cy="1664"/>
            </a:xfrm>
            <a:custGeom>
              <a:avLst/>
              <a:gdLst>
                <a:gd name="T0" fmla="*/ -1 w 21600"/>
                <a:gd name="T1" fmla="*/ 0 h 21600"/>
                <a:gd name="T2" fmla="*/ 21600 w 21600"/>
                <a:gd name="T3" fmla="*/ 21600 h 21600"/>
                <a:gd name="T4" fmla="*/ -1 w 21600"/>
                <a:gd name="T5" fmla="*/ 0 h 21600"/>
                <a:gd name="T6" fmla="*/ 21600 w 21600"/>
                <a:gd name="T7" fmla="*/ 21600 h 21600"/>
                <a:gd name="T8" fmla="*/ 0 w 21600"/>
                <a:gd name="T9" fmla="*/ 21600 h 21600"/>
                <a:gd name="T10" fmla="*/ -1 w 21600"/>
                <a:gd name="T11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9525" cmpd="sng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Line 9"/>
            <p:cNvSpPr>
              <a:spLocks noChangeShapeType="1"/>
            </p:cNvSpPr>
            <p:nvPr/>
          </p:nvSpPr>
          <p:spPr bwMode="auto">
            <a:xfrm>
              <a:off x="9947" y="11648"/>
              <a:ext cx="106" cy="6712"/>
            </a:xfrm>
            <a:prstGeom prst="line">
              <a:avLst/>
            </a:prstGeom>
            <a:noFill/>
            <a:ln w="9525" cmpd="sng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Arc 10"/>
            <p:cNvSpPr/>
            <p:nvPr/>
          </p:nvSpPr>
          <p:spPr bwMode="auto">
            <a:xfrm>
              <a:off x="0" y="9984"/>
              <a:ext cx="9947" cy="1664"/>
            </a:xfrm>
            <a:custGeom>
              <a:avLst/>
              <a:gdLst>
                <a:gd name="T0" fmla="*/ -1 w 21600"/>
                <a:gd name="T1" fmla="*/ 0 h 21600"/>
                <a:gd name="T2" fmla="*/ 21600 w 21600"/>
                <a:gd name="T3" fmla="*/ 21600 h 21600"/>
                <a:gd name="T4" fmla="*/ -1 w 21600"/>
                <a:gd name="T5" fmla="*/ 0 h 21600"/>
                <a:gd name="T6" fmla="*/ 21600 w 21600"/>
                <a:gd name="T7" fmla="*/ 21600 h 21600"/>
                <a:gd name="T8" fmla="*/ 0 w 21600"/>
                <a:gd name="T9" fmla="*/ 21600 h 21600"/>
                <a:gd name="T10" fmla="*/ -1 w 21600"/>
                <a:gd name="T11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9525" cmpd="sng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Arc 11"/>
            <p:cNvSpPr/>
            <p:nvPr/>
          </p:nvSpPr>
          <p:spPr bwMode="auto">
            <a:xfrm flipV="1">
              <a:off x="0" y="8320"/>
              <a:ext cx="9947" cy="1664"/>
            </a:xfrm>
            <a:custGeom>
              <a:avLst/>
              <a:gdLst>
                <a:gd name="T0" fmla="*/ -1 w 21600"/>
                <a:gd name="T1" fmla="*/ 0 h 21600"/>
                <a:gd name="T2" fmla="*/ 21600 w 21600"/>
                <a:gd name="T3" fmla="*/ 21600 h 21600"/>
                <a:gd name="T4" fmla="*/ -1 w 21600"/>
                <a:gd name="T5" fmla="*/ 0 h 21600"/>
                <a:gd name="T6" fmla="*/ 21600 w 21600"/>
                <a:gd name="T7" fmla="*/ 21600 h 21600"/>
                <a:gd name="T8" fmla="*/ 0 w 21600"/>
                <a:gd name="T9" fmla="*/ 21600 h 21600"/>
                <a:gd name="T10" fmla="*/ -1 w 21600"/>
                <a:gd name="T11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9525" cmpd="sng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Line 12"/>
            <p:cNvSpPr>
              <a:spLocks noChangeShapeType="1"/>
            </p:cNvSpPr>
            <p:nvPr/>
          </p:nvSpPr>
          <p:spPr bwMode="auto">
            <a:xfrm>
              <a:off x="9947" y="1664"/>
              <a:ext cx="106" cy="6684"/>
            </a:xfrm>
            <a:prstGeom prst="line">
              <a:avLst/>
            </a:prstGeom>
            <a:noFill/>
            <a:ln w="9525" cmpd="sng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" name="Arc 13"/>
            <p:cNvSpPr/>
            <p:nvPr/>
          </p:nvSpPr>
          <p:spPr bwMode="auto">
            <a:xfrm flipH="1">
              <a:off x="9947" y="0"/>
              <a:ext cx="10053" cy="1664"/>
            </a:xfrm>
            <a:custGeom>
              <a:avLst/>
              <a:gdLst>
                <a:gd name="T0" fmla="*/ -1 w 21600"/>
                <a:gd name="T1" fmla="*/ 0 h 21600"/>
                <a:gd name="T2" fmla="*/ 21600 w 21600"/>
                <a:gd name="T3" fmla="*/ 21600 h 21600"/>
                <a:gd name="T4" fmla="*/ -1 w 21600"/>
                <a:gd name="T5" fmla="*/ 0 h 21600"/>
                <a:gd name="T6" fmla="*/ 21600 w 21600"/>
                <a:gd name="T7" fmla="*/ 21600 h 21600"/>
                <a:gd name="T8" fmla="*/ 0 w 21600"/>
                <a:gd name="T9" fmla="*/ 21600 h 21600"/>
                <a:gd name="T10" fmla="*/ -1 w 21600"/>
                <a:gd name="T11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9525" cmpd="sng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2" name="Text Box 15"/>
          <p:cNvSpPr txBox="1">
            <a:spLocks noChangeArrowheads="1"/>
          </p:cNvSpPr>
          <p:nvPr/>
        </p:nvSpPr>
        <p:spPr bwMode="auto">
          <a:xfrm>
            <a:off x="467715" y="4293060"/>
            <a:ext cx="8352580" cy="17173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80000"/>
              </a:lnSpc>
            </a:pPr>
            <a:r>
              <a:rPr lang="en-US" sz="2200" dirty="0" smtClean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200" dirty="0" smtClean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、径向滑动轴承</a:t>
            </a:r>
            <a:endParaRPr lang="en-US" altLang="zh-CN" sz="2200" dirty="0" smtClean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200" b="1" dirty="0"/>
              <a:t>整体式：结构简单、装拆复杂，（不可调隙）； </a:t>
            </a:r>
            <a:r>
              <a:rPr lang="en-US" altLang="zh-CN" sz="2200" b="1" dirty="0" smtClean="0"/>
              <a:t>P285</a:t>
            </a:r>
            <a:endParaRPr lang="en-US" altLang="zh-CN" sz="2200" b="1" dirty="0" smtClean="0"/>
          </a:p>
          <a:p>
            <a:pPr>
              <a:lnSpc>
                <a:spcPct val="150000"/>
              </a:lnSpc>
            </a:pPr>
            <a:r>
              <a:rPr lang="zh-CN" altLang="en-US" sz="2200" b="1" dirty="0" smtClean="0"/>
              <a:t>剖分</a:t>
            </a:r>
            <a:r>
              <a:rPr lang="zh-CN" altLang="en-US" sz="2200" b="1" dirty="0"/>
              <a:t>式：（对开式）结构复杂、装拆方便，（可调隙）；</a:t>
            </a:r>
            <a:r>
              <a:rPr lang="en-US" sz="2200" b="1" dirty="0" smtClean="0"/>
              <a:t>P286</a:t>
            </a:r>
            <a:endParaRPr lang="en-US" sz="2200" b="1" dirty="0"/>
          </a:p>
        </p:txBody>
      </p:sp>
      <p:sp>
        <p:nvSpPr>
          <p:cNvPr id="2" name="矩形 1"/>
          <p:cNvSpPr/>
          <p:nvPr/>
        </p:nvSpPr>
        <p:spPr>
          <a:xfrm>
            <a:off x="1043755" y="2348925"/>
            <a:ext cx="5724080" cy="15946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轴承座（壳体）</a:t>
            </a:r>
            <a:endParaRPr lang="zh-CN" altLang="en-US" dirty="0"/>
          </a:p>
          <a:p>
            <a:pPr>
              <a:lnSpc>
                <a:spcPct val="150000"/>
              </a:lnSpc>
            </a:pPr>
            <a:r>
              <a:rPr lang="zh-CN" altLang="en-US" dirty="0"/>
              <a:t>润滑装置：油孔、油沟、油槽、供油装置；</a:t>
            </a:r>
            <a:endParaRPr lang="zh-CN" altLang="en-US" dirty="0"/>
          </a:p>
          <a:p>
            <a:pPr>
              <a:lnSpc>
                <a:spcPct val="150000"/>
              </a:lnSpc>
            </a:pPr>
            <a:r>
              <a:rPr lang="zh-CN" altLang="en-US" sz="2400" dirty="0"/>
              <a:t>密封件</a:t>
            </a:r>
            <a:endParaRPr lang="zh-CN" altLang="en-US" sz="2400" dirty="0"/>
          </a:p>
        </p:txBody>
      </p:sp>
      <p:sp>
        <p:nvSpPr>
          <p:cNvPr id="3" name="文本框 2"/>
          <p:cNvSpPr txBox="1"/>
          <p:nvPr/>
        </p:nvSpPr>
        <p:spPr>
          <a:xfrm>
            <a:off x="467715" y="1268850"/>
            <a:ext cx="158411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rgbClr val="0000FF"/>
                </a:solidFill>
              </a:rPr>
              <a:t>1</a:t>
            </a:r>
            <a:r>
              <a:rPr lang="zh-CN" altLang="en-US" dirty="0" smtClean="0">
                <a:solidFill>
                  <a:srgbClr val="0000FF"/>
                </a:solidFill>
              </a:rPr>
              <a:t>、组成</a:t>
            </a:r>
            <a:endParaRPr lang="zh-CN" altLang="en-US" dirty="0">
              <a:solidFill>
                <a:srgbClr val="0000FF"/>
              </a:solidFill>
            </a:endParaRPr>
          </a:p>
        </p:txBody>
      </p:sp>
      <p:sp>
        <p:nvSpPr>
          <p:cNvPr id="4" name="左大括号 3"/>
          <p:cNvSpPr/>
          <p:nvPr/>
        </p:nvSpPr>
        <p:spPr bwMode="auto">
          <a:xfrm>
            <a:off x="827740" y="2204915"/>
            <a:ext cx="288020" cy="1512105"/>
          </a:xfrm>
          <a:prstGeom prst="leftBrace">
            <a:avLst/>
          </a:prstGeom>
          <a:noFill/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0000" tIns="46800" rIns="90000" bIns="4680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2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华文中宋" panose="02010600040101010101" pitchFamily="2" charset="-122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0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81" grpId="0"/>
      <p:bldP spid="22" grpId="0" autoUpdateAnimBg="0" build="p"/>
      <p:bldP spid="23" grpId="0" autoUpdateAnimBg="0" build="p"/>
      <p:bldP spid="24" grpId="0" autoUpdateAnimBg="0" build="p"/>
      <p:bldP spid="32" grpId="0" autoUpdateAnimBg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929063" y="116770"/>
            <a:ext cx="5214937" cy="490537"/>
          </a:xfr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eaLnBrk="1" hangingPunct="1">
              <a:defRPr/>
            </a:pPr>
            <a:r>
              <a:rPr kumimoji="1" lang="en-US" altLang="zh-CN" sz="3000" kern="1200" dirty="0" smtClean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3.6-9 </a:t>
            </a:r>
            <a:r>
              <a:rPr kumimoji="1" lang="zh-CN" altLang="en-US" sz="3000" kern="1200" dirty="0" smtClean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滑动轴承结构与材料</a:t>
            </a:r>
            <a:endParaRPr kumimoji="1" lang="zh-CN" altLang="en-US" sz="3000" kern="1200" dirty="0" smtClean="0">
              <a:solidFill>
                <a:srgbClr val="CC3300"/>
              </a:solidFill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2467" name="文本框 57355"/>
          <p:cNvSpPr txBox="1">
            <a:spLocks noChangeArrowheads="1"/>
          </p:cNvSpPr>
          <p:nvPr/>
        </p:nvSpPr>
        <p:spPr bwMode="auto">
          <a:xfrm>
            <a:off x="395710" y="1052835"/>
            <a:ext cx="3816265" cy="461665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2000" dirty="0" smtClean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000" dirty="0" smtClean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）整体式</a:t>
            </a:r>
            <a:r>
              <a:rPr lang="zh-CN" altLang="en-US" sz="20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径向滑动轴承</a:t>
            </a:r>
            <a:endParaRPr lang="zh-CN" altLang="en-US" sz="2000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2470" name="矩形 57356"/>
          <p:cNvSpPr>
            <a:spLocks noChangeArrowheads="1"/>
          </p:cNvSpPr>
          <p:nvPr/>
        </p:nvSpPr>
        <p:spPr bwMode="auto">
          <a:xfrm>
            <a:off x="395710" y="1844890"/>
            <a:ext cx="8348662" cy="1217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indent="4572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zh-CN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整体式径向滑动轴承由</a:t>
            </a:r>
            <a:r>
              <a:rPr lang="zh-CN" altLang="zh-CN" sz="2000" dirty="0">
                <a:solidFill>
                  <a:srgbClr val="C00000"/>
                </a:solidFill>
                <a:latin typeface="Times New Roman" panose="02020603050405020304" pitchFamily="18" charset="0"/>
              </a:rPr>
              <a:t>轴承座</a:t>
            </a:r>
            <a:r>
              <a:rPr lang="zh-CN" altLang="zh-CN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和由减摩材料制成的</a:t>
            </a:r>
            <a:r>
              <a:rPr lang="zh-CN" altLang="zh-CN" sz="2000" dirty="0">
                <a:solidFill>
                  <a:srgbClr val="C00000"/>
                </a:solidFill>
                <a:latin typeface="Times New Roman" panose="02020603050405020304" pitchFamily="18" charset="0"/>
              </a:rPr>
              <a:t>整体轴套</a:t>
            </a:r>
            <a:r>
              <a:rPr lang="zh-CN" altLang="zh-CN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组成。轴承座上设有安装润滑油杯的螺纹孔。在轴套上开有油孔，并在轴套的内表面上开有油槽。</a:t>
            </a:r>
            <a:endParaRPr lang="zh-CN" altLang="zh-CN" sz="2000" dirty="0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62471" name="矩形 57356"/>
          <p:cNvSpPr>
            <a:spLocks noChangeArrowheads="1"/>
          </p:cNvSpPr>
          <p:nvPr/>
        </p:nvSpPr>
        <p:spPr bwMode="auto">
          <a:xfrm>
            <a:off x="467715" y="3212985"/>
            <a:ext cx="8432800" cy="858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indent="4572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整体式滑动轴承结构简单，成本低廉。但轴套磨损后，轴承间隙过大时无法调整。多用在低速、轻载或间歇性工作的机器中。</a:t>
            </a:r>
            <a:endParaRPr lang="zh-CN" altLang="en-US" sz="2000" dirty="0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38922" name="Picture 11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705" y="4005040"/>
            <a:ext cx="5205412" cy="214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直接连接符 6"/>
          <p:cNvSpPr>
            <a:spLocks noChangeShapeType="1"/>
          </p:cNvSpPr>
          <p:nvPr/>
        </p:nvSpPr>
        <p:spPr bwMode="auto">
          <a:xfrm>
            <a:off x="0" y="765175"/>
            <a:ext cx="9144000" cy="0"/>
          </a:xfrm>
          <a:prstGeom prst="line">
            <a:avLst/>
          </a:prstGeom>
          <a:noFill/>
          <a:ln w="28575">
            <a:solidFill>
              <a:srgbClr val="C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12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2075" y="4221055"/>
            <a:ext cx="3369365" cy="22908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2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8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62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62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467" grpId="0" animBg="1"/>
      <p:bldP spid="62470" grpId="0"/>
      <p:bldP spid="6247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929063" y="195263"/>
            <a:ext cx="5214937" cy="490537"/>
          </a:xfr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eaLnBrk="1" hangingPunct="1">
              <a:defRPr/>
            </a:pPr>
            <a:r>
              <a:rPr kumimoji="1" lang="en-US" altLang="zh-CN" sz="3000" kern="1200" dirty="0" smtClean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3.6-9 </a:t>
            </a:r>
            <a:r>
              <a:rPr kumimoji="1" lang="zh-CN" altLang="en-US" sz="3000" kern="1200" dirty="0" smtClean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滑动轴承结构与材料</a:t>
            </a:r>
            <a:endParaRPr kumimoji="1" lang="zh-CN" altLang="en-US" sz="3000" kern="1200" dirty="0" smtClean="0">
              <a:solidFill>
                <a:srgbClr val="CC3300"/>
              </a:solidFill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2470" name="矩形 57356"/>
          <p:cNvSpPr>
            <a:spLocks noChangeArrowheads="1"/>
          </p:cNvSpPr>
          <p:nvPr/>
        </p:nvSpPr>
        <p:spPr bwMode="auto">
          <a:xfrm>
            <a:off x="395710" y="1412860"/>
            <a:ext cx="8432800" cy="155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indent="4572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zh-CN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对开式径向滑动轴承由轴承座、轴承盖、剖分式轴瓦和双头螺柱等组成。轴承盖和轴承座的剖分面常做成阶梯形，以便对中和防止横向错动。轴承盖上部开有螺纹孔，用以安装油杯或油管。剖分式轴瓦由上、下两半组成，通常是下轴瓦承受载荷，上轴瓦不承受载荷。</a:t>
            </a:r>
            <a:endParaRPr lang="zh-CN" altLang="zh-CN" sz="2000" dirty="0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62473" name="矩形 57356"/>
          <p:cNvSpPr>
            <a:spLocks noChangeArrowheads="1"/>
          </p:cNvSpPr>
          <p:nvPr/>
        </p:nvSpPr>
        <p:spPr bwMode="auto">
          <a:xfrm>
            <a:off x="251700" y="5661155"/>
            <a:ext cx="8424585" cy="848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indent="4572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对开式径向滑动轴承装拆方便，并且轴瓦磨损后可以用</a:t>
            </a:r>
            <a:r>
              <a:rPr lang="zh-CN" altLang="en-US" sz="2000" dirty="0">
                <a:solidFill>
                  <a:srgbClr val="C00000"/>
                </a:solidFill>
                <a:latin typeface="Times New Roman" panose="02020603050405020304" pitchFamily="18" charset="0"/>
              </a:rPr>
              <a:t>减少剖分面处的垫片厚度来调整轴承间隙</a:t>
            </a:r>
            <a:r>
              <a:rPr lang="zh-CN" altLang="en-US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(调整后应修刮轴瓦内孔</a:t>
            </a:r>
            <a:r>
              <a:rPr lang="zh-CN" altLang="en-US" sz="2000" dirty="0" smtClean="0">
                <a:solidFill>
                  <a:srgbClr val="000099"/>
                </a:solidFill>
                <a:latin typeface="Times New Roman" panose="02020603050405020304" pitchFamily="18" charset="0"/>
              </a:rPr>
              <a:t>)。</a:t>
            </a:r>
            <a:endParaRPr lang="zh-CN" altLang="en-US" sz="2000" dirty="0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5" name="文本框 57355"/>
          <p:cNvSpPr txBox="1">
            <a:spLocks noChangeArrowheads="1"/>
          </p:cNvSpPr>
          <p:nvPr/>
        </p:nvSpPr>
        <p:spPr bwMode="auto">
          <a:xfrm>
            <a:off x="357188" y="785813"/>
            <a:ext cx="3278747" cy="498598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dirty="0" smtClean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zh-CN" altLang="en-US" dirty="0" smtClean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对</a:t>
            </a:r>
            <a:r>
              <a:rPr lang="zh-CN" altLang="en-US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开式径向滑动轴承</a:t>
            </a:r>
            <a:endParaRPr lang="zh-CN" altLang="en-US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9948" name="直接连接符 6"/>
          <p:cNvSpPr>
            <a:spLocks noChangeShapeType="1"/>
          </p:cNvSpPr>
          <p:nvPr/>
        </p:nvSpPr>
        <p:spPr bwMode="auto">
          <a:xfrm>
            <a:off x="0" y="765175"/>
            <a:ext cx="9144000" cy="0"/>
          </a:xfrm>
          <a:prstGeom prst="line">
            <a:avLst/>
          </a:prstGeom>
          <a:noFill/>
          <a:ln w="28575">
            <a:solidFill>
              <a:srgbClr val="C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9949" name="Picture 1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7940" y="3212985"/>
            <a:ext cx="5295900" cy="2247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1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705" y="3140980"/>
            <a:ext cx="3312230" cy="23937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9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62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62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470" grpId="0"/>
      <p:bldP spid="62473" grpId="0"/>
      <p:bldP spid="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929063" y="195263"/>
            <a:ext cx="5214937" cy="490537"/>
          </a:xfr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eaLnBrk="1" hangingPunct="1">
              <a:defRPr/>
            </a:pPr>
            <a:r>
              <a:rPr kumimoji="1" lang="en-US" altLang="zh-CN" sz="3000" kern="1200" dirty="0" smtClean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3.6-9 </a:t>
            </a:r>
            <a:r>
              <a:rPr kumimoji="1" lang="zh-CN" altLang="en-US" sz="3000" kern="1200" dirty="0" smtClean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滑动轴承结构与材料</a:t>
            </a:r>
            <a:endParaRPr kumimoji="1" lang="zh-CN" altLang="en-US" sz="3000" kern="1200" dirty="0" smtClean="0">
              <a:solidFill>
                <a:srgbClr val="CC3300"/>
              </a:solidFill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3" name="文本框 57355"/>
          <p:cNvSpPr txBox="1">
            <a:spLocks noChangeArrowheads="1"/>
          </p:cNvSpPr>
          <p:nvPr/>
        </p:nvSpPr>
        <p:spPr bwMode="auto">
          <a:xfrm>
            <a:off x="251700" y="1124840"/>
            <a:ext cx="2452687" cy="498598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、止推滑动轴承</a:t>
            </a:r>
            <a:endParaRPr lang="zh-CN" altLang="en-US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矩形 57356"/>
          <p:cNvSpPr>
            <a:spLocks noChangeArrowheads="1"/>
          </p:cNvSpPr>
          <p:nvPr/>
        </p:nvSpPr>
        <p:spPr bwMode="auto">
          <a:xfrm>
            <a:off x="323705" y="1916895"/>
            <a:ext cx="8432800" cy="8930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indent="4572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zh-CN" dirty="0">
                <a:solidFill>
                  <a:srgbClr val="000099"/>
                </a:solidFill>
                <a:latin typeface="Times New Roman" panose="02020603050405020304" pitchFamily="18" charset="0"/>
              </a:rPr>
              <a:t>止推滑动轴承用来承受轴向载荷，通常由</a:t>
            </a:r>
            <a:r>
              <a:rPr lang="zh-CN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轴承</a:t>
            </a:r>
            <a:r>
              <a:rPr lang="zh-CN" altLang="zh-CN" dirty="0">
                <a:solidFill>
                  <a:srgbClr val="C00000"/>
                </a:solidFill>
                <a:latin typeface="Times New Roman" panose="02020603050405020304" pitchFamily="18" charset="0"/>
              </a:rPr>
              <a:t>座</a:t>
            </a:r>
            <a:r>
              <a:rPr lang="zh-CN" altLang="zh-CN" dirty="0">
                <a:solidFill>
                  <a:srgbClr val="000099"/>
                </a:solidFill>
                <a:latin typeface="Times New Roman" panose="02020603050405020304" pitchFamily="18" charset="0"/>
              </a:rPr>
              <a:t>和</a:t>
            </a:r>
            <a:r>
              <a:rPr lang="zh-CN" altLang="zh-CN" dirty="0">
                <a:solidFill>
                  <a:srgbClr val="C00000"/>
                </a:solidFill>
                <a:latin typeface="Times New Roman" panose="02020603050405020304" pitchFamily="18" charset="0"/>
              </a:rPr>
              <a:t>止推轴颈</a:t>
            </a:r>
            <a:r>
              <a:rPr lang="zh-CN" altLang="zh-CN" dirty="0">
                <a:solidFill>
                  <a:srgbClr val="000099"/>
                </a:solidFill>
                <a:latin typeface="Times New Roman" panose="02020603050405020304" pitchFamily="18" charset="0"/>
              </a:rPr>
              <a:t>组成。常用的结构形式有空心式、单环式和多环式。</a:t>
            </a:r>
            <a:endParaRPr lang="zh-CN" altLang="zh-CN" dirty="0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7" name="文本框 106"/>
          <p:cNvSpPr txBox="1">
            <a:spLocks noChangeArrowheads="1"/>
          </p:cNvSpPr>
          <p:nvPr/>
        </p:nvSpPr>
        <p:spPr bwMode="auto">
          <a:xfrm>
            <a:off x="4211975" y="3501005"/>
            <a:ext cx="3573462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algn="r" eaLnBrk="1" hangingPunct="1"/>
            <a:r>
              <a:rPr lang="zh-CN" altLang="en-US" sz="2000" dirty="0">
                <a:solidFill>
                  <a:srgbClr val="000099"/>
                </a:solidFill>
                <a:latin typeface="华文中宋" panose="02010600040101010101" pitchFamily="2" charset="-122"/>
                <a:hlinkClick r:id="rId1" action="ppaction://hlinksldjump"/>
              </a:rPr>
              <a:t>止推滑动轴承形式及尺寸</a:t>
            </a:r>
            <a:r>
              <a:rPr lang="en-US" altLang="zh-CN" sz="2000" dirty="0">
                <a:solidFill>
                  <a:srgbClr val="000099"/>
                </a:solidFill>
                <a:latin typeface="华文中宋" panose="02010600040101010101" pitchFamily="2" charset="-122"/>
                <a:hlinkClick r:id="rId1" action="ppaction://hlinksldjump"/>
              </a:rPr>
              <a:t>→</a:t>
            </a:r>
            <a:endParaRPr lang="en-US" altLang="zh-CN" sz="2000" dirty="0">
              <a:solidFill>
                <a:srgbClr val="000099"/>
              </a:solidFill>
              <a:latin typeface="华文中宋" panose="02010600040101010101" pitchFamily="2" charset="-122"/>
            </a:endParaRPr>
          </a:p>
        </p:txBody>
      </p:sp>
      <p:sp>
        <p:nvSpPr>
          <p:cNvPr id="39948" name="直接连接符 6"/>
          <p:cNvSpPr>
            <a:spLocks noChangeShapeType="1"/>
          </p:cNvSpPr>
          <p:nvPr/>
        </p:nvSpPr>
        <p:spPr bwMode="auto">
          <a:xfrm>
            <a:off x="0" y="765175"/>
            <a:ext cx="9144000" cy="0"/>
          </a:xfrm>
          <a:prstGeom prst="line">
            <a:avLst/>
          </a:prstGeom>
          <a:noFill/>
          <a:ln w="28575">
            <a:solidFill>
              <a:srgbClr val="C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  <p:bldP spid="10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786188" y="195263"/>
            <a:ext cx="5357812" cy="490537"/>
          </a:xfr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eaLnBrk="1" hangingPunct="1">
              <a:defRPr/>
            </a:pPr>
            <a:r>
              <a:rPr kumimoji="1" lang="en-US" altLang="zh-CN" sz="3000" kern="1200" dirty="0" smtClean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3.6-9</a:t>
            </a:r>
            <a:r>
              <a:rPr kumimoji="1" lang="zh-CN" altLang="en-US" sz="3000" kern="1200" dirty="0" smtClean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滑动轴承结构与材料</a:t>
            </a:r>
            <a:endParaRPr kumimoji="1" lang="zh-CN" altLang="en-US" sz="3000" kern="1200" dirty="0" smtClean="0">
              <a:solidFill>
                <a:srgbClr val="CC3300"/>
              </a:solidFill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pic>
        <p:nvPicPr>
          <p:cNvPr id="40963" name="Picture 75" descr="NEXT1">
            <a:hlinkClick r:id="" action="ppaction://hlinkshowjump?jump=nextslide"/>
          </p:cNvPr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42363" y="6523038"/>
            <a:ext cx="287337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64" name="Picture 74" descr="back1">
            <a:hlinkClick r:id="" action="ppaction://hlinkshowjump?jump=previousslide"/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2788" y="6523038"/>
            <a:ext cx="287337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65" name="Picture 73" descr="rewind1">
            <a:hlinkClick r:id="rId3" action="ppaction://hlinksldjump"/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4800" y="6523038"/>
            <a:ext cx="287338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2466" name="文本框 57355"/>
          <p:cNvSpPr txBox="1">
            <a:spLocks noChangeArrowheads="1"/>
          </p:cNvSpPr>
          <p:nvPr/>
        </p:nvSpPr>
        <p:spPr bwMode="auto">
          <a:xfrm>
            <a:off x="169863" y="762000"/>
            <a:ext cx="1982787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二、轴瓦结构</a:t>
            </a:r>
            <a:endParaRPr lang="zh-CN" altLang="en-US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2467" name="文本框 57355"/>
          <p:cNvSpPr txBox="1">
            <a:spLocks noChangeArrowheads="1"/>
          </p:cNvSpPr>
          <p:nvPr/>
        </p:nvSpPr>
        <p:spPr bwMode="auto">
          <a:xfrm>
            <a:off x="352425" y="2622550"/>
            <a:ext cx="264477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sz="20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、轴瓦的形式和构造</a:t>
            </a:r>
            <a:endParaRPr lang="zh-CN" altLang="en-US" sz="2000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2468" name="矩形 57356"/>
          <p:cNvSpPr>
            <a:spLocks noChangeArrowheads="1"/>
          </p:cNvSpPr>
          <p:nvPr/>
        </p:nvSpPr>
        <p:spPr bwMode="auto">
          <a:xfrm>
            <a:off x="395710" y="1052835"/>
            <a:ext cx="8432800" cy="1566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indent="4572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轴瓦是滑动轴承中的重要零件。有时为了节省贵重合金材料或者由于结构上的需要，常在轴瓦的内表面上浇铸或轧制一层轴承合金，称为</a:t>
            </a:r>
            <a:r>
              <a:rPr lang="zh-CN" altLang="en-US" sz="2000" dirty="0">
                <a:solidFill>
                  <a:srgbClr val="C00000"/>
                </a:solidFill>
                <a:latin typeface="Times New Roman" panose="02020603050405020304" pitchFamily="18" charset="0"/>
              </a:rPr>
              <a:t>轴承衬</a:t>
            </a:r>
            <a:r>
              <a:rPr lang="zh-CN" altLang="en-US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。轴瓦应具有一定的强度和刚度，在轴承中定位可靠，便于输入润滑剂，容易散热，并且装拆、调整方便。</a:t>
            </a:r>
            <a:endParaRPr lang="zh-CN" altLang="en-US" sz="2000" dirty="0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62471" name="矩形 57356"/>
          <p:cNvSpPr>
            <a:spLocks noChangeArrowheads="1"/>
          </p:cNvSpPr>
          <p:nvPr/>
        </p:nvSpPr>
        <p:spPr bwMode="auto">
          <a:xfrm>
            <a:off x="395288" y="3001963"/>
            <a:ext cx="6173787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indent="4572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轴瓦按结构形式可分为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整体式</a:t>
            </a:r>
            <a:r>
              <a:rPr lang="zh-CN" altLang="en-US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和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对开式</a:t>
            </a:r>
            <a:r>
              <a:rPr lang="zh-CN" altLang="en-US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两种结构。</a:t>
            </a:r>
            <a:endParaRPr lang="zh-CN" altLang="en-US" sz="2000" dirty="0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3" name="矩形 57356"/>
          <p:cNvSpPr>
            <a:spLocks noChangeArrowheads="1"/>
          </p:cNvSpPr>
          <p:nvPr/>
        </p:nvSpPr>
        <p:spPr bwMode="auto">
          <a:xfrm>
            <a:off x="395710" y="3429000"/>
            <a:ext cx="8432800" cy="846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indent="4572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整体式轴瓦按材料及制法不同，分为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整体轴套</a:t>
            </a:r>
            <a:r>
              <a:rPr lang="zh-CN" altLang="en-US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和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卷制轴套</a:t>
            </a:r>
            <a:r>
              <a:rPr lang="zh-CN" altLang="en-US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。非金属整体式轴瓦既可以是整体非金属轴套，也可以是在钢套上镶衬非金属材料。</a:t>
            </a:r>
            <a:endParaRPr lang="zh-CN" altLang="en-US" sz="2000" dirty="0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77837" name="文本框 106"/>
          <p:cNvSpPr txBox="1">
            <a:spLocks noChangeArrowheads="1"/>
          </p:cNvSpPr>
          <p:nvPr/>
        </p:nvSpPr>
        <p:spPr bwMode="auto">
          <a:xfrm>
            <a:off x="971750" y="6093185"/>
            <a:ext cx="7015162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algn="ctr" eaLnBrk="1" hangingPunct="1"/>
            <a:r>
              <a:rPr lang="zh-CN" altLang="en-US" sz="2000" dirty="0">
                <a:solidFill>
                  <a:srgbClr val="000099"/>
                </a:solidFill>
                <a:latin typeface="华文中宋" panose="02010600040101010101" pitchFamily="2" charset="-122"/>
              </a:rPr>
              <a:t>整体轴套                卷制轴套                     对开式轴瓦结构</a:t>
            </a:r>
            <a:endParaRPr lang="zh-CN" altLang="en-US" sz="2000" dirty="0">
              <a:solidFill>
                <a:srgbClr val="000099"/>
              </a:solidFill>
              <a:latin typeface="华文中宋" panose="02010600040101010101" pitchFamily="2" charset="-122"/>
            </a:endParaRPr>
          </a:p>
        </p:txBody>
      </p:sp>
      <p:pic>
        <p:nvPicPr>
          <p:cNvPr id="77839" name="Picture 15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735" y="4509075"/>
            <a:ext cx="1390650" cy="1477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73" name="直接连接符 6"/>
          <p:cNvSpPr>
            <a:spLocks noChangeShapeType="1"/>
          </p:cNvSpPr>
          <p:nvPr/>
        </p:nvSpPr>
        <p:spPr bwMode="auto">
          <a:xfrm>
            <a:off x="0" y="765175"/>
            <a:ext cx="9144000" cy="0"/>
          </a:xfrm>
          <a:prstGeom prst="line">
            <a:avLst/>
          </a:prstGeom>
          <a:noFill/>
          <a:ln w="28575">
            <a:solidFill>
              <a:srgbClr val="C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40974" name="Picture 1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850" y="4509075"/>
            <a:ext cx="3038475" cy="147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75" name="Picture 1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4080" y="4437070"/>
            <a:ext cx="2762250" cy="158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2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2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2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2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0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40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466" grpId="0"/>
      <p:bldP spid="62467" grpId="0"/>
      <p:bldP spid="62468" grpId="0"/>
      <p:bldP spid="62471" grpId="0"/>
      <p:bldP spid="3" grpId="0"/>
      <p:bldP spid="7783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929063" y="195263"/>
            <a:ext cx="5214937" cy="490537"/>
          </a:xfr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eaLnBrk="1" hangingPunct="1">
              <a:defRPr/>
            </a:pPr>
            <a:r>
              <a:rPr kumimoji="1" lang="en-US" altLang="zh-CN" sz="3000" kern="1200" dirty="0" smtClean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3.6-9 </a:t>
            </a:r>
            <a:r>
              <a:rPr kumimoji="1" lang="zh-CN" altLang="en-US" sz="3000" kern="1200" dirty="0" smtClean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滑动轴承结构与材料</a:t>
            </a:r>
            <a:endParaRPr kumimoji="1" lang="zh-CN" altLang="en-US" sz="3000" kern="1200" dirty="0" smtClean="0">
              <a:solidFill>
                <a:srgbClr val="CC3300"/>
              </a:solidFill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2472" name="矩形 57356"/>
          <p:cNvSpPr>
            <a:spLocks noChangeArrowheads="1"/>
          </p:cNvSpPr>
          <p:nvPr/>
        </p:nvSpPr>
        <p:spPr bwMode="auto">
          <a:xfrm>
            <a:off x="251700" y="764815"/>
            <a:ext cx="84328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indent="4572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对开式轴瓦有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厚壁轴瓦</a:t>
            </a:r>
            <a:r>
              <a:rPr lang="zh-CN" altLang="en-US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和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薄壁轴瓦</a:t>
            </a:r>
            <a:r>
              <a:rPr lang="zh-CN" altLang="en-US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之分。厚壁轴瓦用铸造方法制造，内表面可附有轴承衬。轴瓦内表面上常制出各种形式的榫头、凹沟或螺纹，以保证轴承合金与轴瓦贴附牢固。</a:t>
            </a:r>
            <a:endParaRPr lang="zh-CN" altLang="en-US" sz="2000" dirty="0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3" name="矩形 57356"/>
          <p:cNvSpPr>
            <a:spLocks noChangeArrowheads="1"/>
          </p:cNvSpPr>
          <p:nvPr/>
        </p:nvSpPr>
        <p:spPr bwMode="auto">
          <a:xfrm>
            <a:off x="251143" y="3716973"/>
            <a:ext cx="8432800" cy="879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indent="4572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薄壁轴瓦由于能用双金属板连续轧制等新工艺进行大量生产，故质量稳定，成本低，但轴瓦刚性小，轴瓦和轴承座均需精密加工。</a:t>
            </a:r>
            <a:endParaRPr lang="zh-CN" altLang="en-US" sz="2000" dirty="0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62471" name="矩形 57356"/>
          <p:cNvSpPr>
            <a:spLocks noChangeArrowheads="1"/>
          </p:cNvSpPr>
          <p:nvPr/>
        </p:nvSpPr>
        <p:spPr bwMode="auto">
          <a:xfrm>
            <a:off x="179810" y="4997445"/>
            <a:ext cx="8432800" cy="808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indent="4572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轴瓦按材料可分为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单材料</a:t>
            </a:r>
            <a:r>
              <a:rPr lang="zh-CN" altLang="en-US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和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多材料</a:t>
            </a:r>
            <a:r>
              <a:rPr lang="zh-CN" altLang="en-US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轴瓦。单材料轴瓦是用强度足够的材料直接做成。若轴瓦强度不足，可采用多材料制作轴瓦。</a:t>
            </a:r>
            <a:endParaRPr lang="zh-CN" altLang="en-US" sz="2000" dirty="0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41993" name="直接连接符 6"/>
          <p:cNvSpPr>
            <a:spLocks noChangeShapeType="1"/>
          </p:cNvSpPr>
          <p:nvPr/>
        </p:nvSpPr>
        <p:spPr bwMode="auto">
          <a:xfrm>
            <a:off x="0" y="765175"/>
            <a:ext cx="9144000" cy="0"/>
          </a:xfrm>
          <a:prstGeom prst="line">
            <a:avLst/>
          </a:prstGeom>
          <a:noFill/>
          <a:ln w="28575">
            <a:solidFill>
              <a:srgbClr val="C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41994" name="Picture 1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7865" y="1916895"/>
            <a:ext cx="4495800" cy="1504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2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19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2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472" grpId="0"/>
      <p:bldP spid="3" grpId="0"/>
      <p:bldP spid="6247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643313" y="195263"/>
            <a:ext cx="5500687" cy="490537"/>
          </a:xfr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eaLnBrk="1" hangingPunct="1">
              <a:defRPr/>
            </a:pPr>
            <a:r>
              <a:rPr kumimoji="1" lang="en-US" altLang="zh-CN" sz="3000" kern="1200" dirty="0" smtClean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3.6-9 </a:t>
            </a:r>
            <a:r>
              <a:rPr kumimoji="1" lang="zh-CN" altLang="en-US" sz="3000" kern="1200" dirty="0" smtClean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滑动轴承结构与材料</a:t>
            </a:r>
            <a:endParaRPr kumimoji="1" lang="zh-CN" altLang="en-US" sz="3000" kern="1200" dirty="0" smtClean="0">
              <a:solidFill>
                <a:srgbClr val="CC3300"/>
              </a:solidFill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2467" name="文本框 57355"/>
          <p:cNvSpPr txBox="1">
            <a:spLocks noChangeArrowheads="1"/>
          </p:cNvSpPr>
          <p:nvPr/>
        </p:nvSpPr>
        <p:spPr bwMode="auto">
          <a:xfrm>
            <a:off x="285750" y="785813"/>
            <a:ext cx="1944688" cy="412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20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0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、轴瓦的定位</a:t>
            </a:r>
            <a:endParaRPr lang="zh-CN" altLang="en-US" sz="2000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文本框 57355"/>
          <p:cNvSpPr txBox="1">
            <a:spLocks noChangeArrowheads="1"/>
          </p:cNvSpPr>
          <p:nvPr/>
        </p:nvSpPr>
        <p:spPr bwMode="auto">
          <a:xfrm>
            <a:off x="323955" y="4527605"/>
            <a:ext cx="1944687" cy="412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20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sz="20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、油孔及油槽</a:t>
            </a:r>
            <a:endParaRPr lang="zh-CN" altLang="en-US" sz="2000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2468" name="矩形 57356"/>
          <p:cNvSpPr>
            <a:spLocks noChangeArrowheads="1"/>
          </p:cNvSpPr>
          <p:nvPr/>
        </p:nvSpPr>
        <p:spPr bwMode="auto">
          <a:xfrm>
            <a:off x="323705" y="1268850"/>
            <a:ext cx="8432800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indent="4572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轴瓦和轴承座之间不允许有相对移动</a:t>
            </a:r>
            <a:r>
              <a:rPr lang="zh-CN" altLang="en-US" sz="2000" dirty="0" smtClean="0">
                <a:solidFill>
                  <a:srgbClr val="000099"/>
                </a:solidFill>
                <a:latin typeface="Times New Roman" panose="02020603050405020304" pitchFamily="18" charset="0"/>
              </a:rPr>
              <a:t>，为了</a:t>
            </a:r>
            <a:r>
              <a:rPr lang="zh-CN" altLang="en-US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防止轴瓦沿轴向和周向移动，可将其两端做出凸缘来做轴向定位，也可用紧定螺钉或销钉将其固定在轴承座上，或在轴瓦剖分面上冲出定位唇（凸耳）以供定位用。</a:t>
            </a:r>
            <a:endParaRPr lang="zh-CN" altLang="en-US" sz="2000" dirty="0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62471" name="矩形 57356"/>
          <p:cNvSpPr>
            <a:spLocks noChangeArrowheads="1"/>
          </p:cNvSpPr>
          <p:nvPr/>
        </p:nvSpPr>
        <p:spPr bwMode="auto">
          <a:xfrm>
            <a:off x="395325" y="4941605"/>
            <a:ext cx="8432800" cy="164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indent="4572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为了把润滑油导入整个摩擦面间，轴瓦或轴颈上需开设</a:t>
            </a:r>
            <a:r>
              <a:rPr lang="zh-CN" altLang="en-US" sz="2000" dirty="0">
                <a:solidFill>
                  <a:srgbClr val="C00000"/>
                </a:solidFill>
                <a:latin typeface="Times New Roman" panose="02020603050405020304" pitchFamily="18" charset="0"/>
              </a:rPr>
              <a:t>油孔或油槽</a:t>
            </a:r>
            <a:r>
              <a:rPr lang="zh-CN" altLang="en-US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。油孔用来供油，油槽用来输送和分布润滑油。对于液体动压径向轴承，有</a:t>
            </a:r>
            <a:r>
              <a:rPr lang="zh-CN" altLang="en-US" sz="2000" dirty="0">
                <a:solidFill>
                  <a:srgbClr val="C00000"/>
                </a:solidFill>
                <a:latin typeface="Times New Roman" panose="02020603050405020304" pitchFamily="18" charset="0"/>
              </a:rPr>
              <a:t>轴向油槽和周向油槽</a:t>
            </a:r>
            <a:r>
              <a:rPr lang="zh-CN" altLang="en-US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两种形式可供选择。轴向油槽分为单轴向油槽及双轴向油槽。</a:t>
            </a:r>
            <a:endParaRPr lang="zh-CN" altLang="en-US" sz="2000" dirty="0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43018" name="直接连接符 6"/>
          <p:cNvSpPr>
            <a:spLocks noChangeShapeType="1"/>
          </p:cNvSpPr>
          <p:nvPr/>
        </p:nvSpPr>
        <p:spPr bwMode="auto">
          <a:xfrm>
            <a:off x="0" y="765175"/>
            <a:ext cx="9144000" cy="0"/>
          </a:xfrm>
          <a:prstGeom prst="line">
            <a:avLst/>
          </a:prstGeom>
          <a:noFill/>
          <a:ln w="28575">
            <a:solidFill>
              <a:srgbClr val="C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43019" name="Picture 1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5875" y="2565517"/>
            <a:ext cx="6534150" cy="196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2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2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2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467" grpId="0"/>
      <p:bldP spid="2" grpId="0"/>
      <p:bldP spid="62468" grpId="0"/>
      <p:bldP spid="6247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857625" y="195263"/>
            <a:ext cx="5286375" cy="490537"/>
          </a:xfr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eaLnBrk="1" hangingPunct="1">
              <a:defRPr/>
            </a:pPr>
            <a:r>
              <a:rPr kumimoji="1" lang="en-US" altLang="zh-CN" sz="3000" kern="1200" dirty="0" smtClean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3.6-9 </a:t>
            </a:r>
            <a:r>
              <a:rPr kumimoji="1" lang="zh-CN" altLang="en-US" sz="3000" kern="1200" dirty="0" smtClean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滑动轴承结构与材料</a:t>
            </a:r>
            <a:endParaRPr kumimoji="1" lang="zh-CN" altLang="en-US" sz="3000" kern="1200" dirty="0" smtClean="0">
              <a:solidFill>
                <a:srgbClr val="CC3300"/>
              </a:solidFill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pic>
        <p:nvPicPr>
          <p:cNvPr id="44035" name="Picture 75" descr="NEXT1">
            <a:hlinkClick r:id="" action="ppaction://hlinkshowjump?jump=nextslide"/>
          </p:cNvPr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42363" y="6523038"/>
            <a:ext cx="287337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4036" name="Picture 74" descr="back1">
            <a:hlinkClick r:id="" action="ppaction://hlinkshowjump?jump=previousslide"/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2788" y="6523038"/>
            <a:ext cx="287337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4037" name="Picture 73" descr="rewind1">
            <a:hlinkClick r:id="rId3" action="ppaction://hlinksldjump"/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4800" y="6523038"/>
            <a:ext cx="287338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2468" name="矩形 57356" descr="7b0a202020202262756c6c6574223a20227b5c2263617465676f727949645c223a5c225c222c5c2274656d706c61746549645c223a32303233313634357d220a7d0a"/>
          <p:cNvSpPr>
            <a:spLocks noChangeArrowheads="1"/>
          </p:cNvSpPr>
          <p:nvPr/>
        </p:nvSpPr>
        <p:spPr bwMode="auto">
          <a:xfrm>
            <a:off x="179705" y="836930"/>
            <a:ext cx="4663440" cy="41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indent="0" eaLnBrk="1" hangingPunct="1">
              <a:lnSpc>
                <a:spcPct val="120000"/>
              </a:lnSpc>
              <a:buBlip>
                <a:blip r:embed="rId5"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</a:buBlip>
            </a:pPr>
            <a:r>
              <a:rPr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</a:rPr>
              <a:t>开设油槽和油孔时应注意：</a:t>
            </a:r>
            <a:endParaRPr lang="zh-CN" altLang="en-US" sz="2400" dirty="0">
              <a:solidFill>
                <a:srgbClr val="C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" name="文本框 1"/>
          <p:cNvSpPr txBox="1">
            <a:spLocks noChangeArrowheads="1"/>
          </p:cNvSpPr>
          <p:nvPr/>
        </p:nvSpPr>
        <p:spPr bwMode="auto">
          <a:xfrm>
            <a:off x="314565" y="5168030"/>
            <a:ext cx="40005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4572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对于不完全液体润滑径向轴承，常用油槽形状见图，设计时，可以将油槽从非承载区延伸到承载区。</a:t>
            </a:r>
            <a:endParaRPr lang="zh-CN" altLang="en-US" sz="2000" dirty="0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3" name="文本框 2"/>
          <p:cNvSpPr txBox="1">
            <a:spLocks noChangeArrowheads="1"/>
          </p:cNvSpPr>
          <p:nvPr/>
        </p:nvSpPr>
        <p:spPr bwMode="auto">
          <a:xfrm>
            <a:off x="323705" y="3573010"/>
            <a:ext cx="4375150" cy="1595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4572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sym typeface="宋体" panose="02010600030101010101" pitchFamily="2" charset="-122"/>
              </a:rPr>
              <a:t>油沟不应该开在油膜承载区内</a:t>
            </a:r>
            <a:r>
              <a:rPr lang="zh-CN" altLang="en-US" sz="2000" dirty="0">
                <a:solidFill>
                  <a:srgbClr val="000099"/>
                </a:solidFill>
                <a:latin typeface="Times New Roman" panose="02020603050405020304" pitchFamily="18" charset="0"/>
                <a:sym typeface="宋体" panose="02010600030101010101" pitchFamily="2" charset="-122"/>
              </a:rPr>
              <a:t>，否则会降低油膜的承载能力。周向油槽适用于载荷方向变动范围超过180º的场合。</a:t>
            </a:r>
            <a:endParaRPr lang="zh-CN" altLang="en-US" sz="2000" dirty="0">
              <a:solidFill>
                <a:srgbClr val="000099"/>
              </a:solidFill>
              <a:latin typeface="Times New Roman" panose="02020603050405020304" pitchFamily="18" charset="0"/>
              <a:sym typeface="宋体" panose="02010600030101010101" pitchFamily="2" charset="-122"/>
            </a:endParaRPr>
          </a:p>
        </p:txBody>
      </p:sp>
      <p:sp>
        <p:nvSpPr>
          <p:cNvPr id="4" name="文本框 3"/>
          <p:cNvSpPr txBox="1">
            <a:spLocks noChangeArrowheads="1"/>
          </p:cNvSpPr>
          <p:nvPr/>
        </p:nvSpPr>
        <p:spPr bwMode="auto">
          <a:xfrm>
            <a:off x="357188" y="2286000"/>
            <a:ext cx="4589462" cy="1198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4572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对开式径向轴承，常把轴向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油槽开在轴承剖分面处</a:t>
            </a:r>
            <a:r>
              <a:rPr lang="zh-CN" altLang="en-US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，如果轴颈双向旋转，可在轴承剖分面上开设双轴向油槽。</a:t>
            </a:r>
            <a:endParaRPr lang="zh-CN" altLang="en-US" sz="2000" dirty="0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5" name="文本框 4"/>
          <p:cNvSpPr txBox="1">
            <a:spLocks noChangeArrowheads="1"/>
          </p:cNvSpPr>
          <p:nvPr/>
        </p:nvSpPr>
        <p:spPr bwMode="auto">
          <a:xfrm>
            <a:off x="428625" y="1357313"/>
            <a:ext cx="4516438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4572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整体式径向轴承轴颈单向旋转时，单轴向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油槽最好开在最大油膜厚度位置</a:t>
            </a:r>
            <a:r>
              <a:rPr lang="zh-CN" altLang="en-US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。</a:t>
            </a:r>
            <a:endParaRPr lang="zh-CN" altLang="en-US" sz="2000" dirty="0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80911" name="Picture 15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0813" y="928688"/>
            <a:ext cx="1063625" cy="1290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0912" name="Picture 16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2125" y="2214563"/>
            <a:ext cx="2762250" cy="1425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0913" name="Picture 17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666"/>
          <a:stretch>
            <a:fillRect/>
          </a:stretch>
        </p:blipFill>
        <p:spPr bwMode="auto">
          <a:xfrm>
            <a:off x="4644640" y="3561695"/>
            <a:ext cx="4386262" cy="1857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4046" name="直接连接符 6"/>
          <p:cNvSpPr>
            <a:spLocks noChangeShapeType="1"/>
          </p:cNvSpPr>
          <p:nvPr/>
        </p:nvSpPr>
        <p:spPr bwMode="auto">
          <a:xfrm>
            <a:off x="0" y="765175"/>
            <a:ext cx="9144000" cy="0"/>
          </a:xfrm>
          <a:prstGeom prst="line">
            <a:avLst/>
          </a:prstGeom>
          <a:noFill/>
          <a:ln w="28575">
            <a:solidFill>
              <a:srgbClr val="C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44047" name="Picture 16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5510" y="5419090"/>
            <a:ext cx="2809875" cy="1133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2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44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468" grpId="0"/>
      <p:bldP spid="2" grpId="0"/>
      <p:bldP spid="3" grpId="0"/>
      <p:bldP spid="4" grpId="0"/>
      <p:bldP spid="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786188" y="195263"/>
            <a:ext cx="5357812" cy="490537"/>
          </a:xfr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eaLnBrk="1" hangingPunct="1">
              <a:defRPr/>
            </a:pPr>
            <a:r>
              <a:rPr kumimoji="1" lang="en-US" altLang="zh-CN" sz="3000" kern="1200" dirty="0" smtClean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3.6-9 </a:t>
            </a:r>
            <a:r>
              <a:rPr kumimoji="1" lang="zh-CN" altLang="en-US" sz="3000" kern="1200" dirty="0" smtClean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滑动轴承结构与材料</a:t>
            </a:r>
            <a:endParaRPr kumimoji="1" lang="zh-CN" altLang="en-US" sz="3000" kern="1200" dirty="0" smtClean="0">
              <a:solidFill>
                <a:srgbClr val="CC3300"/>
              </a:solidFill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pic>
        <p:nvPicPr>
          <p:cNvPr id="45059" name="Picture 75" descr="NEXT1">
            <a:hlinkClick r:id="" action="ppaction://hlinkshowjump?jump=nextslide"/>
          </p:cNvPr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42363" y="6523038"/>
            <a:ext cx="287337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5060" name="Picture 74" descr="back1">
            <a:hlinkClick r:id="" action="ppaction://hlinkshowjump?jump=previousslide"/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2788" y="6523038"/>
            <a:ext cx="287337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5061" name="Picture 73" descr="rewind1">
            <a:hlinkClick r:id="rId3" action="ppaction://hlinksldjump"/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4800" y="6523038"/>
            <a:ext cx="287338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2466" name="文本框 57355"/>
          <p:cNvSpPr txBox="1">
            <a:spLocks noChangeArrowheads="1"/>
          </p:cNvSpPr>
          <p:nvPr/>
        </p:nvSpPr>
        <p:spPr bwMode="auto">
          <a:xfrm>
            <a:off x="-1" y="928688"/>
            <a:ext cx="4644005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三、滑动轴承的失效形式</a:t>
            </a:r>
            <a:endParaRPr lang="zh-CN" altLang="en-US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文本框 57355"/>
          <p:cNvSpPr txBox="1">
            <a:spLocks noChangeArrowheads="1"/>
          </p:cNvSpPr>
          <p:nvPr/>
        </p:nvSpPr>
        <p:spPr bwMode="auto">
          <a:xfrm>
            <a:off x="357188" y="1357313"/>
            <a:ext cx="849312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</a:rPr>
              <a:t>、磨粒磨损。</a:t>
            </a:r>
            <a:r>
              <a:rPr lang="zh-CN" altLang="en-US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进入轴承间隙的硬颗粒将对轴颈和轴承表面起研磨作用。</a:t>
            </a:r>
            <a:endParaRPr lang="zh-CN" altLang="en-US" sz="2000" dirty="0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3" name="文本框 57355"/>
          <p:cNvSpPr txBox="1">
            <a:spLocks noChangeArrowheads="1"/>
          </p:cNvSpPr>
          <p:nvPr/>
        </p:nvSpPr>
        <p:spPr bwMode="auto">
          <a:xfrm>
            <a:off x="357188" y="1857375"/>
            <a:ext cx="8494712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</a:rPr>
              <a:t>、刮伤。</a:t>
            </a:r>
            <a:r>
              <a:rPr lang="zh-CN" altLang="en-US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进入轴承间隙中的硬颗粒或轴颈表面粗糙的轮廓峰顶，在轴承上划出线状伤痕，导致轴承因刮伤而失效。</a:t>
            </a:r>
            <a:endParaRPr lang="zh-CN" altLang="en-US" sz="2000" dirty="0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4" name="文本框 57355"/>
          <p:cNvSpPr txBox="1">
            <a:spLocks noChangeArrowheads="1"/>
          </p:cNvSpPr>
          <p:nvPr/>
        </p:nvSpPr>
        <p:spPr bwMode="auto">
          <a:xfrm>
            <a:off x="357188" y="2714625"/>
            <a:ext cx="8494712" cy="1198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</a:rPr>
              <a:t>3</a:t>
            </a:r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</a:rPr>
              <a:t>、</a:t>
            </a:r>
            <a:r>
              <a:rPr lang="zh-CN" altLang="en-US" sz="2000" dirty="0">
                <a:solidFill>
                  <a:srgbClr val="C00000"/>
                </a:solidFill>
                <a:latin typeface="Times New Roman" panose="02020603050405020304" pitchFamily="18" charset="0"/>
              </a:rPr>
              <a:t>咬粘(胶合)</a:t>
            </a:r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</a:rPr>
              <a:t>。</a:t>
            </a:r>
            <a:r>
              <a:rPr lang="zh-CN" altLang="zh-CN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当轴承温升过高，载荷过大，油膜破裂时，或在润滑油供应不足条件下，轴颈和轴承的相对运动表面材料发生粘附和迁移，从而造成轴承损坏。</a:t>
            </a:r>
            <a:endParaRPr lang="zh-CN" altLang="zh-CN" sz="2000" dirty="0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5" name="文本框 57355"/>
          <p:cNvSpPr txBox="1">
            <a:spLocks noChangeArrowheads="1"/>
          </p:cNvSpPr>
          <p:nvPr/>
        </p:nvSpPr>
        <p:spPr bwMode="auto">
          <a:xfrm>
            <a:off x="285750" y="4786313"/>
            <a:ext cx="8494713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</a:rPr>
              <a:t>5</a:t>
            </a:r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</a:rPr>
              <a:t>、腐蚀。</a:t>
            </a:r>
            <a:r>
              <a:rPr lang="zh-CN" altLang="zh-CN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润滑剂在使用中会不断氧化，所生成的酸性物质对轴承材料有腐蚀性，易受腐蚀从而在轴承表面形成点状的脱落。</a:t>
            </a:r>
            <a:endParaRPr lang="zh-CN" altLang="zh-CN" sz="2000" dirty="0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6" name="文本框 57355"/>
          <p:cNvSpPr txBox="1">
            <a:spLocks noChangeArrowheads="1"/>
          </p:cNvSpPr>
          <p:nvPr/>
        </p:nvSpPr>
        <p:spPr bwMode="auto">
          <a:xfrm>
            <a:off x="285750" y="3929063"/>
            <a:ext cx="8494713" cy="828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</a:rPr>
              <a:t>4</a:t>
            </a:r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</a:rPr>
              <a:t>、疲劳剥落。</a:t>
            </a:r>
            <a:r>
              <a:rPr lang="zh-CN" altLang="en-US" sz="2000" dirty="0">
                <a:solidFill>
                  <a:srgbClr val="000099"/>
                </a:solidFill>
                <a:latin typeface="Times New Roman" panose="02020603050405020304" pitchFamily="18" charset="0"/>
                <a:sym typeface="宋体" panose="02010600030101010101" pitchFamily="2" charset="-122"/>
              </a:rPr>
              <a:t>在载荷反复作用下，轴承表面出现与滑动方向垂直的疲劳裂纹，当裂纹向轴承衬与衬背结合面扩展后，轴承衬材料发生疲劳剥落。</a:t>
            </a:r>
            <a:endParaRPr lang="zh-CN" altLang="en-US" sz="2000" dirty="0">
              <a:solidFill>
                <a:srgbClr val="000099"/>
              </a:solidFill>
              <a:latin typeface="Times New Roman" panose="02020603050405020304" pitchFamily="18" charset="0"/>
              <a:sym typeface="宋体" panose="02010600030101010101" pitchFamily="2" charset="-122"/>
            </a:endParaRPr>
          </a:p>
        </p:txBody>
      </p:sp>
      <p:sp>
        <p:nvSpPr>
          <p:cNvPr id="62473" name="矩形 57356"/>
          <p:cNvSpPr>
            <a:spLocks noChangeArrowheads="1"/>
          </p:cNvSpPr>
          <p:nvPr/>
        </p:nvSpPr>
        <p:spPr bwMode="auto">
          <a:xfrm>
            <a:off x="467715" y="5733160"/>
            <a:ext cx="8432800" cy="930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indent="4572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以上列举了常见的几种失效形式，由于工作条件不同，滑动轴承还可能出现气蚀、流体侵蚀、电侵蚀和微动磨损等损伤。</a:t>
            </a:r>
            <a:endParaRPr lang="zh-CN" altLang="en-US" sz="2000" dirty="0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45069" name="直接连接符 6"/>
          <p:cNvSpPr>
            <a:spLocks noChangeShapeType="1"/>
          </p:cNvSpPr>
          <p:nvPr/>
        </p:nvSpPr>
        <p:spPr bwMode="auto">
          <a:xfrm>
            <a:off x="0" y="765175"/>
            <a:ext cx="9144000" cy="0"/>
          </a:xfrm>
          <a:prstGeom prst="line">
            <a:avLst/>
          </a:prstGeom>
          <a:noFill/>
          <a:ln w="28575">
            <a:solidFill>
              <a:srgbClr val="C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2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62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466" grpId="0"/>
      <p:bldP spid="2" grpId="0"/>
      <p:bldP spid="3" grpId="0"/>
      <p:bldP spid="4" grpId="0"/>
      <p:bldP spid="5" grpId="0"/>
      <p:bldP spid="6" grpId="0"/>
      <p:bldP spid="6247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643313" y="195263"/>
            <a:ext cx="5500687" cy="490537"/>
          </a:xfr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eaLnBrk="1" hangingPunct="1">
              <a:defRPr/>
            </a:pPr>
            <a:r>
              <a:rPr kumimoji="1" lang="en-US" altLang="zh-CN" sz="3000" kern="1200" dirty="0" smtClean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3.6-9 </a:t>
            </a:r>
            <a:r>
              <a:rPr kumimoji="1" lang="zh-CN" altLang="en-US" sz="3000" kern="1200" dirty="0" smtClean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滑动轴承结构与材料</a:t>
            </a:r>
            <a:endParaRPr kumimoji="1" lang="zh-CN" altLang="en-US" sz="3000" kern="1200" dirty="0" smtClean="0">
              <a:solidFill>
                <a:srgbClr val="CC3300"/>
              </a:solidFill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pic>
        <p:nvPicPr>
          <p:cNvPr id="46083" name="Picture 75" descr="NEXT1">
            <a:hlinkClick r:id="" action="ppaction://hlinkshowjump?jump=nextslide"/>
          </p:cNvPr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42363" y="6523038"/>
            <a:ext cx="287337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6084" name="Picture 74" descr="back1">
            <a:hlinkClick r:id="" action="ppaction://hlinkshowjump?jump=previousslide"/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2788" y="6523038"/>
            <a:ext cx="287337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6085" name="Picture 73" descr="rewind1">
            <a:hlinkClick r:id="rId3" action="ppaction://hlinksldjump"/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4800" y="6523038"/>
            <a:ext cx="287338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2466" name="文本框 57355"/>
          <p:cNvSpPr txBox="1">
            <a:spLocks noChangeArrowheads="1"/>
          </p:cNvSpPr>
          <p:nvPr/>
        </p:nvSpPr>
        <p:spPr bwMode="auto">
          <a:xfrm>
            <a:off x="251700" y="836820"/>
            <a:ext cx="1982788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四、轴承材料</a:t>
            </a:r>
            <a:endParaRPr lang="zh-CN" altLang="en-US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文本框 57355"/>
          <p:cNvSpPr txBox="1">
            <a:spLocks noChangeArrowheads="1"/>
          </p:cNvSpPr>
          <p:nvPr/>
        </p:nvSpPr>
        <p:spPr bwMode="auto">
          <a:xfrm>
            <a:off x="323705" y="1484865"/>
            <a:ext cx="4176290" cy="444674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、轴承材料应具备的性能</a:t>
            </a:r>
            <a:endParaRPr lang="zh-CN" altLang="en-US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矩形 57356"/>
          <p:cNvSpPr>
            <a:spLocks noChangeArrowheads="1"/>
          </p:cNvSpPr>
          <p:nvPr/>
        </p:nvSpPr>
        <p:spPr bwMode="auto">
          <a:xfrm>
            <a:off x="395710" y="2060905"/>
            <a:ext cx="8432800" cy="87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indent="4572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</a:rPr>
              <a:t>轴瓦和轴承衬的材料统称为轴承材料</a:t>
            </a:r>
            <a:r>
              <a:rPr lang="zh-CN" altLang="en-US" dirty="0">
                <a:solidFill>
                  <a:srgbClr val="000099"/>
                </a:solidFill>
                <a:latin typeface="Times New Roman" panose="02020603050405020304" pitchFamily="18" charset="0"/>
              </a:rPr>
              <a:t>。针对上述失效形式，轴承材料性能应着重满足以下主要</a:t>
            </a:r>
            <a:r>
              <a:rPr lang="zh-CN" altLang="en-US" dirty="0" smtClean="0">
                <a:solidFill>
                  <a:srgbClr val="000099"/>
                </a:solidFill>
                <a:latin typeface="Times New Roman" panose="02020603050405020304" pitchFamily="18" charset="0"/>
              </a:rPr>
              <a:t>要求：</a:t>
            </a:r>
            <a:endParaRPr lang="zh-CN" altLang="en-US" dirty="0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62470" name="矩形 57356"/>
          <p:cNvSpPr>
            <a:spLocks noChangeArrowheads="1"/>
          </p:cNvSpPr>
          <p:nvPr/>
        </p:nvSpPr>
        <p:spPr bwMode="auto">
          <a:xfrm>
            <a:off x="467715" y="3140980"/>
            <a:ext cx="8432800" cy="1800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indent="4572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zh-CN" dirty="0">
                <a:solidFill>
                  <a:srgbClr val="000099"/>
                </a:solidFill>
                <a:latin typeface="Times New Roman" panose="02020603050405020304" pitchFamily="18" charset="0"/>
              </a:rPr>
              <a:t>（1）良好的减摩性、耐磨性和抗咬粘性。</a:t>
            </a:r>
            <a:endParaRPr lang="zh-CN" altLang="zh-CN" dirty="0">
              <a:solidFill>
                <a:srgbClr val="000099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zh-CN" dirty="0">
                <a:solidFill>
                  <a:srgbClr val="000099"/>
                </a:solidFill>
                <a:latin typeface="Times New Roman" panose="02020603050405020304" pitchFamily="18" charset="0"/>
              </a:rPr>
              <a:t>（2）良好的摩擦顺应性、嵌入性和磨合性。</a:t>
            </a:r>
            <a:endParaRPr lang="zh-CN" altLang="zh-CN" dirty="0">
              <a:solidFill>
                <a:srgbClr val="000099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zh-CN" dirty="0">
                <a:solidFill>
                  <a:srgbClr val="000099"/>
                </a:solidFill>
                <a:latin typeface="Times New Roman" panose="02020603050405020304" pitchFamily="18" charset="0"/>
              </a:rPr>
              <a:t>（3）足够的强度和抗腐蚀能力</a:t>
            </a:r>
            <a:endParaRPr lang="zh-CN" altLang="zh-CN" dirty="0">
              <a:solidFill>
                <a:srgbClr val="000099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zh-CN" dirty="0">
                <a:solidFill>
                  <a:srgbClr val="000099"/>
                </a:solidFill>
                <a:latin typeface="Times New Roman" panose="02020603050405020304" pitchFamily="18" charset="0"/>
              </a:rPr>
              <a:t>（4）良好的导热性、工艺性、经济性等</a:t>
            </a:r>
            <a:endParaRPr lang="zh-CN" altLang="zh-CN" dirty="0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46094" name="直接连接符 6"/>
          <p:cNvSpPr>
            <a:spLocks noChangeShapeType="1"/>
          </p:cNvSpPr>
          <p:nvPr/>
        </p:nvSpPr>
        <p:spPr bwMode="auto">
          <a:xfrm>
            <a:off x="0" y="765175"/>
            <a:ext cx="9144000" cy="0"/>
          </a:xfrm>
          <a:prstGeom prst="line">
            <a:avLst/>
          </a:prstGeom>
          <a:noFill/>
          <a:ln w="28575">
            <a:solidFill>
              <a:srgbClr val="C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2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2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466" grpId="0"/>
      <p:bldP spid="5" grpId="0" animBg="1"/>
      <p:bldP spid="6" grpId="0"/>
      <p:bldP spid="6247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643313" y="195263"/>
            <a:ext cx="5500687" cy="490537"/>
          </a:xfr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eaLnBrk="1" hangingPunct="1">
              <a:defRPr/>
            </a:pPr>
            <a:r>
              <a:rPr kumimoji="1" lang="en-US" altLang="zh-CN" sz="3000" kern="1200" dirty="0" smtClean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3.6-9 </a:t>
            </a:r>
            <a:r>
              <a:rPr kumimoji="1" lang="zh-CN" altLang="en-US" sz="3000" kern="1200" dirty="0" smtClean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滑动轴承结构与材料</a:t>
            </a:r>
            <a:endParaRPr kumimoji="1" lang="zh-CN" altLang="en-US" sz="3000" kern="1200" dirty="0" smtClean="0">
              <a:solidFill>
                <a:srgbClr val="CC3300"/>
              </a:solidFill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" name="文本框 57355"/>
          <p:cNvSpPr txBox="1">
            <a:spLocks noChangeArrowheads="1"/>
          </p:cNvSpPr>
          <p:nvPr/>
        </p:nvSpPr>
        <p:spPr bwMode="auto">
          <a:xfrm>
            <a:off x="467715" y="908825"/>
            <a:ext cx="1944688" cy="497205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、常用材料</a:t>
            </a:r>
            <a:endParaRPr lang="zh-CN" altLang="en-US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文本框 57355"/>
          <p:cNvSpPr txBox="1">
            <a:spLocks noChangeArrowheads="1"/>
          </p:cNvSpPr>
          <p:nvPr/>
        </p:nvSpPr>
        <p:spPr bwMode="auto">
          <a:xfrm>
            <a:off x="467995" y="2493010"/>
            <a:ext cx="2162175" cy="497205"/>
          </a:xfrm>
          <a:prstGeom prst="rect">
            <a:avLst/>
          </a:prstGeom>
          <a:noFill/>
          <a:ln w="9525">
            <a:solidFill>
              <a:srgbClr val="0070C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dirty="0">
                <a:solidFill>
                  <a:srgbClr val="C00000"/>
                </a:solidFill>
                <a:latin typeface="Calibri" panose="020F0502020204030204" pitchFamily="34" charset="0"/>
              </a:rPr>
              <a:t>①</a:t>
            </a:r>
            <a:r>
              <a:rPr lang="en-US" altLang="zh-CN" dirty="0">
                <a:solidFill>
                  <a:srgbClr val="C00000"/>
                </a:solidFill>
                <a:latin typeface="Calibri" panose="020F0502020204030204" pitchFamily="34" charset="0"/>
              </a:rPr>
              <a:t> 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</a:rPr>
              <a:t>轴承合金</a:t>
            </a:r>
            <a:endParaRPr lang="zh-CN" altLang="en-US" dirty="0">
              <a:solidFill>
                <a:srgbClr val="C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8" name="矩形 57356"/>
          <p:cNvSpPr>
            <a:spLocks noChangeArrowheads="1"/>
          </p:cNvSpPr>
          <p:nvPr/>
        </p:nvSpPr>
        <p:spPr bwMode="auto">
          <a:xfrm>
            <a:off x="179695" y="1556870"/>
            <a:ext cx="856859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indent="4572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dirty="0">
                <a:solidFill>
                  <a:srgbClr val="000099"/>
                </a:solidFill>
                <a:latin typeface="Times New Roman" panose="02020603050405020304" pitchFamily="18" charset="0"/>
              </a:rPr>
              <a:t>常用的轴承材料可分为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</a:rPr>
              <a:t>金属材料、多孔质金属材料、非金属材料。</a:t>
            </a:r>
            <a:endParaRPr lang="zh-CN" altLang="en-US" dirty="0">
              <a:solidFill>
                <a:srgbClr val="C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" name="矩形 57356"/>
          <p:cNvSpPr>
            <a:spLocks noChangeArrowheads="1"/>
          </p:cNvSpPr>
          <p:nvPr/>
        </p:nvSpPr>
        <p:spPr bwMode="auto">
          <a:xfrm>
            <a:off x="539720" y="2996355"/>
            <a:ext cx="8432800" cy="1530350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indent="4572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zh-CN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轴承合金也称巴氏合金或白合金，它是锡、铅、锑、铜的合金，它以锡或铅作为软基体，其内含有锑锡（Sb-Sn）或铜锡（Cu-Sn）的硬晶粒。</a:t>
            </a:r>
            <a:r>
              <a:rPr lang="zh-CN" altLang="zh-CN" sz="2000" dirty="0">
                <a:solidFill>
                  <a:srgbClr val="0000FF"/>
                </a:solidFill>
                <a:latin typeface="Times New Roman" panose="02020603050405020304" pitchFamily="18" charset="0"/>
              </a:rPr>
              <a:t>轴承合金的强度很低，不能单独制作轴瓦，只能贴附在青铜、钢或铸铁轴瓦上作轴承衬</a:t>
            </a:r>
            <a:r>
              <a:rPr lang="zh-CN" altLang="zh-CN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。</a:t>
            </a:r>
            <a:endParaRPr lang="zh-CN" altLang="zh-CN" sz="2000" dirty="0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46094" name="直接连接符 6"/>
          <p:cNvSpPr>
            <a:spLocks noChangeShapeType="1"/>
          </p:cNvSpPr>
          <p:nvPr/>
        </p:nvSpPr>
        <p:spPr bwMode="auto">
          <a:xfrm>
            <a:off x="0" y="765175"/>
            <a:ext cx="9144000" cy="0"/>
          </a:xfrm>
          <a:prstGeom prst="line">
            <a:avLst/>
          </a:prstGeom>
          <a:noFill/>
          <a:ln w="28575">
            <a:solidFill>
              <a:srgbClr val="C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57356"/>
          <p:cNvSpPr>
            <a:spLocks noChangeArrowheads="1"/>
          </p:cNvSpPr>
          <p:nvPr/>
        </p:nvSpPr>
        <p:spPr bwMode="auto">
          <a:xfrm>
            <a:off x="611860" y="5157140"/>
            <a:ext cx="8432800" cy="1549400"/>
          </a:xfrm>
          <a:prstGeom prst="rect">
            <a:avLst/>
          </a:prstGeom>
          <a:noFill/>
          <a:ln>
            <a:gradFill>
              <a:gsLst>
                <a:gs pos="0">
                  <a:srgbClr val="14CD68"/>
                </a:gs>
                <a:gs pos="100000">
                  <a:srgbClr val="0B6E38"/>
                </a:gs>
              </a:gsLst>
            </a:gra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indent="4572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zh-CN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铜合金是铜与锡、铅、锌或铝的合金。铜合金具有较高的强度，较好的减摩性和耐磨性。由于青铜的减摩性和耐磨性比黄铜好，故青铜是最常用的材料。黄铜类材料的减摩性能低于青铜，但黄铜具有良好的铸造及加工工艺性，并且价格低廉，可用于</a:t>
            </a:r>
            <a:r>
              <a:rPr lang="zh-CN" altLang="zh-CN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低速中载轴承的材料</a:t>
            </a:r>
            <a:r>
              <a:rPr lang="zh-CN" altLang="zh-CN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。</a:t>
            </a:r>
            <a:endParaRPr lang="zh-CN" altLang="zh-CN" sz="2000" dirty="0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" name="文本框 57355"/>
          <p:cNvSpPr txBox="1">
            <a:spLocks noChangeArrowheads="1"/>
          </p:cNvSpPr>
          <p:nvPr/>
        </p:nvSpPr>
        <p:spPr bwMode="auto">
          <a:xfrm>
            <a:off x="539720" y="4653105"/>
            <a:ext cx="1944688" cy="4972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dirty="0">
                <a:solidFill>
                  <a:srgbClr val="C00000"/>
                </a:solidFill>
                <a:latin typeface="Calibri" panose="020F0502020204030204" pitchFamily="34" charset="0"/>
              </a:rPr>
              <a:t>②</a:t>
            </a:r>
            <a:r>
              <a:rPr lang="en-US" altLang="zh-CN" dirty="0">
                <a:solidFill>
                  <a:srgbClr val="C00000"/>
                </a:solidFill>
                <a:latin typeface="Calibri" panose="020F0502020204030204" pitchFamily="34" charset="0"/>
              </a:rPr>
              <a:t> 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</a:rPr>
              <a:t>铜合金</a:t>
            </a:r>
            <a:endParaRPr lang="zh-CN" altLang="en-US" dirty="0">
              <a:solidFill>
                <a:srgbClr val="C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23850" y="2132965"/>
            <a:ext cx="267144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（一</a:t>
            </a:r>
            <a:r>
              <a:rPr lang="zh-CN" altLang="en-US" sz="20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）金属材料</a:t>
            </a:r>
            <a:endParaRPr lang="zh-CN" altLang="en-US" sz="200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467995" y="2780665"/>
            <a:ext cx="8386445" cy="1877060"/>
            <a:chOff x="737" y="4379"/>
            <a:chExt cx="13207" cy="2956"/>
          </a:xfrm>
        </p:grpSpPr>
        <p:cxnSp>
          <p:nvCxnSpPr>
            <p:cNvPr id="6" name="直接连接符 5"/>
            <p:cNvCxnSpPr/>
            <p:nvPr/>
          </p:nvCxnSpPr>
          <p:spPr>
            <a:xfrm flipH="1">
              <a:off x="737" y="4606"/>
              <a:ext cx="4" cy="2722"/>
            </a:xfrm>
            <a:prstGeom prst="line">
              <a:avLst/>
            </a:prstGeom>
            <a:noFill/>
            <a:ln w="28575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" name="直接连接符 9"/>
            <p:cNvCxnSpPr/>
            <p:nvPr/>
          </p:nvCxnSpPr>
          <p:spPr>
            <a:xfrm>
              <a:off x="737" y="7327"/>
              <a:ext cx="13154" cy="0"/>
            </a:xfrm>
            <a:prstGeom prst="line">
              <a:avLst/>
            </a:prstGeom>
            <a:noFill/>
            <a:ln w="28575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" name="直接连接符 10"/>
            <p:cNvCxnSpPr/>
            <p:nvPr/>
          </p:nvCxnSpPr>
          <p:spPr>
            <a:xfrm flipH="1" flipV="1">
              <a:off x="13877" y="4379"/>
              <a:ext cx="13" cy="2956"/>
            </a:xfrm>
            <a:prstGeom prst="line">
              <a:avLst/>
            </a:prstGeom>
            <a:noFill/>
            <a:ln w="28575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" name="直接连接符 11"/>
            <p:cNvCxnSpPr/>
            <p:nvPr/>
          </p:nvCxnSpPr>
          <p:spPr>
            <a:xfrm>
              <a:off x="4330" y="4379"/>
              <a:ext cx="9615" cy="0"/>
            </a:xfrm>
            <a:prstGeom prst="line">
              <a:avLst/>
            </a:prstGeom>
            <a:noFill/>
            <a:ln w="28575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9" name="文本框 8"/>
          <p:cNvSpPr txBox="1"/>
          <p:nvPr/>
        </p:nvSpPr>
        <p:spPr>
          <a:xfrm>
            <a:off x="2771775" y="2132330"/>
            <a:ext cx="2582545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0000FF"/>
                </a:solidFill>
              </a:rPr>
              <a:t>（</a:t>
            </a:r>
            <a:r>
              <a:rPr lang="en-US" altLang="zh-CN">
                <a:solidFill>
                  <a:srgbClr val="0000FF"/>
                </a:solidFill>
              </a:rPr>
              <a:t>1</a:t>
            </a:r>
            <a:r>
              <a:rPr lang="zh-CN" altLang="en-US">
                <a:solidFill>
                  <a:srgbClr val="0000FF"/>
                </a:solidFill>
              </a:rPr>
              <a:t>）有色金属</a:t>
            </a:r>
            <a:endParaRPr lang="zh-CN" altLang="en-US">
              <a:solidFill>
                <a:srgbClr val="0000FF"/>
              </a:solidFill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3" grpId="0" bldLvl="0" animBg="1"/>
      <p:bldP spid="8" grpId="0"/>
      <p:bldP spid="4" grpId="0" bldLvl="0" animBg="1"/>
      <p:bldP spid="15" grpId="0" bldLvl="0" animBg="1"/>
      <p:bldP spid="16" grpId="0"/>
      <p:bldP spid="5" grpId="0"/>
      <p:bldP spid="9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714750" y="214313"/>
            <a:ext cx="5429250" cy="490537"/>
          </a:xfr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eaLnBrk="1" hangingPunct="1">
              <a:defRPr/>
            </a:pPr>
            <a:r>
              <a:rPr kumimoji="1" lang="en-US" altLang="zh-CN" sz="3000" kern="1200" dirty="0" smtClean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3.6-9 </a:t>
            </a:r>
            <a:r>
              <a:rPr kumimoji="1" lang="zh-CN" altLang="en-US" sz="3000" kern="1200" dirty="0" smtClean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滑动轴承结构与材料</a:t>
            </a:r>
            <a:endParaRPr kumimoji="1" lang="zh-CN" altLang="en-US" sz="3000" kern="1200" dirty="0" smtClean="0">
              <a:solidFill>
                <a:srgbClr val="CC3300"/>
              </a:solidFill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pic>
        <p:nvPicPr>
          <p:cNvPr id="47107" name="Picture 75" descr="NEXT1">
            <a:hlinkClick r:id="" action="ppaction://hlinkshowjump?jump=nextslide"/>
          </p:cNvPr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42363" y="6523038"/>
            <a:ext cx="287337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7108" name="Picture 74" descr="back1">
            <a:hlinkClick r:id="" action="ppaction://hlinkshowjump?jump=previousslide"/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2788" y="6523038"/>
            <a:ext cx="287337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7109" name="Picture 73" descr="rewind1">
            <a:hlinkClick r:id="rId3" action="ppaction://hlinksldjump"/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4800" y="6523038"/>
            <a:ext cx="287338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文本框 57355"/>
          <p:cNvSpPr txBox="1">
            <a:spLocks noChangeArrowheads="1"/>
          </p:cNvSpPr>
          <p:nvPr/>
        </p:nvSpPr>
        <p:spPr bwMode="auto">
          <a:xfrm>
            <a:off x="323705" y="980830"/>
            <a:ext cx="2740025" cy="4972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dirty="0">
                <a:solidFill>
                  <a:srgbClr val="C00000"/>
                </a:solidFill>
                <a:latin typeface="Calibri" panose="020F0502020204030204" pitchFamily="34" charset="0"/>
              </a:rPr>
              <a:t>③</a:t>
            </a:r>
            <a:r>
              <a:rPr lang="en-US" altLang="zh-CN" dirty="0">
                <a:solidFill>
                  <a:srgbClr val="C00000"/>
                </a:solidFill>
                <a:latin typeface="Calibri" panose="020F0502020204030204" pitchFamily="34" charset="0"/>
              </a:rPr>
              <a:t> 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</a:rPr>
              <a:t>铝基轴承合金</a:t>
            </a:r>
            <a:endParaRPr lang="zh-CN" altLang="en-US" dirty="0">
              <a:solidFill>
                <a:srgbClr val="C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" name="矩形 57356"/>
          <p:cNvSpPr>
            <a:spLocks noChangeArrowheads="1"/>
          </p:cNvSpPr>
          <p:nvPr/>
        </p:nvSpPr>
        <p:spPr bwMode="auto">
          <a:xfrm>
            <a:off x="467715" y="1557120"/>
            <a:ext cx="8432800" cy="1198562"/>
          </a:xfrm>
          <a:prstGeom prst="rect">
            <a:avLst/>
          </a:prstGeom>
          <a:noFill/>
          <a:ln w="9525">
            <a:solidFill>
              <a:srgbClr val="0070C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indent="4572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zh-CN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铝基轴承合金有相当好的耐蚀性和较高的疲劳强度，摩擦性能亦较好。铝基轴承合金可以制成单金属零件(如轴套、轴承等)，也可制成双金属零件，双金属轴瓦以铝基轴承合金为轴承衬，以钢做衬背。</a:t>
            </a:r>
            <a:endParaRPr lang="zh-CN" altLang="zh-CN" sz="2000" dirty="0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8" name="矩形 57356"/>
          <p:cNvSpPr>
            <a:spLocks noChangeArrowheads="1"/>
          </p:cNvSpPr>
          <p:nvPr/>
        </p:nvSpPr>
        <p:spPr bwMode="auto">
          <a:xfrm>
            <a:off x="395710" y="3861030"/>
            <a:ext cx="8432800" cy="1562100"/>
          </a:xfrm>
          <a:prstGeom prst="rect">
            <a:avLst/>
          </a:prstGeom>
          <a:noFill/>
          <a:ln w="9525">
            <a:solidFill>
              <a:srgbClr val="00B05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indent="4572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zh-CN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普通灰铸铁、耐磨灰铸铁和球墨铸铁，都可以用做轴承材料。这类材料价格低廉，铸铁中的石墨可以在轴瓦工作表面形成一层起润滑作用的石墨层，故具有一定的减摩性和耐磨性。由于铸铁性脆、磨合性差，故只适用于</a:t>
            </a:r>
            <a:r>
              <a:rPr lang="zh-CN" altLang="zh-CN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轻载低速和不受冲击载荷的场合</a:t>
            </a:r>
            <a:r>
              <a:rPr lang="zh-CN" altLang="zh-CN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。</a:t>
            </a:r>
            <a:endParaRPr lang="zh-CN" altLang="zh-CN" sz="2000" dirty="0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9" name="文本框 57355"/>
          <p:cNvSpPr txBox="1">
            <a:spLocks noChangeArrowheads="1"/>
          </p:cNvSpPr>
          <p:nvPr/>
        </p:nvSpPr>
        <p:spPr bwMode="auto">
          <a:xfrm>
            <a:off x="251950" y="3212870"/>
            <a:ext cx="3816265" cy="4972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</a:rPr>
              <a:t>）灰铸铁及耐磨铸铁</a:t>
            </a:r>
            <a:endParaRPr lang="zh-CN" altLang="en-US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7116" name="直接连接符 6"/>
          <p:cNvSpPr>
            <a:spLocks noChangeShapeType="1"/>
          </p:cNvSpPr>
          <p:nvPr/>
        </p:nvSpPr>
        <p:spPr bwMode="auto">
          <a:xfrm>
            <a:off x="0" y="765175"/>
            <a:ext cx="9144000" cy="0"/>
          </a:xfrm>
          <a:prstGeom prst="line">
            <a:avLst/>
          </a:prstGeom>
          <a:noFill/>
          <a:ln w="28575">
            <a:solidFill>
              <a:srgbClr val="C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bldLvl="0" animBg="1"/>
      <p:bldP spid="8" grpId="0" bldLvl="0" animBg="1"/>
      <p:bldP spid="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857625" y="195263"/>
            <a:ext cx="5286375" cy="490537"/>
          </a:xfr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eaLnBrk="1" hangingPunct="1">
              <a:defRPr/>
            </a:pPr>
            <a:r>
              <a:rPr kumimoji="1" lang="en-US" altLang="zh-CN" sz="3000" kern="1200" dirty="0" smtClean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3.6-9 </a:t>
            </a:r>
            <a:r>
              <a:rPr kumimoji="1" lang="zh-CN" altLang="en-US" sz="3000" kern="1200" dirty="0" smtClean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滑动轴承结构与材料</a:t>
            </a:r>
            <a:endParaRPr kumimoji="1" lang="zh-CN" altLang="en-US" sz="3000" kern="1200" dirty="0" smtClean="0">
              <a:solidFill>
                <a:srgbClr val="CC3300"/>
              </a:solidFill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8" name="文本框 57355"/>
          <p:cNvSpPr txBox="1">
            <a:spLocks noChangeArrowheads="1"/>
          </p:cNvSpPr>
          <p:nvPr/>
        </p:nvSpPr>
        <p:spPr bwMode="auto">
          <a:xfrm>
            <a:off x="395605" y="908685"/>
            <a:ext cx="4565015" cy="4972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</a:rPr>
              <a:t>3</a:t>
            </a:r>
            <a:r>
              <a:rPr lang="zh-CN" altLang="en-US" dirty="0" smtClean="0">
                <a:solidFill>
                  <a:srgbClr val="0000FF"/>
                </a:solidFill>
                <a:latin typeface="Times New Roman" panose="02020603050405020304" pitchFamily="18" charset="0"/>
              </a:rPr>
              <a:t>）多孔质金属材料（粉末冶金）</a:t>
            </a:r>
            <a:endParaRPr lang="zh-CN" altLang="en-US" dirty="0" smtClean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9" name="矩形 57356"/>
          <p:cNvSpPr>
            <a:spLocks noChangeArrowheads="1"/>
          </p:cNvSpPr>
          <p:nvPr/>
        </p:nvSpPr>
        <p:spPr bwMode="auto">
          <a:xfrm>
            <a:off x="467995" y="1341120"/>
            <a:ext cx="8432800" cy="1474470"/>
          </a:xfrm>
          <a:prstGeom prst="rect">
            <a:avLst/>
          </a:prstGeom>
          <a:noFill/>
          <a:ln w="9525">
            <a:solidFill>
              <a:srgbClr val="0070C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indent="4572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zh-CN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多孔质金属材料是由铜、铁、石墨等粉末经压制、烧结而成的轴承材料。这种材料是多孔结构的。它具有自</a:t>
            </a:r>
            <a:r>
              <a:rPr lang="zh-CN" altLang="zh-CN" sz="2000" dirty="0" smtClean="0">
                <a:solidFill>
                  <a:srgbClr val="000099"/>
                </a:solidFill>
                <a:latin typeface="Times New Roman" panose="02020603050405020304" pitchFamily="18" charset="0"/>
              </a:rPr>
              <a:t>润滑性</a:t>
            </a:r>
            <a:r>
              <a:rPr lang="zh-CN" altLang="en-US" sz="2000" dirty="0" smtClean="0">
                <a:solidFill>
                  <a:srgbClr val="000099"/>
                </a:solidFill>
                <a:latin typeface="Times New Roman" panose="02020603050405020304" pitchFamily="18" charset="0"/>
              </a:rPr>
              <a:t>（</a:t>
            </a:r>
            <a:r>
              <a:rPr lang="zh-CN" altLang="en-US" sz="2000" dirty="0" smtClean="0">
                <a:solidFill>
                  <a:srgbClr val="0000FF"/>
                </a:solidFill>
                <a:latin typeface="Times New Roman" panose="02020603050405020304" pitchFamily="18" charset="0"/>
              </a:rPr>
              <a:t>含油轴承</a:t>
            </a:r>
            <a:r>
              <a:rPr lang="zh-CN" altLang="en-US" sz="2000" dirty="0" smtClean="0">
                <a:solidFill>
                  <a:srgbClr val="000099"/>
                </a:solidFill>
                <a:latin typeface="Times New Roman" panose="02020603050405020304" pitchFamily="18" charset="0"/>
              </a:rPr>
              <a:t>）</a:t>
            </a:r>
            <a:r>
              <a:rPr lang="zh-CN" altLang="zh-CN" sz="2000" dirty="0" smtClean="0">
                <a:solidFill>
                  <a:srgbClr val="000099"/>
                </a:solidFill>
                <a:latin typeface="Times New Roman" panose="02020603050405020304" pitchFamily="18" charset="0"/>
              </a:rPr>
              <a:t>。</a:t>
            </a:r>
            <a:r>
              <a:rPr lang="zh-CN" altLang="zh-CN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但由于其韧性较小，故宜用于平稳无冲击载荷及中低速度情况。常用的有多孔铁和多孔质青铜。</a:t>
            </a:r>
            <a:endParaRPr lang="zh-CN" altLang="zh-CN" sz="2000" dirty="0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" name="矩形 57356"/>
          <p:cNvSpPr>
            <a:spLocks noChangeArrowheads="1"/>
          </p:cNvSpPr>
          <p:nvPr/>
        </p:nvSpPr>
        <p:spPr bwMode="auto">
          <a:xfrm>
            <a:off x="395710" y="3212985"/>
            <a:ext cx="8432800" cy="3022600"/>
          </a:xfrm>
          <a:prstGeom prst="rect">
            <a:avLst/>
          </a:prstGeom>
          <a:noFill/>
          <a:ln w="9525">
            <a:solidFill>
              <a:srgbClr val="00B05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indent="4572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zh-CN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用于轴承的非金属材料主要有各种塑料（聚合物材料）、橡胶、碳-石墨等，其中塑料（聚合物材料）用得最多。聚合物的特性是：抗腐蚀能力特别强，在许多场合能胜任金属轴承无法承担的工作。</a:t>
            </a:r>
            <a:endParaRPr lang="zh-CN" altLang="zh-CN" sz="2000" dirty="0">
              <a:solidFill>
                <a:srgbClr val="000099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zh-CN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碳-石墨轴承具有自润性、耐腐蚀性和高温稳定性，常用于恶劣环境下工作的轴承。</a:t>
            </a:r>
            <a:endParaRPr lang="zh-CN" altLang="zh-CN" sz="2000" dirty="0">
              <a:solidFill>
                <a:srgbClr val="000099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zh-CN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橡胶轴承材料比较柔软，具有良好的弹性，能有效地隔振和降低噪音。橡胶轴承主要用于以水作润滑剂且环境较脏污之处。橡胶轴承内壁上带有纵向沟槽，以利润滑剂的流通，加强冷却效果并冲走污物。</a:t>
            </a:r>
            <a:endParaRPr lang="zh-CN" altLang="zh-CN" sz="2000" dirty="0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" name="文本框 57355"/>
          <p:cNvSpPr txBox="1">
            <a:spLocks noChangeArrowheads="1"/>
          </p:cNvSpPr>
          <p:nvPr/>
        </p:nvSpPr>
        <p:spPr bwMode="auto">
          <a:xfrm>
            <a:off x="323705" y="2780955"/>
            <a:ext cx="3044825" cy="4972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</a:rPr>
              <a:t>（二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</a:rPr>
              <a:t>）非金属材料</a:t>
            </a:r>
            <a:endParaRPr lang="zh-CN" altLang="en-US" dirty="0">
              <a:solidFill>
                <a:srgbClr val="C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" name="文本框 11"/>
          <p:cNvSpPr txBox="1">
            <a:spLocks noChangeArrowheads="1"/>
          </p:cNvSpPr>
          <p:nvPr/>
        </p:nvSpPr>
        <p:spPr bwMode="auto">
          <a:xfrm>
            <a:off x="5004030" y="6165190"/>
            <a:ext cx="3573462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algn="r" eaLnBrk="1" hangingPunct="1"/>
            <a:r>
              <a:rPr lang="zh-CN" altLang="en-US" sz="2000">
                <a:solidFill>
                  <a:srgbClr val="000099"/>
                </a:solidFill>
                <a:latin typeface="华文中宋" panose="02010600040101010101" pitchFamily="2" charset="-122"/>
                <a:hlinkClick r:id="" action="ppaction://noaction"/>
              </a:rPr>
              <a:t>常用金属轴承材料性能</a:t>
            </a:r>
            <a:r>
              <a:rPr lang="en-US" altLang="zh-CN" sz="2000">
                <a:solidFill>
                  <a:srgbClr val="000099"/>
                </a:solidFill>
                <a:latin typeface="华文中宋" panose="02010600040101010101" pitchFamily="2" charset="-122"/>
                <a:hlinkClick r:id="" action="ppaction://noaction"/>
              </a:rPr>
              <a:t>→</a:t>
            </a:r>
            <a:endParaRPr lang="en-US" altLang="zh-CN" sz="2000">
              <a:solidFill>
                <a:srgbClr val="000099"/>
              </a:solidFill>
              <a:latin typeface="华文中宋" panose="02010600040101010101" pitchFamily="2" charset="-122"/>
            </a:endParaRPr>
          </a:p>
        </p:txBody>
      </p:sp>
      <p:sp>
        <p:nvSpPr>
          <p:cNvPr id="48138" name="直接连接符 6"/>
          <p:cNvSpPr>
            <a:spLocks noChangeShapeType="1"/>
          </p:cNvSpPr>
          <p:nvPr/>
        </p:nvSpPr>
        <p:spPr bwMode="auto">
          <a:xfrm>
            <a:off x="0" y="765175"/>
            <a:ext cx="9144000" cy="0"/>
          </a:xfrm>
          <a:prstGeom prst="line">
            <a:avLst/>
          </a:prstGeom>
          <a:noFill/>
          <a:ln w="28575">
            <a:solidFill>
              <a:srgbClr val="C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bldLvl="0" animBg="1"/>
      <p:bldP spid="10" grpId="0" bldLvl="0" animBg="1"/>
      <p:bldP spid="11" grpId="0"/>
      <p:bldP spid="1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4"/>
          <p:cNvSpPr>
            <a:spLocks noGrp="1" noChangeArrowheads="1"/>
          </p:cNvSpPr>
          <p:nvPr>
            <p:ph type="title"/>
          </p:nvPr>
        </p:nvSpPr>
        <p:spPr bwMode="auto">
          <a:xfrm>
            <a:off x="6804025" y="764540"/>
            <a:ext cx="1581150" cy="2095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eaLnBrk="1" hangingPunct="1"/>
            <a:r>
              <a:rPr lang="zh-CN" altLang="en-US" sz="800" smtClean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滑动轴承润滑剂的选择</a:t>
            </a:r>
            <a:r>
              <a:rPr lang="en-US" altLang="zh-CN" sz="800" smtClean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endParaRPr lang="en-US" altLang="zh-CN" sz="800" smtClean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16411" name="Picture 27" descr="rewind">
            <a:hlinkClick r:id="" action="ppaction://hlinkshowjump?jump=firstslide"/>
          </p:cNvPr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3900" y="6532563"/>
            <a:ext cx="287338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412" name="Text Box 28"/>
          <p:cNvSpPr txBox="1">
            <a:spLocks noChangeArrowheads="1"/>
          </p:cNvSpPr>
          <p:nvPr/>
        </p:nvSpPr>
        <p:spPr bwMode="auto">
          <a:xfrm>
            <a:off x="336550" y="839788"/>
            <a:ext cx="4233863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 sz="24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（一）润滑油及其选择</a:t>
            </a:r>
            <a:endParaRPr lang="zh-CN" altLang="en-US" sz="240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6413" name="Text Box 29"/>
          <p:cNvSpPr txBox="1">
            <a:spLocks noChangeArrowheads="1"/>
          </p:cNvSpPr>
          <p:nvPr/>
        </p:nvSpPr>
        <p:spPr bwMode="auto">
          <a:xfrm>
            <a:off x="542925" y="1339850"/>
            <a:ext cx="83296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srgbClr val="FF3300"/>
                </a:solidFill>
                <a:latin typeface="华文中宋" panose="02010600040101010101" pitchFamily="2" charset="-122"/>
              </a:rPr>
              <a:t>◆ </a:t>
            </a:r>
            <a:r>
              <a:rPr lang="zh-CN" altLang="en-US">
                <a:solidFill>
                  <a:schemeClr val="tx1"/>
                </a:solidFill>
              </a:rPr>
              <a:t>特　　点</a:t>
            </a:r>
            <a:r>
              <a:rPr lang="zh-CN" altLang="en-US">
                <a:solidFill>
                  <a:schemeClr val="tx1"/>
                </a:solidFill>
                <a:latin typeface="Tahoma" panose="020B0604030504040204" pitchFamily="34" charset="0"/>
              </a:rPr>
              <a:t>： 有</a:t>
            </a:r>
            <a:r>
              <a:rPr lang="zh-CN" altLang="en-US">
                <a:solidFill>
                  <a:schemeClr val="tx1"/>
                </a:solidFill>
                <a:latin typeface="华文中宋" panose="02010600040101010101" pitchFamily="2" charset="-122"/>
              </a:rPr>
              <a:t>良好的流动性，可形成动压、静压或边界润滑膜</a:t>
            </a:r>
            <a:r>
              <a:rPr lang="zh-CN" altLang="en-US">
                <a:solidFill>
                  <a:schemeClr val="tx1"/>
                </a:solidFill>
                <a:latin typeface="Tahoma" panose="020B0604030504040204" pitchFamily="34" charset="0"/>
              </a:rPr>
              <a:t>。</a:t>
            </a:r>
            <a:endParaRPr lang="zh-CN" altLang="en-US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16414" name="Text Box 30"/>
          <p:cNvSpPr txBox="1">
            <a:spLocks noChangeArrowheads="1"/>
          </p:cNvSpPr>
          <p:nvPr/>
        </p:nvSpPr>
        <p:spPr bwMode="auto">
          <a:xfrm>
            <a:off x="542925" y="1844675"/>
            <a:ext cx="80565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srgbClr val="FF3300"/>
                </a:solidFill>
                <a:latin typeface="华文中宋" panose="02010600040101010101" pitchFamily="2" charset="-122"/>
              </a:rPr>
              <a:t>◆ </a:t>
            </a:r>
            <a:r>
              <a:rPr lang="zh-CN" altLang="en-US">
                <a:solidFill>
                  <a:schemeClr val="tx1"/>
                </a:solidFill>
                <a:latin typeface="华文中宋" panose="02010600040101010101" pitchFamily="2" charset="-122"/>
              </a:rPr>
              <a:t>适用场合</a:t>
            </a:r>
            <a:r>
              <a:rPr lang="zh-CN" altLang="en-US">
                <a:solidFill>
                  <a:schemeClr val="tx1"/>
                </a:solidFill>
                <a:latin typeface="Tahoma" panose="020B0604030504040204" pitchFamily="34" charset="0"/>
              </a:rPr>
              <a:t>：</a:t>
            </a:r>
            <a:r>
              <a:rPr lang="zh-CN" altLang="en-US">
                <a:solidFill>
                  <a:schemeClr val="tx1"/>
                </a:solidFill>
                <a:latin typeface="华文中宋" panose="02010600040101010101" pitchFamily="2" charset="-122"/>
              </a:rPr>
              <a:t>不完全流体滑动轴承和完全流体润滑滑动轴承</a:t>
            </a:r>
            <a:r>
              <a:rPr lang="zh-CN" altLang="en-US">
                <a:solidFill>
                  <a:schemeClr val="tx1"/>
                </a:solidFill>
                <a:latin typeface="Tahoma" panose="020B0604030504040204" pitchFamily="34" charset="0"/>
              </a:rPr>
              <a:t>。</a:t>
            </a:r>
            <a:endParaRPr lang="zh-CN" altLang="en-US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16415" name="Text Box 31"/>
          <p:cNvSpPr txBox="1">
            <a:spLocks noChangeArrowheads="1"/>
          </p:cNvSpPr>
          <p:nvPr/>
        </p:nvSpPr>
        <p:spPr bwMode="auto">
          <a:xfrm>
            <a:off x="542925" y="2274888"/>
            <a:ext cx="45164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srgbClr val="FF3300"/>
                </a:solidFill>
                <a:latin typeface="华文中宋" panose="02010600040101010101" pitchFamily="2" charset="-122"/>
              </a:rPr>
              <a:t>◆ </a:t>
            </a:r>
            <a:r>
              <a:rPr lang="zh-CN" altLang="en-US">
                <a:solidFill>
                  <a:schemeClr val="tx1"/>
                </a:solidFill>
                <a:latin typeface="华文中宋" panose="02010600040101010101" pitchFamily="2" charset="-122"/>
              </a:rPr>
              <a:t>选择原则</a:t>
            </a:r>
            <a:r>
              <a:rPr lang="zh-CN" altLang="en-US">
                <a:solidFill>
                  <a:schemeClr val="tx1"/>
                </a:solidFill>
                <a:latin typeface="Tahoma" panose="020B0604030504040204" pitchFamily="34" charset="0"/>
              </a:rPr>
              <a:t>：</a:t>
            </a:r>
            <a:r>
              <a:rPr lang="zh-CN" altLang="en-US">
                <a:solidFill>
                  <a:schemeClr val="tx1"/>
                </a:solidFill>
                <a:latin typeface="华文中宋" panose="02010600040101010101" pitchFamily="2" charset="-122"/>
              </a:rPr>
              <a:t>主要考虑润滑油的粘度。</a:t>
            </a:r>
            <a:endParaRPr lang="zh-CN" altLang="en-US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16416" name="Text Box 32"/>
          <p:cNvSpPr txBox="1">
            <a:spLocks noChangeArrowheads="1"/>
          </p:cNvSpPr>
          <p:nvPr/>
        </p:nvSpPr>
        <p:spPr bwMode="auto">
          <a:xfrm>
            <a:off x="874713" y="2776538"/>
            <a:ext cx="7899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tx1"/>
                </a:solidFill>
                <a:latin typeface="华文中宋" panose="02010600040101010101" pitchFamily="2" charset="-122"/>
              </a:rPr>
              <a:t>转速高、压力小时，油的粘度应低一些；反之，粘度应高一些。</a:t>
            </a:r>
            <a:endParaRPr lang="zh-CN" altLang="en-US">
              <a:solidFill>
                <a:schemeClr val="tx1"/>
              </a:solidFill>
              <a:latin typeface="华文中宋" panose="02010600040101010101" pitchFamily="2" charset="-122"/>
            </a:endParaRPr>
          </a:p>
        </p:txBody>
      </p:sp>
      <p:sp>
        <p:nvSpPr>
          <p:cNvPr id="16417" name="Text Box 33"/>
          <p:cNvSpPr txBox="1">
            <a:spLocks noChangeArrowheads="1"/>
          </p:cNvSpPr>
          <p:nvPr/>
        </p:nvSpPr>
        <p:spPr bwMode="auto">
          <a:xfrm>
            <a:off x="874713" y="3300413"/>
            <a:ext cx="5772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tx1"/>
                </a:solidFill>
                <a:latin typeface="华文中宋" panose="02010600040101010101" pitchFamily="2" charset="-122"/>
              </a:rPr>
              <a:t>高温时，粘度应高一些；低温时，粘度可低一些。</a:t>
            </a:r>
            <a:endParaRPr lang="zh-CN" altLang="en-US">
              <a:solidFill>
                <a:schemeClr val="tx1"/>
              </a:solidFill>
              <a:latin typeface="华文中宋" panose="02010600040101010101" pitchFamily="2" charset="-122"/>
            </a:endParaRPr>
          </a:p>
        </p:txBody>
      </p:sp>
      <p:sp>
        <p:nvSpPr>
          <p:cNvPr id="16423" name="Text Box 39"/>
          <p:cNvSpPr txBox="1">
            <a:spLocks noChangeArrowheads="1"/>
          </p:cNvSpPr>
          <p:nvPr/>
        </p:nvSpPr>
        <p:spPr bwMode="auto">
          <a:xfrm>
            <a:off x="7747000" y="5883275"/>
            <a:ext cx="10858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chemeClr val="tx1"/>
                </a:solidFill>
                <a:latin typeface="Tahoma" panose="020B0604030504040204" pitchFamily="34" charset="0"/>
              </a:rPr>
              <a:t>   </a:t>
            </a:r>
            <a:endParaRPr lang="en-US" altLang="zh-CN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16424" name="Text Box 40"/>
          <p:cNvSpPr txBox="1">
            <a:spLocks noChangeArrowheads="1"/>
          </p:cNvSpPr>
          <p:nvPr/>
        </p:nvSpPr>
        <p:spPr bwMode="auto">
          <a:xfrm>
            <a:off x="4932045" y="908685"/>
            <a:ext cx="2916555" cy="398780"/>
          </a:xfrm>
          <a:prstGeom prst="rect">
            <a:avLst/>
          </a:prstGeom>
          <a:noFill/>
          <a:ln w="9525">
            <a:solidFill>
              <a:srgbClr val="FFC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0000FF"/>
                </a:solidFill>
                <a:latin typeface="华文中宋" panose="02010600040101010101" pitchFamily="2" charset="-122"/>
              </a:rPr>
              <a:t>见教材</a:t>
            </a:r>
            <a:r>
              <a:rPr lang="en-US" altLang="zh-CN">
                <a:solidFill>
                  <a:srgbClr val="0000FF"/>
                </a:solidFill>
                <a:latin typeface="华文中宋" panose="02010600040101010101" pitchFamily="2" charset="-122"/>
              </a:rPr>
              <a:t>P293</a:t>
            </a:r>
            <a:r>
              <a:rPr lang="zh-CN" altLang="en-US">
                <a:solidFill>
                  <a:srgbClr val="0000FF"/>
                </a:solidFill>
                <a:latin typeface="华文中宋" panose="02010600040101010101" pitchFamily="2" charset="-122"/>
              </a:rPr>
              <a:t>表</a:t>
            </a:r>
            <a:r>
              <a:rPr lang="en-US" altLang="zh-CN">
                <a:solidFill>
                  <a:srgbClr val="0000FF"/>
                </a:solidFill>
                <a:latin typeface="华文中宋" panose="02010600040101010101" pitchFamily="2" charset="-122"/>
              </a:rPr>
              <a:t>3.6-18</a:t>
            </a:r>
            <a:endParaRPr lang="en-US" altLang="zh-CN">
              <a:solidFill>
                <a:srgbClr val="0000FF"/>
              </a:solidFill>
              <a:latin typeface="华文中宋" panose="02010600040101010101" pitchFamily="2" charset="-122"/>
            </a:endParaRPr>
          </a:p>
        </p:txBody>
      </p:sp>
      <p:pic>
        <p:nvPicPr>
          <p:cNvPr id="21" name="Picture 6" descr="NEXT">
            <a:hlinkClick r:id="" action="ppaction://hlinkshowjump?jump=nextslide"/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6488" y="6538913"/>
            <a:ext cx="285750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Text Box 8"/>
          <p:cNvSpPr txBox="1">
            <a:spLocks noChangeArrowheads="1"/>
          </p:cNvSpPr>
          <p:nvPr/>
        </p:nvSpPr>
        <p:spPr bwMode="auto">
          <a:xfrm>
            <a:off x="441325" y="3943350"/>
            <a:ext cx="323088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l" eaLnBrk="1" hangingPunct="1">
              <a:buClrTx/>
              <a:buSzTx/>
            </a:pPr>
            <a:r>
              <a:rPr lang="zh-CN" altLang="en-US" sz="24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（二）润滑脂及其选择</a:t>
            </a:r>
            <a:endParaRPr lang="zh-CN" altLang="en-US" sz="240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3" name="Text Box 9"/>
          <p:cNvSpPr txBox="1">
            <a:spLocks noChangeArrowheads="1"/>
          </p:cNvSpPr>
          <p:nvPr/>
        </p:nvSpPr>
        <p:spPr bwMode="auto">
          <a:xfrm>
            <a:off x="561975" y="4503738"/>
            <a:ext cx="78819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srgbClr val="FF0066"/>
                </a:solidFill>
              </a:rPr>
              <a:t>◆</a:t>
            </a:r>
            <a:r>
              <a:rPr lang="en-US" altLang="zh-CN" sz="1600"/>
              <a:t> </a:t>
            </a:r>
            <a:r>
              <a:rPr lang="zh-CN" altLang="en-US"/>
              <a:t>特　　点：无流动性，可在滑动表面形成一层薄膜。</a:t>
            </a:r>
            <a:endParaRPr lang="zh-CN" altLang="en-US"/>
          </a:p>
        </p:txBody>
      </p:sp>
      <p:sp>
        <p:nvSpPr>
          <p:cNvPr id="24" name="Text Box 10"/>
          <p:cNvSpPr txBox="1">
            <a:spLocks noChangeArrowheads="1"/>
          </p:cNvSpPr>
          <p:nvPr/>
        </p:nvSpPr>
        <p:spPr bwMode="auto">
          <a:xfrm>
            <a:off x="585788" y="5000625"/>
            <a:ext cx="8305800" cy="885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en-US" altLang="zh-CN" sz="1600">
                <a:solidFill>
                  <a:srgbClr val="FF0066"/>
                </a:solidFill>
              </a:rPr>
              <a:t>◆ </a:t>
            </a:r>
            <a:r>
              <a:rPr lang="zh-CN" altLang="en-US"/>
              <a:t>适用场合 ：要求不高、难以经常供油，或者低速重载以及作摆动运动的</a:t>
            </a:r>
            <a:endParaRPr lang="zh-CN" altLang="en-US"/>
          </a:p>
          <a:p>
            <a:pPr eaLnBrk="1" hangingPunct="1">
              <a:lnSpc>
                <a:spcPct val="130000"/>
              </a:lnSpc>
            </a:pPr>
            <a:r>
              <a:rPr lang="zh-CN" altLang="en-US"/>
              <a:t>　　　　　　 轴承中。</a:t>
            </a:r>
            <a:endParaRPr lang="zh-CN" altLang="en-US"/>
          </a:p>
        </p:txBody>
      </p:sp>
      <p:sp>
        <p:nvSpPr>
          <p:cNvPr id="3" name="Rectangle 2"/>
          <p:cNvSpPr>
            <a:spLocks noGrp="1" noChangeArrowheads="1"/>
          </p:cNvSpPr>
          <p:nvPr/>
        </p:nvSpPr>
        <p:spPr bwMode="auto">
          <a:xfrm>
            <a:off x="1446213" y="214313"/>
            <a:ext cx="7697787" cy="490537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kumimoji="1" lang="en-US" altLang="zh-CN" sz="3000" kern="1200" dirty="0" smtClean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3.6-10 </a:t>
            </a:r>
            <a:r>
              <a:rPr kumimoji="1" lang="zh-CN" altLang="en-US" sz="3000" kern="1200" dirty="0" smtClean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滑动轴承润滑剂和润滑方法的选用</a:t>
            </a:r>
            <a:endParaRPr kumimoji="1" lang="zh-CN" altLang="en-US" sz="3000" kern="1200" dirty="0" smtClean="0">
              <a:solidFill>
                <a:srgbClr val="CC3300"/>
              </a:solidFill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042" name="直接连接符 6"/>
          <p:cNvSpPr>
            <a:spLocks noChangeShapeType="1"/>
          </p:cNvSpPr>
          <p:nvPr/>
        </p:nvSpPr>
        <p:spPr bwMode="auto">
          <a:xfrm>
            <a:off x="0" y="765175"/>
            <a:ext cx="9144000" cy="0"/>
          </a:xfrm>
          <a:prstGeom prst="line">
            <a:avLst/>
          </a:prstGeom>
          <a:noFill/>
          <a:ln w="28575">
            <a:solidFill>
              <a:srgbClr val="C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6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6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64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64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000"/>
                            </p:stCondLst>
                            <p:childTnLst>
                              <p:par>
                                <p:cTn id="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412" grpId="0" autoUpdateAnimBg="0"/>
      <p:bldP spid="16413" grpId="0" autoUpdateAnimBg="0"/>
      <p:bldP spid="16414" grpId="0" autoUpdateAnimBg="0"/>
      <p:bldP spid="16415" grpId="0" autoUpdateAnimBg="0"/>
      <p:bldP spid="16416" grpId="0" autoUpdateAnimBg="0"/>
      <p:bldP spid="16417" grpId="0" autoUpdateAnimBg="0"/>
      <p:bldP spid="16423" grpId="0" autoUpdateAnimBg="0"/>
      <p:bldP spid="16424" grpId="0" bldLvl="0" animBg="1" autoUpdateAnimBg="0"/>
      <p:bldP spid="22" grpId="0" autoUpdateAnimBg="0"/>
      <p:bldP spid="23" grpId="0" autoUpdateAnimBg="0"/>
      <p:bldP spid="24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6096000" y="762000"/>
            <a:ext cx="1524000" cy="228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eaLnBrk="1" hangingPunct="1"/>
            <a:r>
              <a:rPr lang="zh-CN" altLang="en-US" sz="800" smtClean="0">
                <a:solidFill>
                  <a:schemeClr val="bg1"/>
                </a:solidFill>
                <a:ea typeface="华文中宋" panose="02010600040101010101" pitchFamily="2" charset="-122"/>
              </a:rPr>
              <a:t>滑动轴承润滑剂的选择</a:t>
            </a:r>
            <a:r>
              <a:rPr lang="en-US" altLang="zh-CN" sz="800" smtClean="0">
                <a:solidFill>
                  <a:schemeClr val="bg1"/>
                </a:solidFill>
                <a:ea typeface="华文中宋" panose="02010600040101010101" pitchFamily="2" charset="-122"/>
              </a:rPr>
              <a:t>1</a:t>
            </a:r>
            <a:endParaRPr lang="en-US" altLang="zh-CN" sz="800" smtClean="0">
              <a:solidFill>
                <a:schemeClr val="bg1"/>
              </a:solidFill>
              <a:ea typeface="华文中宋" panose="02010600040101010101" pitchFamily="2" charset="-122"/>
            </a:endParaRPr>
          </a:p>
        </p:txBody>
      </p:sp>
      <p:pic>
        <p:nvPicPr>
          <p:cNvPr id="15367" name="Picture 7" descr="rewind">
            <a:hlinkClick r:id="" action="ppaction://hlinkshowjump?jump=firstslide"/>
          </p:cNvPr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3900" y="6532563"/>
            <a:ext cx="287338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71" name="Text Box 11"/>
          <p:cNvSpPr txBox="1">
            <a:spLocks noChangeArrowheads="1"/>
          </p:cNvSpPr>
          <p:nvPr/>
        </p:nvSpPr>
        <p:spPr bwMode="auto">
          <a:xfrm>
            <a:off x="539433" y="908368"/>
            <a:ext cx="8312150" cy="1282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en-US" altLang="zh-CN" sz="1600">
                <a:solidFill>
                  <a:srgbClr val="FF0066"/>
                </a:solidFill>
              </a:rPr>
              <a:t>◆ </a:t>
            </a:r>
            <a:r>
              <a:rPr lang="zh-CN" altLang="en-US"/>
              <a:t>选择原则：</a:t>
            </a:r>
            <a:endParaRPr lang="zh-CN" altLang="en-US"/>
          </a:p>
          <a:p>
            <a:pPr eaLnBrk="1" hangingPunct="1">
              <a:lnSpc>
                <a:spcPct val="130000"/>
              </a:lnSpc>
            </a:pPr>
            <a:r>
              <a:rPr lang="zh-CN" altLang="en-US"/>
              <a:t>　１．当压力高和滑动速度低时，选择锥入度小一些的品种；反之，选择</a:t>
            </a:r>
            <a:endParaRPr lang="zh-CN" altLang="en-US"/>
          </a:p>
          <a:p>
            <a:pPr eaLnBrk="1" hangingPunct="1">
              <a:lnSpc>
                <a:spcPct val="130000"/>
              </a:lnSpc>
            </a:pPr>
            <a:r>
              <a:rPr lang="zh-CN" altLang="en-US"/>
              <a:t>　　　锥入度大一些的品种。</a:t>
            </a:r>
            <a:endParaRPr lang="zh-CN" altLang="en-US"/>
          </a:p>
        </p:txBody>
      </p:sp>
      <p:sp>
        <p:nvSpPr>
          <p:cNvPr id="15372" name="Text Box 12"/>
          <p:cNvSpPr txBox="1">
            <a:spLocks noChangeArrowheads="1"/>
          </p:cNvSpPr>
          <p:nvPr/>
        </p:nvSpPr>
        <p:spPr bwMode="auto">
          <a:xfrm>
            <a:off x="827405" y="2060258"/>
            <a:ext cx="8058150" cy="885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en-US"/>
              <a:t>２．所用润滑脂的滴点，一般应较轴承的工作温度高</a:t>
            </a:r>
            <a:r>
              <a:rPr lang="en-US" altLang="zh-CN"/>
              <a:t>20</a:t>
            </a:r>
            <a:r>
              <a:rPr lang="zh-CN" altLang="en-US"/>
              <a:t>～</a:t>
            </a:r>
            <a:r>
              <a:rPr lang="en-US" altLang="zh-CN"/>
              <a:t>30 ℃</a:t>
            </a:r>
            <a:r>
              <a:rPr lang="zh-CN" altLang="en-US"/>
              <a:t>，以免</a:t>
            </a:r>
            <a:endParaRPr lang="zh-CN" altLang="en-US"/>
          </a:p>
          <a:p>
            <a:pPr eaLnBrk="1" hangingPunct="1">
              <a:lnSpc>
                <a:spcPct val="130000"/>
              </a:lnSpc>
            </a:pPr>
            <a:r>
              <a:rPr lang="zh-CN" altLang="en-US"/>
              <a:t>　　工作时润滑脂过多地流失。</a:t>
            </a:r>
            <a:endParaRPr lang="zh-CN" altLang="en-US"/>
          </a:p>
        </p:txBody>
      </p:sp>
      <p:sp>
        <p:nvSpPr>
          <p:cNvPr id="15373" name="Text Box 13"/>
          <p:cNvSpPr txBox="1">
            <a:spLocks noChangeArrowheads="1"/>
          </p:cNvSpPr>
          <p:nvPr/>
        </p:nvSpPr>
        <p:spPr bwMode="auto">
          <a:xfrm>
            <a:off x="755650" y="2852738"/>
            <a:ext cx="8312150" cy="885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en-US"/>
              <a:t>３．在有水淋或潮湿的环境下，应选择防水性能强的钙基或铝基润滑脂。</a:t>
            </a:r>
            <a:endParaRPr lang="zh-CN" altLang="en-US"/>
          </a:p>
          <a:p>
            <a:pPr eaLnBrk="1" hangingPunct="1">
              <a:lnSpc>
                <a:spcPct val="130000"/>
              </a:lnSpc>
            </a:pPr>
            <a:r>
              <a:rPr lang="zh-CN" altLang="en-US"/>
              <a:t>　　在温度较高处应选用钠基或复合钙基润滑脂。</a:t>
            </a:r>
            <a:endParaRPr lang="zh-CN" altLang="en-US"/>
          </a:p>
        </p:txBody>
      </p:sp>
      <p:sp>
        <p:nvSpPr>
          <p:cNvPr id="15374" name="Text Box 14"/>
          <p:cNvSpPr txBox="1">
            <a:spLocks noChangeArrowheads="1"/>
          </p:cNvSpPr>
          <p:nvPr/>
        </p:nvSpPr>
        <p:spPr bwMode="auto">
          <a:xfrm>
            <a:off x="7747000" y="5883275"/>
            <a:ext cx="10858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/>
              <a:t>   </a:t>
            </a:r>
            <a:endParaRPr lang="en-US" altLang="zh-CN"/>
          </a:p>
        </p:txBody>
      </p:sp>
      <p:sp>
        <p:nvSpPr>
          <p:cNvPr id="15375" name="Text Box 16"/>
          <p:cNvSpPr txBox="1">
            <a:spLocks noChangeArrowheads="1"/>
          </p:cNvSpPr>
          <p:nvPr/>
        </p:nvSpPr>
        <p:spPr bwMode="auto">
          <a:xfrm>
            <a:off x="3851910" y="908685"/>
            <a:ext cx="2581910" cy="398780"/>
          </a:xfrm>
          <a:prstGeom prst="rect">
            <a:avLst/>
          </a:prstGeom>
          <a:noFill/>
          <a:ln w="9525">
            <a:solidFill>
              <a:srgbClr val="FFC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0000FF"/>
                </a:solidFill>
              </a:rPr>
              <a:t>见教材</a:t>
            </a:r>
            <a:r>
              <a:rPr lang="en-US" altLang="zh-CN">
                <a:solidFill>
                  <a:srgbClr val="0000FF"/>
                </a:solidFill>
              </a:rPr>
              <a:t>P294</a:t>
            </a:r>
            <a:r>
              <a:rPr lang="zh-CN" altLang="en-US">
                <a:solidFill>
                  <a:srgbClr val="0000FF"/>
                </a:solidFill>
              </a:rPr>
              <a:t>表</a:t>
            </a:r>
            <a:r>
              <a:rPr lang="en-US" altLang="zh-CN">
                <a:solidFill>
                  <a:srgbClr val="0000FF"/>
                </a:solidFill>
              </a:rPr>
              <a:t>3.6-19</a:t>
            </a:r>
            <a:endParaRPr lang="en-US" altLang="zh-CN">
              <a:solidFill>
                <a:srgbClr val="0000FF"/>
              </a:solidFill>
            </a:endParaRPr>
          </a:p>
        </p:txBody>
      </p:sp>
      <p:pic>
        <p:nvPicPr>
          <p:cNvPr id="17" name="Picture 26" descr="back">
            <a:hlinkClick r:id="" action="ppaction://hlinkshowjump?jump=previousslide"/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51888" y="6532563"/>
            <a:ext cx="287337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Text Box 34"/>
          <p:cNvSpPr txBox="1">
            <a:spLocks noChangeArrowheads="1"/>
          </p:cNvSpPr>
          <p:nvPr/>
        </p:nvSpPr>
        <p:spPr bwMode="auto">
          <a:xfrm>
            <a:off x="611188" y="3788728"/>
            <a:ext cx="531177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l" eaLnBrk="1" hangingPunct="1">
              <a:buClrTx/>
              <a:buSzTx/>
            </a:pPr>
            <a:r>
              <a:rPr lang="zh-CN" altLang="en-US" sz="24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（三）固体润滑剂及其选择</a:t>
            </a:r>
            <a:endParaRPr lang="zh-CN" altLang="en-US" sz="240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9" name="Text Box 35"/>
          <p:cNvSpPr txBox="1">
            <a:spLocks noChangeArrowheads="1"/>
          </p:cNvSpPr>
          <p:nvPr/>
        </p:nvSpPr>
        <p:spPr bwMode="auto">
          <a:xfrm>
            <a:off x="582613" y="4286250"/>
            <a:ext cx="54451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srgbClr val="FF3300"/>
                </a:solidFill>
                <a:latin typeface="华文中宋" panose="02010600040101010101" pitchFamily="2" charset="-122"/>
              </a:rPr>
              <a:t>◆ </a:t>
            </a:r>
            <a:r>
              <a:rPr lang="zh-CN" altLang="en-US">
                <a:solidFill>
                  <a:schemeClr val="tx1"/>
                </a:solidFill>
                <a:latin typeface="华文中宋" panose="02010600040101010101" pitchFamily="2" charset="-122"/>
              </a:rPr>
              <a:t>特　　点</a:t>
            </a:r>
            <a:r>
              <a:rPr lang="zh-CN" altLang="en-US">
                <a:solidFill>
                  <a:schemeClr val="tx1"/>
                </a:solidFill>
                <a:latin typeface="Tahoma" panose="020B0604030504040204" pitchFamily="34" charset="0"/>
              </a:rPr>
              <a:t>：</a:t>
            </a:r>
            <a:r>
              <a:rPr lang="zh-CN" altLang="en-US">
                <a:solidFill>
                  <a:schemeClr val="tx1"/>
                </a:solidFill>
                <a:latin typeface="华文中宋" panose="02010600040101010101" pitchFamily="2" charset="-122"/>
              </a:rPr>
              <a:t>可在滑动表面形成固体膜。</a:t>
            </a:r>
            <a:endParaRPr lang="zh-CN" altLang="en-US">
              <a:solidFill>
                <a:schemeClr val="tx1"/>
              </a:solidFill>
              <a:latin typeface="华文中宋" panose="02010600040101010101" pitchFamily="2" charset="-122"/>
            </a:endParaRPr>
          </a:p>
        </p:txBody>
      </p:sp>
      <p:sp>
        <p:nvSpPr>
          <p:cNvPr id="20" name="Text Box 36"/>
          <p:cNvSpPr txBox="1">
            <a:spLocks noChangeArrowheads="1"/>
          </p:cNvSpPr>
          <p:nvPr/>
        </p:nvSpPr>
        <p:spPr bwMode="auto">
          <a:xfrm>
            <a:off x="582613" y="4710113"/>
            <a:ext cx="86010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srgbClr val="FF3300"/>
                </a:solidFill>
                <a:latin typeface="华文中宋" panose="02010600040101010101" pitchFamily="2" charset="-122"/>
              </a:rPr>
              <a:t>◆ </a:t>
            </a:r>
            <a:r>
              <a:rPr lang="zh-CN" altLang="en-US">
                <a:solidFill>
                  <a:schemeClr val="tx1"/>
                </a:solidFill>
                <a:latin typeface="华文中宋" panose="02010600040101010101" pitchFamily="2" charset="-122"/>
              </a:rPr>
              <a:t>适用场合</a:t>
            </a:r>
            <a:r>
              <a:rPr lang="zh-CN" altLang="en-US">
                <a:solidFill>
                  <a:schemeClr val="tx1"/>
                </a:solidFill>
                <a:latin typeface="Tahoma" panose="020B0604030504040204" pitchFamily="34" charset="0"/>
              </a:rPr>
              <a:t>：</a:t>
            </a:r>
            <a:r>
              <a:rPr lang="zh-CN" altLang="en-US">
                <a:solidFill>
                  <a:schemeClr val="tx1"/>
                </a:solidFill>
                <a:latin typeface="华文中宋" panose="02010600040101010101" pitchFamily="2" charset="-122"/>
              </a:rPr>
              <a:t>有特殊要求的场合，如环境清洁要求处、真空中或高温中。</a:t>
            </a:r>
            <a:endParaRPr lang="zh-CN" altLang="en-US">
              <a:solidFill>
                <a:schemeClr val="tx1"/>
              </a:solidFill>
              <a:latin typeface="华文中宋" panose="02010600040101010101" pitchFamily="2" charset="-122"/>
            </a:endParaRPr>
          </a:p>
        </p:txBody>
      </p:sp>
      <p:sp>
        <p:nvSpPr>
          <p:cNvPr id="21" name="Text Box 37"/>
          <p:cNvSpPr txBox="1">
            <a:spLocks noChangeArrowheads="1"/>
          </p:cNvSpPr>
          <p:nvPr/>
        </p:nvSpPr>
        <p:spPr bwMode="auto">
          <a:xfrm>
            <a:off x="582613" y="5140325"/>
            <a:ext cx="67151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en-US" altLang="zh-CN" sz="1600">
                <a:solidFill>
                  <a:srgbClr val="FF3300"/>
                </a:solidFill>
                <a:latin typeface="华文中宋" panose="02010600040101010101" pitchFamily="2" charset="-122"/>
              </a:rPr>
              <a:t>◆ </a:t>
            </a:r>
            <a:r>
              <a:rPr lang="zh-CN" altLang="en-US">
                <a:solidFill>
                  <a:schemeClr val="tx1"/>
                </a:solidFill>
                <a:latin typeface="华文中宋" panose="02010600040101010101" pitchFamily="2" charset="-122"/>
              </a:rPr>
              <a:t>常用类型</a:t>
            </a:r>
            <a:r>
              <a:rPr lang="zh-CN" altLang="en-US">
                <a:solidFill>
                  <a:schemeClr val="tx1"/>
                </a:solidFill>
                <a:latin typeface="Tahoma" panose="020B0604030504040204" pitchFamily="34" charset="0"/>
              </a:rPr>
              <a:t>：</a:t>
            </a:r>
            <a:r>
              <a:rPr lang="zh-CN" altLang="en-US">
                <a:solidFill>
                  <a:schemeClr val="tx1"/>
                </a:solidFill>
                <a:latin typeface="华文中宋" panose="02010600040101010101" pitchFamily="2" charset="-122"/>
              </a:rPr>
              <a:t>二硫化钼，碳</a:t>
            </a:r>
            <a:r>
              <a:rPr lang="en-US" altLang="zh-CN">
                <a:solidFill>
                  <a:schemeClr val="tx1"/>
                </a:solidFill>
                <a:latin typeface="华文中宋" panose="02010600040101010101" pitchFamily="2" charset="-122"/>
              </a:rPr>
              <a:t>-</a:t>
            </a:r>
            <a:r>
              <a:rPr lang="zh-CN" altLang="en-US">
                <a:solidFill>
                  <a:schemeClr val="tx1"/>
                </a:solidFill>
                <a:latin typeface="华文中宋" panose="02010600040101010101" pitchFamily="2" charset="-122"/>
              </a:rPr>
              <a:t>石墨，聚四氟乙烯等。</a:t>
            </a:r>
            <a:endParaRPr lang="zh-CN" altLang="en-US">
              <a:solidFill>
                <a:schemeClr val="tx1"/>
              </a:solidFill>
              <a:latin typeface="华文中宋" panose="02010600040101010101" pitchFamily="2" charset="-122"/>
            </a:endParaRPr>
          </a:p>
        </p:txBody>
      </p:sp>
      <p:sp>
        <p:nvSpPr>
          <p:cNvPr id="22" name="Text Box 38"/>
          <p:cNvSpPr txBox="1">
            <a:spLocks noChangeArrowheads="1"/>
          </p:cNvSpPr>
          <p:nvPr/>
        </p:nvSpPr>
        <p:spPr bwMode="auto">
          <a:xfrm>
            <a:off x="395288" y="5589270"/>
            <a:ext cx="8328025" cy="885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en-US" altLang="zh-CN" sz="1600">
                <a:solidFill>
                  <a:srgbClr val="FF3300"/>
                </a:solidFill>
                <a:latin typeface="华文中宋" panose="02010600040101010101" pitchFamily="2" charset="-122"/>
              </a:rPr>
              <a:t>◆ </a:t>
            </a:r>
            <a:r>
              <a:rPr lang="zh-CN" altLang="en-US">
                <a:solidFill>
                  <a:schemeClr val="tx1"/>
                </a:solidFill>
                <a:latin typeface="华文中宋" panose="02010600040101010101" pitchFamily="2" charset="-122"/>
              </a:rPr>
              <a:t>使用方法</a:t>
            </a:r>
            <a:r>
              <a:rPr lang="zh-CN" altLang="en-US">
                <a:solidFill>
                  <a:schemeClr val="tx1"/>
                </a:solidFill>
                <a:latin typeface="Tahoma" panose="020B0604030504040204" pitchFamily="34" charset="0"/>
              </a:rPr>
              <a:t>：</a:t>
            </a:r>
            <a:r>
              <a:rPr lang="zh-CN" altLang="en-US">
                <a:solidFill>
                  <a:schemeClr val="tx1"/>
                </a:solidFill>
                <a:latin typeface="华文中宋" panose="02010600040101010101" pitchFamily="2" charset="-122"/>
              </a:rPr>
              <a:t>涂敷、粘结或烧结在轴瓦表面；制成复合材料，依靠材料自</a:t>
            </a:r>
            <a:endParaRPr lang="zh-CN" altLang="en-US">
              <a:solidFill>
                <a:schemeClr val="tx1"/>
              </a:solidFill>
              <a:latin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>
                <a:solidFill>
                  <a:schemeClr val="tx1"/>
                </a:solidFill>
                <a:latin typeface="华文中宋" panose="02010600040101010101" pitchFamily="2" charset="-122"/>
              </a:rPr>
              <a:t>　　　　　　身的润滑性能形成润滑膜。</a:t>
            </a:r>
            <a:endParaRPr lang="zh-CN" altLang="en-US">
              <a:solidFill>
                <a:schemeClr val="tx1"/>
              </a:solidFill>
              <a:latin typeface="华文中宋" panose="02010600040101010101" pitchFamily="2" charset="-122"/>
            </a:endParaRPr>
          </a:p>
        </p:txBody>
      </p:sp>
      <p:sp>
        <p:nvSpPr>
          <p:cNvPr id="3" name="Rectangle 2"/>
          <p:cNvSpPr>
            <a:spLocks noGrp="1" noChangeArrowheads="1"/>
          </p:cNvSpPr>
          <p:nvPr/>
        </p:nvSpPr>
        <p:spPr bwMode="auto">
          <a:xfrm>
            <a:off x="1446213" y="214313"/>
            <a:ext cx="7697787" cy="490537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kumimoji="1" lang="en-US" altLang="zh-CN" sz="3000" kern="1200" dirty="0" smtClean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3.6-10 </a:t>
            </a:r>
            <a:r>
              <a:rPr kumimoji="1" lang="zh-CN" altLang="en-US" sz="3000" kern="1200" dirty="0" smtClean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滑动轴承润滑剂和润滑方法的选用</a:t>
            </a:r>
            <a:endParaRPr kumimoji="1" lang="zh-CN" altLang="en-US" sz="3000" kern="1200" dirty="0" smtClean="0">
              <a:solidFill>
                <a:srgbClr val="CC3300"/>
              </a:solidFill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042" name="直接连接符 6"/>
          <p:cNvSpPr>
            <a:spLocks noChangeShapeType="1"/>
          </p:cNvSpPr>
          <p:nvPr/>
        </p:nvSpPr>
        <p:spPr bwMode="auto">
          <a:xfrm>
            <a:off x="0" y="765175"/>
            <a:ext cx="9144000" cy="0"/>
          </a:xfrm>
          <a:prstGeom prst="line">
            <a:avLst/>
          </a:prstGeom>
          <a:noFill/>
          <a:ln w="28575">
            <a:solidFill>
              <a:srgbClr val="C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5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5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5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53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53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71" grpId="0" autoUpdateAnimBg="0"/>
      <p:bldP spid="15372" grpId="0" autoUpdateAnimBg="0"/>
      <p:bldP spid="15373" grpId="0" autoUpdateAnimBg="0"/>
      <p:bldP spid="15374" grpId="0" autoUpdateAnimBg="0"/>
      <p:bldP spid="15375" grpId="0" bldLvl="0" animBg="1"/>
      <p:bldP spid="18" grpId="0" autoUpdateAnimBg="0"/>
      <p:bldP spid="19" grpId="0" autoUpdateAnimBg="0"/>
      <p:bldP spid="20" grpId="0" autoUpdateAnimBg="0"/>
      <p:bldP spid="21" grpId="0" autoUpdateAnimBg="0"/>
      <p:bldP spid="22" grpId="0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6096000" y="762000"/>
            <a:ext cx="1524000" cy="228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eaLnBrk="1" hangingPunct="1"/>
            <a:r>
              <a:rPr lang="zh-CN" altLang="en-US" sz="800" smtClean="0">
                <a:solidFill>
                  <a:schemeClr val="bg1"/>
                </a:solidFill>
                <a:ea typeface="华文中宋" panose="02010600040101010101" pitchFamily="2" charset="-122"/>
              </a:rPr>
              <a:t>滑动轴承润滑剂的选择</a:t>
            </a:r>
            <a:r>
              <a:rPr lang="en-US" altLang="zh-CN" sz="800" smtClean="0">
                <a:solidFill>
                  <a:schemeClr val="bg1"/>
                </a:solidFill>
                <a:ea typeface="华文中宋" panose="02010600040101010101" pitchFamily="2" charset="-122"/>
              </a:rPr>
              <a:t>1</a:t>
            </a:r>
            <a:endParaRPr lang="en-US" altLang="zh-CN" sz="800" smtClean="0">
              <a:solidFill>
                <a:schemeClr val="bg1"/>
              </a:solidFill>
              <a:ea typeface="华文中宋" panose="02010600040101010101" pitchFamily="2" charset="-122"/>
            </a:endParaRPr>
          </a:p>
        </p:txBody>
      </p:sp>
      <p:pic>
        <p:nvPicPr>
          <p:cNvPr id="15367" name="Picture 7" descr="rewind">
            <a:hlinkClick r:id="" action="ppaction://hlinkshowjump?jump=firstslide"/>
          </p:cNvPr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3900" y="6532563"/>
            <a:ext cx="287338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74" name="Text Box 14"/>
          <p:cNvSpPr txBox="1">
            <a:spLocks noChangeArrowheads="1"/>
          </p:cNvSpPr>
          <p:nvPr/>
        </p:nvSpPr>
        <p:spPr bwMode="auto">
          <a:xfrm>
            <a:off x="7747000" y="5883275"/>
            <a:ext cx="10858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/>
              <a:t>   </a:t>
            </a:r>
            <a:endParaRPr lang="en-US" altLang="zh-CN"/>
          </a:p>
        </p:txBody>
      </p:sp>
      <p:sp>
        <p:nvSpPr>
          <p:cNvPr id="15375" name="Text Box 16"/>
          <p:cNvSpPr txBox="1">
            <a:spLocks noChangeArrowheads="1"/>
          </p:cNvSpPr>
          <p:nvPr/>
        </p:nvSpPr>
        <p:spPr bwMode="auto">
          <a:xfrm>
            <a:off x="5761990" y="981075"/>
            <a:ext cx="2581910" cy="398780"/>
          </a:xfrm>
          <a:prstGeom prst="rect">
            <a:avLst/>
          </a:prstGeom>
          <a:noFill/>
          <a:ln w="9525">
            <a:solidFill>
              <a:srgbClr val="FFC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0000FF"/>
                </a:solidFill>
              </a:rPr>
              <a:t>见教材</a:t>
            </a:r>
            <a:r>
              <a:rPr lang="en-US" altLang="zh-CN">
                <a:solidFill>
                  <a:srgbClr val="0000FF"/>
                </a:solidFill>
              </a:rPr>
              <a:t>P295</a:t>
            </a:r>
            <a:r>
              <a:rPr lang="zh-CN" altLang="en-US">
                <a:solidFill>
                  <a:srgbClr val="0000FF"/>
                </a:solidFill>
              </a:rPr>
              <a:t>表</a:t>
            </a:r>
            <a:r>
              <a:rPr lang="en-US" altLang="zh-CN">
                <a:solidFill>
                  <a:srgbClr val="0000FF"/>
                </a:solidFill>
              </a:rPr>
              <a:t>3.6-20</a:t>
            </a:r>
            <a:endParaRPr lang="en-US" altLang="zh-CN">
              <a:solidFill>
                <a:srgbClr val="0000FF"/>
              </a:solidFill>
            </a:endParaRPr>
          </a:p>
        </p:txBody>
      </p:sp>
      <p:pic>
        <p:nvPicPr>
          <p:cNvPr id="17" name="Picture 26" descr="back">
            <a:hlinkClick r:id="" action="ppaction://hlinkshowjump?jump=previousslide"/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51888" y="6532563"/>
            <a:ext cx="287337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Text Box 34"/>
          <p:cNvSpPr txBox="1">
            <a:spLocks noChangeArrowheads="1"/>
          </p:cNvSpPr>
          <p:nvPr/>
        </p:nvSpPr>
        <p:spPr bwMode="auto">
          <a:xfrm>
            <a:off x="395288" y="1052513"/>
            <a:ext cx="531177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l" eaLnBrk="1" hangingPunct="1">
              <a:buClrTx/>
              <a:buSzTx/>
            </a:pPr>
            <a:r>
              <a:rPr lang="zh-CN" altLang="en-US" sz="24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（四）滑动轴承润滑方法的选</a:t>
            </a:r>
            <a:r>
              <a:rPr lang="zh-CN" altLang="en-US" sz="24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用</a:t>
            </a:r>
            <a:endParaRPr lang="zh-CN" altLang="en-US" sz="240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Rectangle 2"/>
          <p:cNvSpPr>
            <a:spLocks noGrp="1" noChangeArrowheads="1"/>
          </p:cNvSpPr>
          <p:nvPr/>
        </p:nvSpPr>
        <p:spPr bwMode="auto">
          <a:xfrm>
            <a:off x="1446213" y="214313"/>
            <a:ext cx="7697787" cy="490537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kumimoji="1" lang="en-US" altLang="zh-CN" sz="3000" kern="1200" dirty="0" smtClean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3.6-10 </a:t>
            </a:r>
            <a:r>
              <a:rPr kumimoji="1" lang="zh-CN" altLang="en-US" sz="3000" kern="1200" dirty="0" smtClean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滑动轴承润滑剂和润滑方法的选用</a:t>
            </a:r>
            <a:endParaRPr kumimoji="1" lang="zh-CN" altLang="en-US" sz="3000" kern="1200" dirty="0" smtClean="0">
              <a:solidFill>
                <a:srgbClr val="CC3300"/>
              </a:solidFill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042" name="直接连接符 6"/>
          <p:cNvSpPr>
            <a:spLocks noChangeShapeType="1"/>
          </p:cNvSpPr>
          <p:nvPr/>
        </p:nvSpPr>
        <p:spPr bwMode="auto">
          <a:xfrm>
            <a:off x="0" y="765175"/>
            <a:ext cx="9144000" cy="0"/>
          </a:xfrm>
          <a:prstGeom prst="line">
            <a:avLst/>
          </a:prstGeom>
          <a:noFill/>
          <a:ln w="28575">
            <a:solidFill>
              <a:srgbClr val="C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p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932815" y="1834515"/>
            <a:ext cx="5943600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滑动轴承根据系数</a:t>
            </a:r>
            <a:r>
              <a:rPr lang="en-US" altLang="zh-CN"/>
              <a:t>K</a:t>
            </a:r>
            <a:r>
              <a:rPr lang="zh-CN" altLang="en-US"/>
              <a:t>选取润滑剂和润滑</a:t>
            </a:r>
            <a:r>
              <a:rPr lang="zh-CN" altLang="en-US"/>
              <a:t>方法：</a:t>
            </a:r>
            <a:endParaRPr lang="zh-CN" altLang="en-US"/>
          </a:p>
        </p:txBody>
      </p:sp>
      <p:graphicFrame>
        <p:nvGraphicFramePr>
          <p:cNvPr id="4" name="对象 3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1835785" y="2637155"/>
          <a:ext cx="2169795" cy="8312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3" imgW="1193800" imgH="457200" progId="Equation.KSEE3">
                  <p:embed/>
                </p:oleObj>
              </mc:Choice>
              <mc:Fallback>
                <p:oleObj name="" r:id="rId3" imgW="1193800" imgH="4572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835785" y="2637155"/>
                        <a:ext cx="2169795" cy="8312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2124075" y="3785235"/>
            <a:ext cx="4176395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F——</a:t>
            </a:r>
            <a:r>
              <a:rPr lang="zh-CN" altLang="en-US"/>
              <a:t>轴承的径向载荷，</a:t>
            </a:r>
            <a:r>
              <a:rPr lang="en-US" altLang="zh-CN"/>
              <a:t>N</a:t>
            </a:r>
            <a:r>
              <a:rPr lang="zh-CN" altLang="en-US"/>
              <a:t>；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2124075" y="4293235"/>
            <a:ext cx="4176395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B——</a:t>
            </a:r>
            <a:r>
              <a:rPr lang="zh-CN" altLang="en-US"/>
              <a:t>轴承的</a:t>
            </a:r>
            <a:r>
              <a:rPr lang="zh-CN" altLang="en-US"/>
              <a:t>宽度；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2124075" y="4869180"/>
            <a:ext cx="4176395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d——</a:t>
            </a:r>
            <a:r>
              <a:rPr lang="zh-CN" altLang="en-US"/>
              <a:t>轴承的</a:t>
            </a:r>
            <a:r>
              <a:rPr lang="zh-CN" altLang="en-US"/>
              <a:t>直径；</a:t>
            </a:r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2052320" y="5400675"/>
            <a:ext cx="4176395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p——</a:t>
            </a:r>
            <a:r>
              <a:rPr lang="zh-CN" altLang="en-US"/>
              <a:t>轴承平均压强，</a:t>
            </a:r>
            <a:r>
              <a:rPr lang="en-US" altLang="zh-CN"/>
              <a:t>MPa</a:t>
            </a:r>
            <a:r>
              <a:rPr lang="zh-CN" altLang="en-US"/>
              <a:t>；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53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3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15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5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74" grpId="0" autoUpdateAnimBg="0"/>
      <p:bldP spid="15375" grpId="0" bldLvl="0" animBg="1"/>
      <p:bldP spid="18" grpId="0" autoUpdateAnimBg="0"/>
      <p:bldP spid="15374" grpId="1"/>
      <p:bldP spid="5" grpId="0"/>
      <p:bldP spid="6" grpId="0"/>
      <p:bldP spid="7" grpId="0"/>
      <p:bldP spid="8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6"/>
          <p:cNvSpPr>
            <a:spLocks noChangeArrowheads="1"/>
          </p:cNvSpPr>
          <p:nvPr/>
        </p:nvSpPr>
        <p:spPr bwMode="auto">
          <a:xfrm>
            <a:off x="0" y="-215900"/>
            <a:ext cx="182563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endParaRPr lang="zh-CN" altLang="en-US">
              <a:solidFill>
                <a:srgbClr val="000099"/>
              </a:solidFill>
            </a:endParaRPr>
          </a:p>
        </p:txBody>
      </p:sp>
      <p:sp>
        <p:nvSpPr>
          <p:cNvPr id="1029" name="Rectangle 8"/>
          <p:cNvSpPr>
            <a:spLocks noChangeArrowheads="1"/>
          </p:cNvSpPr>
          <p:nvPr/>
        </p:nvSpPr>
        <p:spPr bwMode="auto">
          <a:xfrm>
            <a:off x="0" y="-215900"/>
            <a:ext cx="182563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endParaRPr lang="zh-CN" altLang="en-US">
              <a:solidFill>
                <a:srgbClr val="000099"/>
              </a:solidFill>
            </a:endParaRPr>
          </a:p>
        </p:txBody>
      </p:sp>
      <p:sp>
        <p:nvSpPr>
          <p:cNvPr id="3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446213" y="214313"/>
            <a:ext cx="7697787" cy="490537"/>
          </a:xfr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eaLnBrk="1" hangingPunct="1">
              <a:defRPr/>
            </a:pPr>
            <a:r>
              <a:rPr kumimoji="1" lang="en-US" altLang="zh-CN" sz="3000" kern="1200" dirty="0" smtClean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3.6-11 </a:t>
            </a:r>
            <a:r>
              <a:rPr kumimoji="1" lang="zh-CN" altLang="en-US" sz="3000" kern="1200" dirty="0" smtClean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不完全液体润滑滑动轴承设计计算</a:t>
            </a:r>
            <a:endParaRPr kumimoji="1" lang="zh-CN" altLang="en-US" sz="3000" kern="1200" dirty="0" smtClean="0">
              <a:solidFill>
                <a:srgbClr val="CC3300"/>
              </a:solidFill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pic>
        <p:nvPicPr>
          <p:cNvPr id="1031" name="Picture 75" descr="NEXT1">
            <a:hlinkClick r:id="" action="ppaction://hlinkshowjump?jump=nextslide"/>
          </p:cNvPr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42363" y="6523038"/>
            <a:ext cx="287337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2" name="Picture 73" descr="rewind1">
            <a:hlinkClick r:id="rId2" action="ppaction://hlinksldjump"/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3575" y="6523038"/>
            <a:ext cx="287338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2468" name="矩形 57356"/>
          <p:cNvSpPr>
            <a:spLocks noChangeArrowheads="1"/>
          </p:cNvSpPr>
          <p:nvPr/>
        </p:nvSpPr>
        <p:spPr bwMode="auto">
          <a:xfrm>
            <a:off x="357188" y="857250"/>
            <a:ext cx="7708900" cy="423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indent="4572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endParaRPr lang="zh-CN" altLang="en-US" sz="2000" dirty="0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42" name="直接连接符 6"/>
          <p:cNvSpPr>
            <a:spLocks noChangeShapeType="1"/>
          </p:cNvSpPr>
          <p:nvPr/>
        </p:nvSpPr>
        <p:spPr bwMode="auto">
          <a:xfrm>
            <a:off x="0" y="765175"/>
            <a:ext cx="9144000" cy="0"/>
          </a:xfrm>
          <a:prstGeom prst="line">
            <a:avLst/>
          </a:prstGeom>
          <a:noFill/>
          <a:ln w="28575">
            <a:solidFill>
              <a:srgbClr val="C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" name="Text Box 4"/>
          <p:cNvSpPr txBox="1">
            <a:spLocks noChangeArrowheads="1"/>
          </p:cNvSpPr>
          <p:nvPr/>
        </p:nvSpPr>
        <p:spPr bwMode="auto">
          <a:xfrm>
            <a:off x="971750" y="1373490"/>
            <a:ext cx="4373880" cy="4298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CC3300"/>
                </a:solidFill>
              </a:rPr>
              <a:t>主要</a:t>
            </a:r>
            <a:r>
              <a:rPr lang="zh-CN" altLang="en-US" dirty="0">
                <a:solidFill>
                  <a:srgbClr val="CC3300"/>
                </a:solidFill>
              </a:rPr>
              <a:t>是胶合、磨损</a:t>
            </a:r>
            <a:r>
              <a:rPr lang="zh-CN" altLang="en-US" dirty="0"/>
              <a:t>等（图片见下）</a:t>
            </a:r>
            <a:endParaRPr lang="zh-CN" altLang="en-US" dirty="0"/>
          </a:p>
        </p:txBody>
      </p:sp>
      <p:sp>
        <p:nvSpPr>
          <p:cNvPr id="20" name="Text Box 5"/>
          <p:cNvSpPr txBox="1">
            <a:spLocks noChangeArrowheads="1"/>
          </p:cNvSpPr>
          <p:nvPr/>
        </p:nvSpPr>
        <p:spPr bwMode="auto">
          <a:xfrm>
            <a:off x="734060" y="2386965"/>
            <a:ext cx="8008620" cy="565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1527175" indent="-152717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247332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266382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285432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304482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350202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95922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441642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873625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40000"/>
              </a:lnSpc>
            </a:pPr>
            <a:r>
              <a:rPr lang="zh-CN" altLang="en-US" sz="2200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设计准则</a:t>
            </a:r>
            <a:r>
              <a:rPr lang="zh-CN" altLang="en-US" sz="2200" dirty="0">
                <a:latin typeface="华文中宋" panose="02010600040101010101" pitchFamily="2" charset="-122"/>
                <a:ea typeface="华文中宋" panose="02010600040101010101" pitchFamily="2" charset="-122"/>
              </a:rPr>
              <a:t>：至少保持在边界润滑状态，即</a:t>
            </a:r>
            <a:r>
              <a:rPr lang="zh-CN" altLang="en-US" sz="2200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rPr>
              <a:t>维持边界油膜不破裂</a:t>
            </a:r>
            <a:r>
              <a:rPr lang="zh-CN" altLang="en-US" sz="2200" dirty="0">
                <a:latin typeface="华文中宋" panose="02010600040101010101" pitchFamily="2" charset="-122"/>
                <a:ea typeface="华文中宋" panose="02010600040101010101" pitchFamily="2" charset="-122"/>
              </a:rPr>
              <a:t>。</a:t>
            </a:r>
            <a:endParaRPr lang="zh-CN" altLang="en-US" sz="22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1" name="Text Box 6"/>
          <p:cNvSpPr txBox="1">
            <a:spLocks noChangeArrowheads="1"/>
          </p:cNvSpPr>
          <p:nvPr/>
        </p:nvSpPr>
        <p:spPr bwMode="auto">
          <a:xfrm>
            <a:off x="710265" y="3140480"/>
            <a:ext cx="4698722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计算方法</a:t>
            </a:r>
            <a:r>
              <a:rPr lang="zh-CN" altLang="en-US" dirty="0"/>
              <a:t>：</a:t>
            </a:r>
            <a:r>
              <a:rPr lang="zh-CN" altLang="en-US" dirty="0">
                <a:solidFill>
                  <a:schemeClr val="tx1"/>
                </a:solidFill>
              </a:rPr>
              <a:t>简化计算（条件性计算）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2" name="Text Box 3"/>
          <p:cNvSpPr txBox="1">
            <a:spLocks noChangeArrowheads="1"/>
          </p:cNvSpPr>
          <p:nvPr/>
        </p:nvSpPr>
        <p:spPr bwMode="auto">
          <a:xfrm>
            <a:off x="395710" y="836820"/>
            <a:ext cx="4980851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dirty="0" smtClean="0">
                <a:latin typeface="黑体" panose="02010609060101010101" pitchFamily="49" charset="-122"/>
                <a:ea typeface="黑体" panose="02010609060101010101" pitchFamily="49" charset="-122"/>
              </a:rPr>
              <a:t>一、不完全液体润滑滑动轴承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失效形式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12647" name="Text Box 7"/>
          <p:cNvSpPr txBox="1">
            <a:spLocks noChangeArrowheads="1"/>
          </p:cNvSpPr>
          <p:nvPr/>
        </p:nvSpPr>
        <p:spPr bwMode="auto">
          <a:xfrm>
            <a:off x="1259681" y="3836988"/>
            <a:ext cx="8485188" cy="3987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+mn-cs"/>
              </a:defRPr>
            </a:lvl5pPr>
            <a:lvl6pPr marL="2286000" algn="l" defTabSz="914400" rtl="0" eaLnBrk="1" latinLnBrk="0" hangingPunct="1">
              <a:defRPr sz="2800" b="1" kern="12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+mn-cs"/>
              </a:defRPr>
            </a:lvl6pPr>
            <a:lvl7pPr marL="2743200" algn="l" defTabSz="914400" rtl="0" eaLnBrk="1" latinLnBrk="0" hangingPunct="1">
              <a:defRPr sz="2800" b="1" kern="12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+mn-cs"/>
              </a:defRPr>
            </a:lvl7pPr>
            <a:lvl8pPr marL="3200400" algn="l" defTabSz="914400" rtl="0" eaLnBrk="1" latinLnBrk="0" hangingPunct="1">
              <a:defRPr sz="2800" b="1" kern="12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+mn-cs"/>
              </a:defRPr>
            </a:lvl8pPr>
            <a:lvl9pPr marL="3657600" algn="l" defTabSz="914400" rtl="0" eaLnBrk="1" latinLnBrk="0" hangingPunct="1">
              <a:defRPr sz="2800" b="1" kern="12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+mn-cs"/>
              </a:defRPr>
            </a:lvl9pPr>
          </a:lstStyle>
          <a:p>
            <a:r>
              <a:rPr lang="zh-CN" altLang="en-US" sz="2000" dirty="0">
                <a:latin typeface="+mn-ea"/>
                <a:ea typeface="+mn-ea"/>
                <a:cs typeface="+mn-ea"/>
              </a:rPr>
              <a:t>限制平均压强</a:t>
            </a:r>
            <a:r>
              <a:rPr lang="en-US" altLang="zh-CN" sz="2000" dirty="0">
                <a:latin typeface="+mn-ea"/>
                <a:ea typeface="+mn-ea"/>
                <a:cs typeface="+mn-ea"/>
              </a:rPr>
              <a:t>p</a:t>
            </a:r>
            <a:r>
              <a:rPr lang="zh-CN" altLang="en-US" sz="2000" b="0" dirty="0">
                <a:latin typeface="+mn-ea"/>
                <a:ea typeface="+mn-ea"/>
                <a:cs typeface="+mn-ea"/>
              </a:rPr>
              <a:t>：</a:t>
            </a:r>
            <a:r>
              <a:rPr lang="zh-CN" altLang="en-US" sz="2000" dirty="0">
                <a:solidFill>
                  <a:srgbClr val="FF0000"/>
                </a:solidFill>
                <a:latin typeface="+mn-ea"/>
                <a:ea typeface="+mn-ea"/>
                <a:cs typeface="+mn-ea"/>
              </a:rPr>
              <a:t>防止</a:t>
            </a:r>
            <a:r>
              <a:rPr lang="en-US" altLang="zh-CN" sz="2000" dirty="0">
                <a:solidFill>
                  <a:srgbClr val="FF0000"/>
                </a:solidFill>
                <a:latin typeface="+mn-ea"/>
                <a:ea typeface="+mn-ea"/>
                <a:cs typeface="+mn-ea"/>
              </a:rPr>
              <a:t>p</a:t>
            </a:r>
            <a:r>
              <a:rPr lang="zh-CN" altLang="en-US" sz="2000" dirty="0">
                <a:solidFill>
                  <a:srgbClr val="FF0000"/>
                </a:solidFill>
                <a:latin typeface="+mn-ea"/>
                <a:ea typeface="+mn-ea"/>
                <a:cs typeface="+mn-ea"/>
              </a:rPr>
              <a:t>过高</a:t>
            </a:r>
            <a:r>
              <a:rPr lang="zh-CN" altLang="en-US" sz="2000" dirty="0">
                <a:latin typeface="+mn-ea"/>
                <a:ea typeface="+mn-ea"/>
                <a:cs typeface="+mn-ea"/>
              </a:rPr>
              <a:t>，</a:t>
            </a:r>
            <a:r>
              <a:rPr kumimoji="1" lang="zh-CN" altLang="en-US" sz="2000" dirty="0">
                <a:solidFill>
                  <a:srgbClr val="FF0000"/>
                </a:solidFill>
                <a:latin typeface="+mn-ea"/>
                <a:ea typeface="+mn-ea"/>
                <a:cs typeface="+mn-ea"/>
              </a:rPr>
              <a:t>油被挤出</a:t>
            </a:r>
            <a:r>
              <a:rPr kumimoji="1" lang="zh-CN" altLang="en-US" sz="2000" dirty="0">
                <a:latin typeface="+mn-ea"/>
                <a:ea typeface="+mn-ea"/>
                <a:cs typeface="+mn-ea"/>
              </a:rPr>
              <a:t>，</a:t>
            </a:r>
            <a:r>
              <a:rPr kumimoji="1" lang="zh-CN" altLang="en-US" sz="2000" dirty="0">
                <a:solidFill>
                  <a:srgbClr val="FF0000"/>
                </a:solidFill>
                <a:latin typeface="+mn-ea"/>
                <a:ea typeface="+mn-ea"/>
                <a:cs typeface="+mn-ea"/>
              </a:rPr>
              <a:t>产生 “过度磨损</a:t>
            </a:r>
            <a:r>
              <a:rPr kumimoji="1" lang="zh-CN" altLang="en-US" sz="2000" dirty="0">
                <a:solidFill>
                  <a:srgbClr val="FF0000"/>
                </a:solidFill>
                <a:latin typeface="+mn-ea"/>
                <a:ea typeface="+mn-ea"/>
                <a:cs typeface="+mn-ea"/>
              </a:rPr>
              <a:t>”</a:t>
            </a:r>
            <a:endParaRPr kumimoji="1" lang="zh-CN" altLang="en-US" sz="2000" dirty="0">
              <a:solidFill>
                <a:srgbClr val="FF0000"/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112648" name="Text Box 8"/>
          <p:cNvSpPr txBox="1">
            <a:spLocks noChangeArrowheads="1"/>
          </p:cNvSpPr>
          <p:nvPr/>
        </p:nvSpPr>
        <p:spPr bwMode="auto">
          <a:xfrm>
            <a:off x="1187926" y="4452620"/>
            <a:ext cx="6497638" cy="3987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+mn-cs"/>
              </a:defRPr>
            </a:lvl5pPr>
            <a:lvl6pPr marL="2286000" algn="l" defTabSz="914400" rtl="0" eaLnBrk="1" latinLnBrk="0" hangingPunct="1">
              <a:defRPr sz="2800" b="1" kern="12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+mn-cs"/>
              </a:defRPr>
            </a:lvl6pPr>
            <a:lvl7pPr marL="2743200" algn="l" defTabSz="914400" rtl="0" eaLnBrk="1" latinLnBrk="0" hangingPunct="1">
              <a:defRPr sz="2800" b="1" kern="12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+mn-cs"/>
              </a:defRPr>
            </a:lvl7pPr>
            <a:lvl8pPr marL="3200400" algn="l" defTabSz="914400" rtl="0" eaLnBrk="1" latinLnBrk="0" hangingPunct="1">
              <a:defRPr sz="2800" b="1" kern="12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+mn-cs"/>
              </a:defRPr>
            </a:lvl8pPr>
            <a:lvl9pPr marL="3657600" algn="l" defTabSz="914400" rtl="0" eaLnBrk="1" latinLnBrk="0" hangingPunct="1">
              <a:defRPr sz="2800" b="1" kern="12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+mn-cs"/>
              </a:defRPr>
            </a:lvl9pPr>
          </a:lstStyle>
          <a:p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限制轴承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pv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值</a:t>
            </a:r>
            <a:r>
              <a:rPr lang="zh-CN" altLang="en-US" sz="2000" b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</a:t>
            </a:r>
            <a:r>
              <a:rPr kumimoji="1" lang="zh-CN" altLang="en-US" sz="20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限制轴承温升</a:t>
            </a:r>
            <a:r>
              <a:rPr kumimoji="1"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kumimoji="1" lang="zh-CN" altLang="en-US" sz="20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防止胶合</a:t>
            </a:r>
            <a:r>
              <a:rPr kumimoji="1"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kumimoji="1" lang="zh-CN" altLang="en-US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2649" name="Text Box 9"/>
          <p:cNvSpPr txBox="1">
            <a:spLocks noChangeArrowheads="1"/>
          </p:cNvSpPr>
          <p:nvPr/>
        </p:nvSpPr>
        <p:spPr bwMode="auto">
          <a:xfrm>
            <a:off x="1259681" y="5047615"/>
            <a:ext cx="6259513" cy="3987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+mn-cs"/>
              </a:defRPr>
            </a:lvl5pPr>
            <a:lvl6pPr marL="2286000" algn="l" defTabSz="914400" rtl="0" eaLnBrk="1" latinLnBrk="0" hangingPunct="1">
              <a:defRPr sz="2800" b="1" kern="12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+mn-cs"/>
              </a:defRPr>
            </a:lvl6pPr>
            <a:lvl7pPr marL="2743200" algn="l" defTabSz="914400" rtl="0" eaLnBrk="1" latinLnBrk="0" hangingPunct="1">
              <a:defRPr sz="2800" b="1" kern="12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+mn-cs"/>
              </a:defRPr>
            </a:lvl7pPr>
            <a:lvl8pPr marL="3200400" algn="l" defTabSz="914400" rtl="0" eaLnBrk="1" latinLnBrk="0" hangingPunct="1">
              <a:defRPr sz="2800" b="1" kern="12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+mn-cs"/>
              </a:defRPr>
            </a:lvl8pPr>
            <a:lvl9pPr marL="3657600" algn="l" defTabSz="914400" rtl="0" eaLnBrk="1" latinLnBrk="0" hangingPunct="1">
              <a:defRPr sz="2800" b="1" kern="1200">
                <a:solidFill>
                  <a:schemeClr val="tx1"/>
                </a:solidFill>
                <a:latin typeface="Arial" panose="020B0604020202020204" pitchFamily="34" charset="0"/>
                <a:ea typeface="幼圆" panose="02010509060101010101" pitchFamily="49" charset="-122"/>
                <a:cs typeface="+mn-cs"/>
              </a:defRPr>
            </a:lvl9pPr>
          </a:lstStyle>
          <a:p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限制滑动速度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</a:t>
            </a:r>
            <a:r>
              <a:rPr lang="zh-CN" altLang="en-US" sz="2000" b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</a:t>
            </a:r>
            <a:r>
              <a:rPr kumimoji="1" lang="zh-CN" altLang="en-US" sz="20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防止</a:t>
            </a:r>
            <a:r>
              <a:rPr kumimoji="1" lang="en-US" altLang="zh-CN" sz="20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</a:t>
            </a:r>
            <a:r>
              <a:rPr kumimoji="1" lang="zh-CN" altLang="en-US" sz="20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过高而加速磨损</a:t>
            </a:r>
            <a:r>
              <a:rPr kumimoji="1" lang="zh-CN" altLang="en-US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kumimoji="1" lang="zh-CN" altLang="en-US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10565" y="1929765"/>
            <a:ext cx="7596505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滑动先后成的设计</a:t>
            </a:r>
            <a:r>
              <a:rPr lang="zh-CN" altLang="en-US"/>
              <a:t>要求：最大的承载能力和最小的摩擦</a:t>
            </a:r>
            <a:r>
              <a:rPr lang="zh-CN" altLang="en-US"/>
              <a:t>功耗</a:t>
            </a:r>
            <a:endParaRPr lang="zh-CN" altLang="en-US"/>
          </a:p>
        </p:txBody>
      </p:sp>
    </p:spTree>
  </p:cSld>
  <p:clrMapOvr>
    <a:masterClrMapping/>
  </p:clrMapOvr>
  <p:transition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62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12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12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12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468" grpId="0"/>
      <p:bldP spid="19" grpId="0" bldLvl="0" animBg="1" autoUpdateAnimBg="0"/>
      <p:bldP spid="20" grpId="0" bldLvl="0" animBg="1" autoUpdateAnimBg="0"/>
      <p:bldP spid="21" grpId="0" bldLvl="0" animBg="1" autoUpdateAnimBg="0"/>
      <p:bldP spid="22" grpId="0" autoUpdateAnimBg="0"/>
      <p:bldP spid="112647" grpId="0" bldLvl="0" animBg="1"/>
      <p:bldP spid="112648" grpId="0" bldLvl="0" animBg="1"/>
      <p:bldP spid="112649" grpId="0" bldLvl="0" animBg="1"/>
      <p:bldP spid="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234" name="Group 2"/>
          <p:cNvGrpSpPr/>
          <p:nvPr/>
        </p:nvGrpSpPr>
        <p:grpSpPr bwMode="auto">
          <a:xfrm>
            <a:off x="32397" y="764815"/>
            <a:ext cx="9144000" cy="2770187"/>
            <a:chOff x="0" y="377"/>
            <a:chExt cx="5760" cy="1745"/>
          </a:xfrm>
        </p:grpSpPr>
        <p:pic>
          <p:nvPicPr>
            <p:cNvPr id="95235" name="Picture 3" descr="轴瓦失效1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377"/>
              <a:ext cx="1790" cy="14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5236" name="Picture 4" descr="轴瓦失效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20" y="669"/>
              <a:ext cx="1950" cy="120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5237" name="Picture 5" descr="轴瓦失效5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67" y="432"/>
              <a:ext cx="1793" cy="15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chemeClr val="accent2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5238" name="Text Box 6"/>
            <p:cNvSpPr txBox="1">
              <a:spLocks noChangeArrowheads="1"/>
            </p:cNvSpPr>
            <p:nvPr/>
          </p:nvSpPr>
          <p:spPr bwMode="auto">
            <a:xfrm>
              <a:off x="480" y="1872"/>
              <a:ext cx="1008" cy="2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endParaRPr lang="zh-CN" altLang="zh-CN" sz="2000" b="1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95239" name="Group 7"/>
          <p:cNvGrpSpPr/>
          <p:nvPr/>
        </p:nvGrpSpPr>
        <p:grpSpPr bwMode="auto">
          <a:xfrm>
            <a:off x="381000" y="3717020"/>
            <a:ext cx="8763000" cy="2987675"/>
            <a:chOff x="240" y="2304"/>
            <a:chExt cx="5520" cy="1882"/>
          </a:xfrm>
        </p:grpSpPr>
        <p:pic>
          <p:nvPicPr>
            <p:cNvPr id="95240" name="Picture 8" descr="轴瓦失效4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0" y="2400"/>
              <a:ext cx="1805" cy="1452"/>
            </a:xfrm>
            <a:prstGeom prst="rect">
              <a:avLst/>
            </a:prstGeom>
            <a:solidFill>
              <a:srgbClr val="FFFFCC"/>
            </a:solidFill>
          </p:spPr>
        </p:pic>
        <p:pic>
          <p:nvPicPr>
            <p:cNvPr id="95241" name="Picture 9" descr="轴瓦失效6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35" y="2304"/>
              <a:ext cx="1925" cy="1520"/>
            </a:xfrm>
            <a:prstGeom prst="rect">
              <a:avLst/>
            </a:prstGeom>
            <a:solidFill>
              <a:srgbClr val="FFFFCC"/>
            </a:solidFill>
          </p:spPr>
        </p:pic>
        <p:pic>
          <p:nvPicPr>
            <p:cNvPr id="95242" name="Picture 10" descr="轴瓦失效7-1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72" y="2880"/>
              <a:ext cx="2366" cy="960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76200">
                  <a:solidFill>
                    <a:schemeClr val="accent2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5243" name="Text Box 11"/>
            <p:cNvSpPr txBox="1">
              <a:spLocks noChangeArrowheads="1"/>
            </p:cNvSpPr>
            <p:nvPr/>
          </p:nvSpPr>
          <p:spPr bwMode="auto">
            <a:xfrm>
              <a:off x="384" y="3936"/>
              <a:ext cx="1344" cy="2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endParaRPr lang="zh-CN" altLang="zh-CN" sz="20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95244" name="Text Box 12"/>
          <p:cNvSpPr txBox="1">
            <a:spLocks noChangeArrowheads="1"/>
          </p:cNvSpPr>
          <p:nvPr/>
        </p:nvSpPr>
        <p:spPr bwMode="auto">
          <a:xfrm>
            <a:off x="3576638" y="3214688"/>
            <a:ext cx="2219325" cy="457200"/>
          </a:xfrm>
          <a:prstGeom prst="rect">
            <a:avLst/>
          </a:prstGeom>
          <a:solidFill>
            <a:srgbClr val="99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磨损及胶合</a:t>
            </a:r>
            <a:endParaRPr lang="zh-CN" altLang="en-US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5245" name="Text Box 13"/>
          <p:cNvSpPr txBox="1">
            <a:spLocks noChangeArrowheads="1"/>
          </p:cNvSpPr>
          <p:nvPr/>
        </p:nvSpPr>
        <p:spPr bwMode="auto">
          <a:xfrm>
            <a:off x="3725863" y="6238875"/>
            <a:ext cx="2271712" cy="457200"/>
          </a:xfrm>
          <a:prstGeom prst="rect">
            <a:avLst/>
          </a:prstGeom>
          <a:solidFill>
            <a:srgbClr val="99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b="1">
                <a:latin typeface="Times New Roman" panose="02020603050405020304" pitchFamily="18" charset="0"/>
                <a:ea typeface="宋体" panose="02010600030101010101" pitchFamily="2" charset="-122"/>
              </a:rPr>
              <a:t>点蚀及剥落</a:t>
            </a:r>
            <a:endParaRPr lang="zh-CN" altLang="en-US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" name="Rectangle 2"/>
          <p:cNvSpPr txBox="1">
            <a:spLocks noChangeArrowheads="1"/>
          </p:cNvSpPr>
          <p:nvPr/>
        </p:nvSpPr>
        <p:spPr bwMode="auto">
          <a:xfrm>
            <a:off x="1446213" y="214313"/>
            <a:ext cx="7697787" cy="490537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defRPr/>
            </a:pPr>
            <a:r>
              <a:rPr kumimoji="1" lang="en-US" altLang="zh-CN" sz="3000" kern="1200" smtClean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3.6-11</a:t>
            </a:r>
            <a:r>
              <a:rPr kumimoji="1" lang="zh-CN" altLang="en-US" sz="3000" kern="1200" smtClean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不完全液体润滑滑动轴承设计计算</a:t>
            </a:r>
            <a:endParaRPr kumimoji="1" lang="zh-CN" altLang="en-US" sz="3000" kern="1200" dirty="0" smtClean="0">
              <a:solidFill>
                <a:srgbClr val="CC3300"/>
              </a:solidFill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5" name="直接连接符 6"/>
          <p:cNvSpPr>
            <a:spLocks noChangeShapeType="1"/>
          </p:cNvSpPr>
          <p:nvPr/>
        </p:nvSpPr>
        <p:spPr bwMode="auto">
          <a:xfrm>
            <a:off x="0" y="765175"/>
            <a:ext cx="9144000" cy="0"/>
          </a:xfrm>
          <a:prstGeom prst="line">
            <a:avLst/>
          </a:prstGeom>
          <a:noFill/>
          <a:ln w="28575">
            <a:solidFill>
              <a:srgbClr val="C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244" grpId="0" animBg="1"/>
      <p:bldP spid="95245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Text Box 2"/>
          <p:cNvSpPr txBox="1">
            <a:spLocks noChangeArrowheads="1"/>
          </p:cNvSpPr>
          <p:nvPr/>
        </p:nvSpPr>
        <p:spPr bwMode="auto">
          <a:xfrm>
            <a:off x="899745" y="1484865"/>
            <a:ext cx="2871299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dirty="0" smtClean="0">
                <a:solidFill>
                  <a:srgbClr val="0000FF"/>
                </a:solidFill>
              </a:rPr>
              <a:t>1</a:t>
            </a:r>
            <a:r>
              <a:rPr lang="zh-CN" altLang="en-US" dirty="0" smtClean="0">
                <a:solidFill>
                  <a:srgbClr val="0000FF"/>
                </a:solidFill>
              </a:rPr>
              <a:t>、验算轴承</a:t>
            </a:r>
            <a:r>
              <a:rPr lang="zh-CN" altLang="en-US" dirty="0">
                <a:solidFill>
                  <a:srgbClr val="0000FF"/>
                </a:solidFill>
              </a:rPr>
              <a:t>平均压强</a:t>
            </a:r>
            <a:endParaRPr lang="zh-CN" altLang="en-US" dirty="0">
              <a:solidFill>
                <a:srgbClr val="0000FF"/>
              </a:solidFill>
            </a:endParaRPr>
          </a:p>
        </p:txBody>
      </p:sp>
      <p:graphicFrame>
        <p:nvGraphicFramePr>
          <p:cNvPr id="96259" name="Object 3"/>
          <p:cNvGraphicFramePr>
            <a:graphicFrameLocks noChangeAspect="1"/>
          </p:cNvGraphicFramePr>
          <p:nvPr/>
        </p:nvGraphicFramePr>
        <p:xfrm>
          <a:off x="4355985" y="1124840"/>
          <a:ext cx="1752600" cy="754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63" name="Equation" r:id="rId1" imgW="914400" imgH="393700" progId="Equation.3">
                  <p:embed/>
                </p:oleObj>
              </mc:Choice>
              <mc:Fallback>
                <p:oleObj name="Equation" r:id="rId1" imgW="914400" imgH="393700" progId="Equation.3">
                  <p:embed/>
                  <p:pic>
                    <p:nvPicPr>
                      <p:cNvPr id="0" name="图片 826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5985" y="1124840"/>
                        <a:ext cx="1752600" cy="7540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6260" name="Text Box 4"/>
          <p:cNvSpPr txBox="1">
            <a:spLocks noChangeArrowheads="1"/>
          </p:cNvSpPr>
          <p:nvPr/>
        </p:nvSpPr>
        <p:spPr bwMode="auto">
          <a:xfrm>
            <a:off x="1547790" y="1988900"/>
            <a:ext cx="2473754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dirty="0"/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—</a:t>
            </a:r>
            <a:r>
              <a:rPr lang="en-US" altLang="zh-CN" dirty="0"/>
              <a:t> </a:t>
            </a:r>
            <a:r>
              <a:rPr lang="zh-CN" altLang="en-US" dirty="0"/>
              <a:t>径向载荷</a:t>
            </a:r>
            <a:r>
              <a:rPr lang="en-US" altLang="zh-CN" dirty="0"/>
              <a:t>, N</a:t>
            </a:r>
            <a:r>
              <a:rPr lang="zh-CN" altLang="en-US" dirty="0"/>
              <a:t>；</a:t>
            </a:r>
            <a:endParaRPr lang="zh-CN" altLang="en-US" dirty="0"/>
          </a:p>
        </p:txBody>
      </p:sp>
      <p:sp>
        <p:nvSpPr>
          <p:cNvPr id="96261" name="Text Box 5"/>
          <p:cNvSpPr txBox="1">
            <a:spLocks noChangeArrowheads="1"/>
          </p:cNvSpPr>
          <p:nvPr/>
        </p:nvSpPr>
        <p:spPr bwMode="auto">
          <a:xfrm>
            <a:off x="1547790" y="2564940"/>
            <a:ext cx="2768707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dirty="0"/>
              <a:t>d</a:t>
            </a:r>
            <a:r>
              <a:rPr lang="en-US" altLang="zh-CN" dirty="0">
                <a:latin typeface="Times New Roman" panose="02020603050405020304" pitchFamily="18" charset="0"/>
              </a:rPr>
              <a:t>—</a:t>
            </a:r>
            <a:r>
              <a:rPr lang="en-US" altLang="zh-CN" dirty="0"/>
              <a:t> </a:t>
            </a:r>
            <a:r>
              <a:rPr lang="zh-CN" altLang="en-US" dirty="0"/>
              <a:t>轴颈直径</a:t>
            </a:r>
            <a:r>
              <a:rPr lang="en-US" altLang="zh-CN" dirty="0"/>
              <a:t>, mm</a:t>
            </a:r>
            <a:r>
              <a:rPr lang="zh-CN" altLang="en-US" dirty="0"/>
              <a:t>；</a:t>
            </a:r>
            <a:endParaRPr lang="zh-CN" altLang="en-US" dirty="0"/>
          </a:p>
        </p:txBody>
      </p:sp>
      <p:sp>
        <p:nvSpPr>
          <p:cNvPr id="96262" name="Text Box 6"/>
          <p:cNvSpPr txBox="1">
            <a:spLocks noChangeArrowheads="1"/>
          </p:cNvSpPr>
          <p:nvPr/>
        </p:nvSpPr>
        <p:spPr bwMode="auto">
          <a:xfrm>
            <a:off x="3851950" y="1988900"/>
            <a:ext cx="3256020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dirty="0"/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—</a:t>
            </a:r>
            <a:r>
              <a:rPr lang="en-US" altLang="zh-CN" dirty="0"/>
              <a:t> </a:t>
            </a:r>
            <a:r>
              <a:rPr lang="zh-CN" altLang="en-US" dirty="0"/>
              <a:t>轴瓦有效宽度</a:t>
            </a:r>
            <a:r>
              <a:rPr lang="en-US" altLang="zh-CN" dirty="0"/>
              <a:t>,mm</a:t>
            </a:r>
            <a:r>
              <a:rPr lang="zh-CN" altLang="en-US" dirty="0"/>
              <a:t>；</a:t>
            </a:r>
            <a:endParaRPr lang="zh-CN" altLang="en-US" dirty="0"/>
          </a:p>
        </p:txBody>
      </p:sp>
      <p:sp>
        <p:nvSpPr>
          <p:cNvPr id="96263" name="Text Box 7"/>
          <p:cNvSpPr txBox="1">
            <a:spLocks noChangeArrowheads="1"/>
          </p:cNvSpPr>
          <p:nvPr/>
        </p:nvSpPr>
        <p:spPr bwMode="auto">
          <a:xfrm>
            <a:off x="4283980" y="2492935"/>
            <a:ext cx="2941831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dirty="0"/>
              <a:t>[p]</a:t>
            </a:r>
            <a:r>
              <a:rPr lang="en-US" altLang="zh-CN" dirty="0">
                <a:latin typeface="Times New Roman" panose="02020603050405020304" pitchFamily="18" charset="0"/>
              </a:rPr>
              <a:t>—</a:t>
            </a:r>
            <a:r>
              <a:rPr lang="en-US" altLang="zh-CN" dirty="0"/>
              <a:t> </a:t>
            </a:r>
            <a:r>
              <a:rPr lang="zh-CN" altLang="en-US" dirty="0"/>
              <a:t>许用压强</a:t>
            </a:r>
            <a:r>
              <a:rPr lang="en-US" altLang="zh-CN" dirty="0"/>
              <a:t>,</a:t>
            </a:r>
            <a:r>
              <a:rPr lang="en-US" altLang="zh-CN" dirty="0" err="1"/>
              <a:t>Mpa</a:t>
            </a:r>
            <a:r>
              <a:rPr lang="zh-CN" altLang="en-US" dirty="0"/>
              <a:t>。</a:t>
            </a:r>
            <a:endParaRPr lang="zh-CN" altLang="en-US" dirty="0"/>
          </a:p>
        </p:txBody>
      </p:sp>
      <p:sp>
        <p:nvSpPr>
          <p:cNvPr id="96264" name="Text Box 8"/>
          <p:cNvSpPr txBox="1">
            <a:spLocks noChangeArrowheads="1"/>
          </p:cNvSpPr>
          <p:nvPr/>
        </p:nvSpPr>
        <p:spPr bwMode="auto">
          <a:xfrm>
            <a:off x="1621155" y="3166745"/>
            <a:ext cx="68707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目的</a:t>
            </a:r>
            <a:r>
              <a:rPr lang="zh-CN" altLang="en-US" dirty="0"/>
              <a:t>：</a:t>
            </a:r>
            <a:r>
              <a:rPr lang="zh-CN" altLang="en-US" b="1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防止</a:t>
            </a:r>
            <a:r>
              <a:rPr lang="en-US" altLang="zh-CN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p</a:t>
            </a:r>
            <a:r>
              <a:rPr lang="zh-CN" altLang="en-US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过高，油被挤出</a:t>
            </a:r>
            <a:r>
              <a:rPr lang="zh-CN" altLang="en-US" dirty="0"/>
              <a:t>，</a:t>
            </a:r>
            <a:r>
              <a:rPr lang="zh-CN" altLang="en-US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产生</a:t>
            </a:r>
            <a:r>
              <a:rPr lang="zh-CN" altLang="en-US" b="1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zh-CN" altLang="en-US" b="1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“</a:t>
            </a:r>
            <a:r>
              <a:rPr lang="zh-CN" altLang="en-US" b="1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过度磨损</a:t>
            </a:r>
            <a:r>
              <a:rPr lang="zh-CN" altLang="en-US" b="1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”</a:t>
            </a:r>
            <a:r>
              <a:rPr lang="zh-CN" altLang="en-US" dirty="0"/>
              <a:t>。</a:t>
            </a:r>
            <a:endParaRPr lang="zh-CN" altLang="en-US" dirty="0"/>
          </a:p>
        </p:txBody>
      </p:sp>
      <p:sp>
        <p:nvSpPr>
          <p:cNvPr id="96265" name="Text Box 9"/>
          <p:cNvSpPr txBox="1">
            <a:spLocks noChangeArrowheads="1"/>
          </p:cNvSpPr>
          <p:nvPr/>
        </p:nvSpPr>
        <p:spPr bwMode="auto">
          <a:xfrm>
            <a:off x="1115760" y="3861030"/>
            <a:ext cx="2610010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dirty="0" smtClean="0">
                <a:solidFill>
                  <a:srgbClr val="0000FF"/>
                </a:solidFill>
              </a:rPr>
              <a:t>2</a:t>
            </a:r>
            <a:r>
              <a:rPr lang="zh-CN" altLang="en-US" dirty="0" smtClean="0">
                <a:solidFill>
                  <a:srgbClr val="0000FF"/>
                </a:solidFill>
              </a:rPr>
              <a:t>、验算轴承的</a:t>
            </a:r>
            <a:r>
              <a:rPr lang="en-US" altLang="zh-CN" dirty="0" err="1" smtClean="0">
                <a:solidFill>
                  <a:srgbClr val="0000FF"/>
                </a:solidFill>
              </a:rPr>
              <a:t>pv</a:t>
            </a:r>
            <a:r>
              <a:rPr lang="zh-CN" altLang="en-US" dirty="0">
                <a:solidFill>
                  <a:srgbClr val="0000FF"/>
                </a:solidFill>
              </a:rPr>
              <a:t>值</a:t>
            </a:r>
            <a:endParaRPr lang="zh-CN" altLang="en-US" dirty="0">
              <a:solidFill>
                <a:srgbClr val="0000FF"/>
              </a:solidFill>
            </a:endParaRPr>
          </a:p>
        </p:txBody>
      </p:sp>
      <p:grpSp>
        <p:nvGrpSpPr>
          <p:cNvPr id="96266" name="Group 10"/>
          <p:cNvGrpSpPr/>
          <p:nvPr/>
        </p:nvGrpSpPr>
        <p:grpSpPr bwMode="auto">
          <a:xfrm>
            <a:off x="2187575" y="5451475"/>
            <a:ext cx="6265863" cy="742950"/>
            <a:chOff x="1451" y="3082"/>
            <a:chExt cx="3947" cy="468"/>
          </a:xfrm>
        </p:grpSpPr>
        <p:graphicFrame>
          <p:nvGraphicFramePr>
            <p:cNvPr id="96267" name="Object 11"/>
            <p:cNvGraphicFramePr>
              <a:graphicFrameLocks noChangeAspect="1"/>
            </p:cNvGraphicFramePr>
            <p:nvPr/>
          </p:nvGraphicFramePr>
          <p:xfrm>
            <a:off x="1451" y="3082"/>
            <a:ext cx="2832" cy="4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64" name="Equation" r:id="rId3" imgW="2387600" imgH="393700" progId="Equation.3">
                    <p:embed/>
                  </p:oleObj>
                </mc:Choice>
                <mc:Fallback>
                  <p:oleObj name="Equation" r:id="rId3" imgW="2387600" imgH="393700" progId="Equation.3">
                    <p:embed/>
                    <p:pic>
                      <p:nvPicPr>
                        <p:cNvPr id="0" name="图片 826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51" y="3082"/>
                          <a:ext cx="2832" cy="46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6268" name="Text Box 12"/>
            <p:cNvSpPr txBox="1">
              <a:spLocks noChangeArrowheads="1"/>
            </p:cNvSpPr>
            <p:nvPr/>
          </p:nvSpPr>
          <p:spPr bwMode="auto">
            <a:xfrm>
              <a:off x="4432" y="3156"/>
              <a:ext cx="96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/>
                <a:t>Mpa</a:t>
              </a:r>
              <a:r>
                <a:rPr lang="en-US" altLang="zh-CN">
                  <a:latin typeface="Times New Roman" panose="02020603050405020304" pitchFamily="18" charset="0"/>
                </a:rPr>
                <a:t>·</a:t>
              </a:r>
              <a:r>
                <a:rPr lang="en-US" altLang="zh-CN"/>
                <a:t>m/s</a:t>
              </a:r>
              <a:endParaRPr lang="en-US" altLang="zh-CN"/>
            </a:p>
          </p:txBody>
        </p:sp>
      </p:grpSp>
      <p:sp>
        <p:nvSpPr>
          <p:cNvPr id="96269" name="Text Box 13"/>
          <p:cNvSpPr txBox="1">
            <a:spLocks noChangeArrowheads="1"/>
          </p:cNvSpPr>
          <p:nvPr/>
        </p:nvSpPr>
        <p:spPr bwMode="auto">
          <a:xfrm>
            <a:off x="2025650" y="4964113"/>
            <a:ext cx="4859022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dirty="0"/>
              <a:t>∴ </a:t>
            </a:r>
            <a:r>
              <a:rPr lang="en-US" altLang="zh-CN" dirty="0" err="1"/>
              <a:t>pv</a:t>
            </a:r>
            <a:r>
              <a:rPr lang="en-US" altLang="zh-CN" dirty="0"/>
              <a:t>↑→</a:t>
            </a:r>
            <a:r>
              <a:rPr lang="zh-CN" altLang="en-US" dirty="0"/>
              <a:t>摩擦功耗↑→发热量↑→易胶合</a:t>
            </a:r>
            <a:endParaRPr lang="zh-CN" altLang="en-US" dirty="0"/>
          </a:p>
        </p:txBody>
      </p:sp>
      <p:sp>
        <p:nvSpPr>
          <p:cNvPr id="96270" name="Text Box 14"/>
          <p:cNvSpPr txBox="1">
            <a:spLocks noChangeArrowheads="1"/>
          </p:cNvSpPr>
          <p:nvPr/>
        </p:nvSpPr>
        <p:spPr bwMode="auto">
          <a:xfrm>
            <a:off x="1763805" y="6309200"/>
            <a:ext cx="6584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目的</a:t>
            </a:r>
            <a:r>
              <a:rPr lang="zh-CN" altLang="en-US" dirty="0"/>
              <a:t>：</a:t>
            </a:r>
            <a:r>
              <a:rPr lang="zh-CN" altLang="en-US" b="1" dirty="0"/>
              <a:t>限制</a:t>
            </a:r>
            <a:r>
              <a:rPr lang="en-US" altLang="zh-CN" b="1" dirty="0" err="1"/>
              <a:t>pv</a:t>
            </a:r>
            <a:r>
              <a:rPr lang="zh-CN" altLang="en-US" b="1" dirty="0"/>
              <a:t>是为了</a:t>
            </a:r>
            <a:r>
              <a:rPr lang="zh-CN" altLang="en-US" b="1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限制轴承温升、防止胶合</a:t>
            </a:r>
            <a:r>
              <a:rPr lang="zh-CN" altLang="en-US" b="1" dirty="0"/>
              <a:t>。</a:t>
            </a:r>
            <a:endParaRPr lang="zh-CN" altLang="en-US" b="1" dirty="0"/>
          </a:p>
        </p:txBody>
      </p:sp>
      <p:sp>
        <p:nvSpPr>
          <p:cNvPr id="96271" name="Text Box 15"/>
          <p:cNvSpPr txBox="1">
            <a:spLocks noChangeArrowheads="1"/>
          </p:cNvSpPr>
          <p:nvPr/>
        </p:nvSpPr>
        <p:spPr bwMode="auto">
          <a:xfrm>
            <a:off x="1992313" y="4413250"/>
            <a:ext cx="5518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b="1" dirty="0"/>
              <a:t>∵ </a:t>
            </a:r>
            <a:r>
              <a:rPr lang="zh-CN" altLang="en-US" b="1" dirty="0"/>
              <a:t>轴承发热量∝单位面积摩擦功耗</a:t>
            </a:r>
            <a:r>
              <a:rPr lang="en-US" altLang="zh-CN" b="1" dirty="0" err="1"/>
              <a:t>μpv</a:t>
            </a:r>
            <a:endParaRPr lang="en-US" altLang="zh-CN" b="1" dirty="0"/>
          </a:p>
        </p:txBody>
      </p:sp>
      <p:grpSp>
        <p:nvGrpSpPr>
          <p:cNvPr id="96272" name="Group 16"/>
          <p:cNvGrpSpPr/>
          <p:nvPr/>
        </p:nvGrpSpPr>
        <p:grpSpPr bwMode="auto">
          <a:xfrm>
            <a:off x="611955" y="836820"/>
            <a:ext cx="8364538" cy="1606550"/>
            <a:chOff x="454" y="376"/>
            <a:chExt cx="5269" cy="1012"/>
          </a:xfrm>
        </p:grpSpPr>
        <p:sp>
          <p:nvSpPr>
            <p:cNvPr id="96273" name="Text Box 17"/>
            <p:cNvSpPr txBox="1">
              <a:spLocks noChangeArrowheads="1"/>
            </p:cNvSpPr>
            <p:nvPr/>
          </p:nvSpPr>
          <p:spPr bwMode="auto">
            <a:xfrm>
              <a:off x="454" y="421"/>
              <a:ext cx="1538" cy="2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b="1" dirty="0" smtClean="0">
                  <a:solidFill>
                    <a:srgbClr val="C00000"/>
                  </a:solidFill>
                </a:rPr>
                <a:t>二、径向滑动轴承</a:t>
              </a:r>
              <a:endParaRPr lang="zh-CN" altLang="en-US" b="1" dirty="0">
                <a:solidFill>
                  <a:srgbClr val="C00000"/>
                </a:solidFill>
              </a:endParaRPr>
            </a:p>
          </p:txBody>
        </p:sp>
        <p:graphicFrame>
          <p:nvGraphicFramePr>
            <p:cNvPr id="96274" name="Object 18"/>
            <p:cNvGraphicFramePr>
              <a:graphicFrameLocks noChangeAspect="1"/>
            </p:cNvGraphicFramePr>
            <p:nvPr/>
          </p:nvGraphicFramePr>
          <p:xfrm>
            <a:off x="4751" y="376"/>
            <a:ext cx="972" cy="10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65" name="BMP 图象" r:id="rId5" imgW="1543050" imgH="1714500" progId="Paint.Picture">
                    <p:embed/>
                  </p:oleObj>
                </mc:Choice>
                <mc:Fallback>
                  <p:oleObj name="BMP 图象" r:id="rId5" imgW="1543050" imgH="1714500" progId="Paint.Picture">
                    <p:embed/>
                    <p:pic>
                      <p:nvPicPr>
                        <p:cNvPr id="0" name="图片 826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 b="6296"/>
                        <a:stretch>
                          <a:fillRect/>
                        </a:stretch>
                      </p:blipFill>
                      <p:spPr bwMode="auto">
                        <a:xfrm>
                          <a:off x="4751" y="376"/>
                          <a:ext cx="972" cy="10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9" name="Rectangle 2"/>
          <p:cNvSpPr txBox="1">
            <a:spLocks noChangeArrowheads="1"/>
          </p:cNvSpPr>
          <p:nvPr/>
        </p:nvSpPr>
        <p:spPr bwMode="auto">
          <a:xfrm>
            <a:off x="1446213" y="214313"/>
            <a:ext cx="7697787" cy="490537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defRPr/>
            </a:pPr>
            <a:r>
              <a:rPr kumimoji="1" lang="en-US" altLang="zh-CN" sz="3000" kern="1200" smtClean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3.6-11 </a:t>
            </a:r>
            <a:r>
              <a:rPr kumimoji="1" lang="zh-CN" altLang="en-US" sz="3000" kern="1200" smtClean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不完全液体润滑滑动轴承设计计算</a:t>
            </a:r>
            <a:endParaRPr kumimoji="1" lang="zh-CN" altLang="en-US" sz="3000" kern="1200" dirty="0" smtClean="0">
              <a:solidFill>
                <a:srgbClr val="CC3300"/>
              </a:solidFill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0" name="直接连接符 6"/>
          <p:cNvSpPr>
            <a:spLocks noChangeShapeType="1"/>
          </p:cNvSpPr>
          <p:nvPr/>
        </p:nvSpPr>
        <p:spPr bwMode="auto">
          <a:xfrm>
            <a:off x="0" y="765175"/>
            <a:ext cx="9144000" cy="0"/>
          </a:xfrm>
          <a:prstGeom prst="line">
            <a:avLst/>
          </a:prstGeom>
          <a:noFill/>
          <a:ln w="28575">
            <a:solidFill>
              <a:srgbClr val="C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6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6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6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6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6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6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6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6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96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96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96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96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96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258" grpId="0" autoUpdateAnimBg="0"/>
      <p:bldP spid="96260" grpId="0" autoUpdateAnimBg="0"/>
      <p:bldP spid="96261" grpId="0" autoUpdateAnimBg="0"/>
      <p:bldP spid="96262" grpId="0" autoUpdateAnimBg="0"/>
      <p:bldP spid="96263" grpId="0" autoUpdateAnimBg="0"/>
      <p:bldP spid="96264" grpId="0" bldLvl="0" animBg="1" autoUpdateAnimBg="0"/>
      <p:bldP spid="96265" grpId="0" autoUpdateAnimBg="0"/>
      <p:bldP spid="96269" grpId="0" autoUpdateAnimBg="0"/>
      <p:bldP spid="96270" grpId="0" autoUpdateAnimBg="0"/>
      <p:bldP spid="96271" grpId="0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Text Box 2"/>
          <p:cNvSpPr txBox="1">
            <a:spLocks noChangeArrowheads="1"/>
          </p:cNvSpPr>
          <p:nvPr/>
        </p:nvSpPr>
        <p:spPr bwMode="auto">
          <a:xfrm>
            <a:off x="683730" y="476795"/>
            <a:ext cx="2472152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b="1" dirty="0"/>
              <a:t>c</a:t>
            </a:r>
            <a:r>
              <a:rPr lang="zh-CN" altLang="en-US" b="1" dirty="0" smtClean="0"/>
              <a:t>、验算滑动速度</a:t>
            </a:r>
            <a:r>
              <a:rPr lang="en-US" altLang="zh-CN" b="1" dirty="0"/>
              <a:t>v</a:t>
            </a:r>
            <a:endParaRPr lang="en-US" altLang="zh-CN" b="1" dirty="0"/>
          </a:p>
        </p:txBody>
      </p:sp>
      <p:graphicFrame>
        <p:nvGraphicFramePr>
          <p:cNvPr id="97283" name="Object 3"/>
          <p:cNvGraphicFramePr>
            <a:graphicFrameLocks noChangeAspect="1"/>
          </p:cNvGraphicFramePr>
          <p:nvPr/>
        </p:nvGraphicFramePr>
        <p:xfrm>
          <a:off x="1547790" y="908825"/>
          <a:ext cx="2667000" cy="731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22" name="Equation" r:id="rId1" imgW="1435100" imgH="393700" progId="Equation.3">
                  <p:embed/>
                </p:oleObj>
              </mc:Choice>
              <mc:Fallback>
                <p:oleObj name="Equation" r:id="rId1" imgW="1435100" imgH="393700" progId="Equation.3">
                  <p:embed/>
                  <p:pic>
                    <p:nvPicPr>
                      <p:cNvPr id="0" name="图片 104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790" y="908825"/>
                        <a:ext cx="2667000" cy="7318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7284" name="Text Box 4"/>
          <p:cNvSpPr txBox="1">
            <a:spLocks noChangeArrowheads="1"/>
          </p:cNvSpPr>
          <p:nvPr/>
        </p:nvSpPr>
        <p:spPr bwMode="auto">
          <a:xfrm>
            <a:off x="1331775" y="1772885"/>
            <a:ext cx="43053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b="1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目的</a:t>
            </a:r>
            <a:r>
              <a:rPr lang="zh-CN" altLang="en-US"/>
              <a:t>：</a:t>
            </a:r>
            <a:r>
              <a:rPr lang="zh-CN" altLang="en-US" b="1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防止</a:t>
            </a:r>
            <a:r>
              <a:rPr lang="en-US" altLang="zh-CN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v</a:t>
            </a:r>
            <a:r>
              <a:rPr lang="zh-CN" altLang="en-US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过高而</a:t>
            </a:r>
            <a:r>
              <a:rPr lang="zh-CN" altLang="en-US" b="1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加速磨损</a:t>
            </a:r>
            <a:r>
              <a:rPr lang="zh-CN" altLang="en-US"/>
              <a:t>。</a:t>
            </a:r>
            <a:endParaRPr lang="zh-CN" altLang="en-US"/>
          </a:p>
        </p:txBody>
      </p:sp>
      <p:grpSp>
        <p:nvGrpSpPr>
          <p:cNvPr id="97285" name="Group 5"/>
          <p:cNvGrpSpPr/>
          <p:nvPr/>
        </p:nvGrpSpPr>
        <p:grpSpPr bwMode="auto">
          <a:xfrm>
            <a:off x="323705" y="2276920"/>
            <a:ext cx="7943850" cy="1185863"/>
            <a:chOff x="864" y="2447"/>
            <a:chExt cx="5004" cy="747"/>
          </a:xfrm>
        </p:grpSpPr>
        <p:sp>
          <p:nvSpPr>
            <p:cNvPr id="97286" name="Text Box 6"/>
            <p:cNvSpPr txBox="1">
              <a:spLocks noChangeArrowheads="1"/>
            </p:cNvSpPr>
            <p:nvPr/>
          </p:nvSpPr>
          <p:spPr bwMode="auto">
            <a:xfrm>
              <a:off x="864" y="2543"/>
              <a:ext cx="2796" cy="2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dirty="0"/>
                <a:t>已知：径向载荷</a:t>
              </a:r>
              <a:r>
                <a:rPr lang="en-US" altLang="zh-CN" dirty="0"/>
                <a:t>F</a:t>
              </a:r>
              <a:r>
                <a:rPr lang="zh-CN" altLang="en-US" dirty="0"/>
                <a:t>，转速</a:t>
              </a:r>
              <a:r>
                <a:rPr lang="en-US" altLang="zh-CN" dirty="0"/>
                <a:t>n</a:t>
              </a:r>
              <a:r>
                <a:rPr lang="zh-CN" altLang="en-US" dirty="0"/>
                <a:t>，宽径比</a:t>
              </a:r>
              <a:endParaRPr lang="zh-CN" altLang="en-US" dirty="0"/>
            </a:p>
          </p:txBody>
        </p:sp>
        <p:graphicFrame>
          <p:nvGraphicFramePr>
            <p:cNvPr id="97287" name="Object 7"/>
            <p:cNvGraphicFramePr>
              <a:graphicFrameLocks noChangeAspect="1"/>
            </p:cNvGraphicFramePr>
            <p:nvPr/>
          </p:nvGraphicFramePr>
          <p:xfrm>
            <a:off x="3818" y="2447"/>
            <a:ext cx="576" cy="4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23" name="Equation" r:id="rId3" imgW="495300" imgH="393700" progId="Equation.3">
                    <p:embed/>
                  </p:oleObj>
                </mc:Choice>
                <mc:Fallback>
                  <p:oleObj name="Equation" r:id="rId3" imgW="495300" imgH="393700" progId="Equation.3">
                    <p:embed/>
                    <p:pic>
                      <p:nvPicPr>
                        <p:cNvPr id="0" name="图片 104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18" y="2447"/>
                          <a:ext cx="576" cy="45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7288" name="Text Box 8"/>
            <p:cNvSpPr txBox="1">
              <a:spLocks noChangeArrowheads="1"/>
            </p:cNvSpPr>
            <p:nvPr/>
          </p:nvSpPr>
          <p:spPr bwMode="auto">
            <a:xfrm>
              <a:off x="4439" y="2521"/>
              <a:ext cx="1429" cy="2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dirty="0"/>
                <a:t>[v]</a:t>
              </a:r>
              <a:r>
                <a:rPr lang="zh-CN" altLang="en-US" dirty="0"/>
                <a:t>，</a:t>
              </a:r>
              <a:r>
                <a:rPr lang="en-US" altLang="zh-CN" dirty="0"/>
                <a:t>[p]</a:t>
              </a:r>
              <a:r>
                <a:rPr lang="zh-CN" altLang="en-US" dirty="0"/>
                <a:t>，</a:t>
              </a:r>
              <a:r>
                <a:rPr lang="en-US" altLang="zh-CN" dirty="0"/>
                <a:t>[</a:t>
              </a:r>
              <a:r>
                <a:rPr lang="en-US" altLang="zh-CN" dirty="0" err="1"/>
                <a:t>pv</a:t>
              </a:r>
              <a:r>
                <a:rPr lang="en-US" altLang="zh-CN" dirty="0"/>
                <a:t>]</a:t>
              </a:r>
              <a:r>
                <a:rPr lang="zh-CN" altLang="en-US" dirty="0"/>
                <a:t>。</a:t>
              </a:r>
              <a:endParaRPr lang="zh-CN" altLang="en-US" dirty="0"/>
            </a:p>
          </p:txBody>
        </p:sp>
        <p:sp>
          <p:nvSpPr>
            <p:cNvPr id="97289" name="Text Box 9"/>
            <p:cNvSpPr txBox="1">
              <a:spLocks noChangeArrowheads="1"/>
            </p:cNvSpPr>
            <p:nvPr/>
          </p:nvSpPr>
          <p:spPr bwMode="auto">
            <a:xfrm>
              <a:off x="1082" y="2923"/>
              <a:ext cx="3365" cy="2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dirty="0"/>
                <a:t>求：保证混合润滑条件下的轴颈直径</a:t>
              </a:r>
              <a:r>
                <a:rPr lang="en-US" altLang="zh-CN" dirty="0"/>
                <a:t>d=</a:t>
              </a:r>
              <a:r>
                <a:rPr lang="zh-CN" altLang="en-US" dirty="0"/>
                <a:t>？</a:t>
              </a:r>
              <a:endParaRPr lang="zh-CN" altLang="en-US" dirty="0"/>
            </a:p>
          </p:txBody>
        </p:sp>
      </p:grpSp>
      <p:grpSp>
        <p:nvGrpSpPr>
          <p:cNvPr id="97290" name="Group 10"/>
          <p:cNvGrpSpPr/>
          <p:nvPr/>
        </p:nvGrpSpPr>
        <p:grpSpPr bwMode="auto">
          <a:xfrm>
            <a:off x="1259770" y="3501005"/>
            <a:ext cx="3292475" cy="679450"/>
            <a:chOff x="836" y="2408"/>
            <a:chExt cx="2074" cy="428"/>
          </a:xfrm>
        </p:grpSpPr>
        <p:sp>
          <p:nvSpPr>
            <p:cNvPr id="97291" name="Text Box 11"/>
            <p:cNvSpPr txBox="1">
              <a:spLocks noChangeArrowheads="1"/>
            </p:cNvSpPr>
            <p:nvPr/>
          </p:nvSpPr>
          <p:spPr bwMode="auto">
            <a:xfrm>
              <a:off x="836" y="2504"/>
              <a:ext cx="117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b="1"/>
                <a:t>解：</a:t>
              </a:r>
              <a:r>
                <a:rPr lang="en-US" altLang="zh-CN" b="1"/>
                <a:t>1</a:t>
              </a:r>
              <a:r>
                <a:rPr lang="zh-CN" altLang="en-US" b="1"/>
                <a:t>）由</a:t>
              </a:r>
              <a:r>
                <a:rPr lang="zh-CN" altLang="en-US"/>
                <a:t>：</a:t>
              </a:r>
              <a:endParaRPr lang="zh-CN" altLang="en-US"/>
            </a:p>
          </p:txBody>
        </p:sp>
        <p:graphicFrame>
          <p:nvGraphicFramePr>
            <p:cNvPr id="97292" name="Object 12"/>
            <p:cNvGraphicFramePr>
              <a:graphicFrameLocks noChangeAspect="1"/>
            </p:cNvGraphicFramePr>
            <p:nvPr/>
          </p:nvGraphicFramePr>
          <p:xfrm>
            <a:off x="1902" y="2408"/>
            <a:ext cx="1008" cy="4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24" name="Equation" r:id="rId5" imgW="926465" imgH="393700" progId="Equation.3">
                    <p:embed/>
                  </p:oleObj>
                </mc:Choice>
                <mc:Fallback>
                  <p:oleObj name="Equation" r:id="rId5" imgW="926465" imgH="393700" progId="Equation.3">
                    <p:embed/>
                    <p:pic>
                      <p:nvPicPr>
                        <p:cNvPr id="0" name="图片 104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02" y="2408"/>
                          <a:ext cx="1008" cy="42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7293" name="Group 13"/>
          <p:cNvGrpSpPr/>
          <p:nvPr/>
        </p:nvGrpSpPr>
        <p:grpSpPr bwMode="auto">
          <a:xfrm>
            <a:off x="4716010" y="3501005"/>
            <a:ext cx="1614488" cy="842962"/>
            <a:chOff x="2846" y="2387"/>
            <a:chExt cx="1017" cy="531"/>
          </a:xfrm>
        </p:grpSpPr>
        <p:sp>
          <p:nvSpPr>
            <p:cNvPr id="97294" name="AutoShape 14"/>
            <p:cNvSpPr>
              <a:spLocks noChangeArrowheads="1"/>
            </p:cNvSpPr>
            <p:nvPr/>
          </p:nvSpPr>
          <p:spPr bwMode="auto">
            <a:xfrm>
              <a:off x="2846" y="2566"/>
              <a:ext cx="240" cy="96"/>
            </a:xfrm>
            <a:prstGeom prst="rightArrow">
              <a:avLst>
                <a:gd name="adj1" fmla="val 50000"/>
                <a:gd name="adj2" fmla="val 625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97295" name="Object 15"/>
            <p:cNvGraphicFramePr>
              <a:graphicFrameLocks noChangeAspect="1"/>
            </p:cNvGraphicFramePr>
            <p:nvPr/>
          </p:nvGraphicFramePr>
          <p:xfrm>
            <a:off x="3161" y="2387"/>
            <a:ext cx="702" cy="5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25" name="Equation" r:id="rId7" imgW="622300" imgH="469900" progId="Equation.3">
                    <p:embed/>
                  </p:oleObj>
                </mc:Choice>
                <mc:Fallback>
                  <p:oleObj name="Equation" r:id="rId7" imgW="622300" imgH="469900" progId="Equation.3">
                    <p:embed/>
                    <p:pic>
                      <p:nvPicPr>
                        <p:cNvPr id="0" name="图片 104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61" y="2387"/>
                          <a:ext cx="702" cy="53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7296" name="Group 16"/>
          <p:cNvGrpSpPr/>
          <p:nvPr/>
        </p:nvGrpSpPr>
        <p:grpSpPr bwMode="auto">
          <a:xfrm>
            <a:off x="4932025" y="116770"/>
            <a:ext cx="3702050" cy="2114550"/>
            <a:chOff x="3406" y="392"/>
            <a:chExt cx="2332" cy="1332"/>
          </a:xfrm>
        </p:grpSpPr>
        <p:sp>
          <p:nvSpPr>
            <p:cNvPr id="97297" name="Text Box 17"/>
            <p:cNvSpPr txBox="1">
              <a:spLocks noChangeArrowheads="1"/>
            </p:cNvSpPr>
            <p:nvPr/>
          </p:nvSpPr>
          <p:spPr bwMode="auto">
            <a:xfrm>
              <a:off x="3406" y="434"/>
              <a:ext cx="107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/>
                <a:t>综合应用：</a:t>
              </a:r>
              <a:endParaRPr lang="zh-CN" altLang="en-US"/>
            </a:p>
          </p:txBody>
        </p:sp>
        <p:graphicFrame>
          <p:nvGraphicFramePr>
            <p:cNvPr id="97298" name="Object 18"/>
            <p:cNvGraphicFramePr>
              <a:graphicFrameLocks noChangeAspect="1"/>
            </p:cNvGraphicFramePr>
            <p:nvPr/>
          </p:nvGraphicFramePr>
          <p:xfrm>
            <a:off x="4352" y="392"/>
            <a:ext cx="1386" cy="13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26" name="BMP 图象" r:id="rId9" imgW="2200275" imgH="2114550" progId="Paint.Picture">
                    <p:embed/>
                  </p:oleObj>
                </mc:Choice>
                <mc:Fallback>
                  <p:oleObj name="BMP 图象" r:id="rId9" imgW="2200275" imgH="2114550" progId="Paint.Picture">
                    <p:embed/>
                    <p:pic>
                      <p:nvPicPr>
                        <p:cNvPr id="0" name="图片 104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52" y="392"/>
                          <a:ext cx="1386" cy="13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7299" name="Group 19"/>
          <p:cNvGrpSpPr/>
          <p:nvPr/>
        </p:nvGrpSpPr>
        <p:grpSpPr bwMode="auto">
          <a:xfrm>
            <a:off x="1763805" y="4149050"/>
            <a:ext cx="4329112" cy="747712"/>
            <a:chOff x="1219" y="2887"/>
            <a:chExt cx="2727" cy="471"/>
          </a:xfrm>
        </p:grpSpPr>
        <p:sp>
          <p:nvSpPr>
            <p:cNvPr id="97300" name="Text Box 20"/>
            <p:cNvSpPr txBox="1">
              <a:spLocks noChangeArrowheads="1"/>
            </p:cNvSpPr>
            <p:nvPr/>
          </p:nvSpPr>
          <p:spPr bwMode="auto">
            <a:xfrm>
              <a:off x="1219" y="2983"/>
              <a:ext cx="7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b="1"/>
                <a:t>2</a:t>
              </a:r>
              <a:r>
                <a:rPr lang="zh-CN" altLang="en-US" b="1"/>
                <a:t>）由</a:t>
              </a:r>
              <a:r>
                <a:rPr lang="zh-CN" altLang="en-US"/>
                <a:t>：</a:t>
              </a:r>
              <a:endParaRPr lang="zh-CN" altLang="en-US"/>
            </a:p>
          </p:txBody>
        </p:sp>
        <p:graphicFrame>
          <p:nvGraphicFramePr>
            <p:cNvPr id="97301" name="Object 21"/>
            <p:cNvGraphicFramePr>
              <a:graphicFrameLocks noChangeAspect="1"/>
            </p:cNvGraphicFramePr>
            <p:nvPr/>
          </p:nvGraphicFramePr>
          <p:xfrm>
            <a:off x="1882" y="2887"/>
            <a:ext cx="2064" cy="4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27" name="Equation" r:id="rId11" imgW="1726565" imgH="393700" progId="Equation.3">
                    <p:embed/>
                  </p:oleObj>
                </mc:Choice>
                <mc:Fallback>
                  <p:oleObj name="Equation" r:id="rId11" imgW="1726565" imgH="393700" progId="Equation.3">
                    <p:embed/>
                    <p:pic>
                      <p:nvPicPr>
                        <p:cNvPr id="0" name="图片 104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82" y="2887"/>
                          <a:ext cx="2064" cy="47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7302" name="Group 22"/>
          <p:cNvGrpSpPr/>
          <p:nvPr/>
        </p:nvGrpSpPr>
        <p:grpSpPr bwMode="auto">
          <a:xfrm>
            <a:off x="6228115" y="4221055"/>
            <a:ext cx="2819400" cy="769938"/>
            <a:chOff x="3841" y="2878"/>
            <a:chExt cx="1776" cy="485"/>
          </a:xfrm>
        </p:grpSpPr>
        <p:sp>
          <p:nvSpPr>
            <p:cNvPr id="97303" name="AutoShape 23"/>
            <p:cNvSpPr>
              <a:spLocks noChangeArrowheads="1"/>
            </p:cNvSpPr>
            <p:nvPr/>
          </p:nvSpPr>
          <p:spPr bwMode="auto">
            <a:xfrm>
              <a:off x="3841" y="3077"/>
              <a:ext cx="288" cy="96"/>
            </a:xfrm>
            <a:prstGeom prst="rightArrow">
              <a:avLst>
                <a:gd name="adj1" fmla="val 50000"/>
                <a:gd name="adj2" fmla="val 75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97304" name="Object 24"/>
            <p:cNvGraphicFramePr>
              <a:graphicFrameLocks noChangeAspect="1"/>
            </p:cNvGraphicFramePr>
            <p:nvPr/>
          </p:nvGraphicFramePr>
          <p:xfrm>
            <a:off x="4177" y="2878"/>
            <a:ext cx="1440" cy="4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28" name="Equation" r:id="rId13" imgW="1244600" imgH="419100" progId="Equation.3">
                    <p:embed/>
                  </p:oleObj>
                </mc:Choice>
                <mc:Fallback>
                  <p:oleObj name="Equation" r:id="rId13" imgW="1244600" imgH="419100" progId="Equation.3">
                    <p:embed/>
                    <p:pic>
                      <p:nvPicPr>
                        <p:cNvPr id="0" name="图片 104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77" y="2878"/>
                          <a:ext cx="1440" cy="48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7305" name="Group 25"/>
          <p:cNvGrpSpPr/>
          <p:nvPr/>
        </p:nvGrpSpPr>
        <p:grpSpPr bwMode="auto">
          <a:xfrm>
            <a:off x="1763805" y="5013110"/>
            <a:ext cx="3171825" cy="701675"/>
            <a:chOff x="1230" y="3442"/>
            <a:chExt cx="1998" cy="442"/>
          </a:xfrm>
        </p:grpSpPr>
        <p:sp>
          <p:nvSpPr>
            <p:cNvPr id="97306" name="Text Box 26"/>
            <p:cNvSpPr txBox="1">
              <a:spLocks noChangeArrowheads="1"/>
            </p:cNvSpPr>
            <p:nvPr/>
          </p:nvSpPr>
          <p:spPr bwMode="auto">
            <a:xfrm>
              <a:off x="1230" y="3513"/>
              <a:ext cx="7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b="1"/>
                <a:t>3</a:t>
              </a:r>
              <a:r>
                <a:rPr lang="zh-CN" altLang="en-US" b="1"/>
                <a:t>）由</a:t>
              </a:r>
              <a:r>
                <a:rPr lang="zh-CN" altLang="en-US"/>
                <a:t>：</a:t>
              </a:r>
              <a:endParaRPr lang="zh-CN" altLang="en-US"/>
            </a:p>
          </p:txBody>
        </p:sp>
        <p:graphicFrame>
          <p:nvGraphicFramePr>
            <p:cNvPr id="97307" name="Object 27"/>
            <p:cNvGraphicFramePr>
              <a:graphicFrameLocks noChangeAspect="1"/>
            </p:cNvGraphicFramePr>
            <p:nvPr/>
          </p:nvGraphicFramePr>
          <p:xfrm>
            <a:off x="1929" y="3442"/>
            <a:ext cx="1299" cy="4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29" name="Equation" r:id="rId15" imgW="1155700" imgH="393700" progId="Equation.3">
                    <p:embed/>
                  </p:oleObj>
                </mc:Choice>
                <mc:Fallback>
                  <p:oleObj name="Equation" r:id="rId15" imgW="1155700" imgH="393700" progId="Equation.3">
                    <p:embed/>
                    <p:pic>
                      <p:nvPicPr>
                        <p:cNvPr id="0" name="图片 104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29" y="3442"/>
                          <a:ext cx="1299" cy="44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7308" name="Group 28"/>
          <p:cNvGrpSpPr/>
          <p:nvPr/>
        </p:nvGrpSpPr>
        <p:grpSpPr bwMode="auto">
          <a:xfrm>
            <a:off x="5076035" y="5085115"/>
            <a:ext cx="2368550" cy="700088"/>
            <a:chOff x="3187" y="3458"/>
            <a:chExt cx="1492" cy="441"/>
          </a:xfrm>
        </p:grpSpPr>
        <p:sp>
          <p:nvSpPr>
            <p:cNvPr id="97309" name="AutoShape 29"/>
            <p:cNvSpPr>
              <a:spLocks noChangeArrowheads="1"/>
            </p:cNvSpPr>
            <p:nvPr/>
          </p:nvSpPr>
          <p:spPr bwMode="auto">
            <a:xfrm>
              <a:off x="3187" y="3642"/>
              <a:ext cx="288" cy="96"/>
            </a:xfrm>
            <a:prstGeom prst="rightArrow">
              <a:avLst>
                <a:gd name="adj1" fmla="val 50000"/>
                <a:gd name="adj2" fmla="val 75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97310" name="Object 30"/>
            <p:cNvGraphicFramePr>
              <a:graphicFrameLocks noChangeAspect="1"/>
            </p:cNvGraphicFramePr>
            <p:nvPr/>
          </p:nvGraphicFramePr>
          <p:xfrm>
            <a:off x="3527" y="3458"/>
            <a:ext cx="1152" cy="4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30" name="Equation" r:id="rId17" imgW="1028065" imgH="393700" progId="Equation.3">
                    <p:embed/>
                  </p:oleObj>
                </mc:Choice>
                <mc:Fallback>
                  <p:oleObj name="Equation" r:id="rId17" imgW="1028065" imgH="393700" progId="Equation.3">
                    <p:embed/>
                    <p:pic>
                      <p:nvPicPr>
                        <p:cNvPr id="0" name="图片 104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27" y="3458"/>
                          <a:ext cx="1152" cy="44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7311" name="Group 31"/>
          <p:cNvGrpSpPr/>
          <p:nvPr/>
        </p:nvGrpSpPr>
        <p:grpSpPr bwMode="auto">
          <a:xfrm>
            <a:off x="2123830" y="5805165"/>
            <a:ext cx="3652837" cy="468312"/>
            <a:chOff x="1608" y="3999"/>
            <a:chExt cx="2301" cy="295"/>
          </a:xfrm>
        </p:grpSpPr>
        <p:sp>
          <p:nvSpPr>
            <p:cNvPr id="97312" name="Rectangle 32"/>
            <p:cNvSpPr>
              <a:spLocks noChangeArrowheads="1"/>
            </p:cNvSpPr>
            <p:nvPr/>
          </p:nvSpPr>
          <p:spPr bwMode="auto">
            <a:xfrm>
              <a:off x="2054" y="4006"/>
              <a:ext cx="94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dirty="0"/>
                <a:t>1)</a:t>
              </a:r>
              <a:r>
                <a:rPr lang="zh-CN" altLang="en-US" dirty="0"/>
                <a:t>、</a:t>
              </a:r>
              <a:r>
                <a:rPr lang="en-US" altLang="zh-CN" dirty="0"/>
                <a:t>2)</a:t>
              </a:r>
              <a:r>
                <a:rPr lang="zh-CN" altLang="en-US" dirty="0"/>
                <a:t>大者</a:t>
              </a:r>
              <a:endParaRPr lang="zh-CN" altLang="en-US" dirty="0"/>
            </a:p>
          </p:txBody>
        </p:sp>
        <p:sp>
          <p:nvSpPr>
            <p:cNvPr id="97313" name="Text Box 33"/>
            <p:cNvSpPr txBox="1">
              <a:spLocks noChangeArrowheads="1"/>
            </p:cNvSpPr>
            <p:nvPr/>
          </p:nvSpPr>
          <p:spPr bwMode="auto">
            <a:xfrm>
              <a:off x="3059" y="3999"/>
              <a:ext cx="473" cy="2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dirty="0">
                  <a:solidFill>
                    <a:srgbClr val="FF0000"/>
                  </a:solidFill>
                </a:rPr>
                <a:t>≤d≤</a:t>
              </a:r>
              <a:endParaRPr lang="en-US" altLang="zh-CN" dirty="0">
                <a:solidFill>
                  <a:srgbClr val="FF0000"/>
                </a:solidFill>
              </a:endParaRPr>
            </a:p>
          </p:txBody>
        </p:sp>
        <p:sp>
          <p:nvSpPr>
            <p:cNvPr id="97314" name="Rectangle 34"/>
            <p:cNvSpPr>
              <a:spLocks noChangeArrowheads="1"/>
            </p:cNvSpPr>
            <p:nvPr/>
          </p:nvSpPr>
          <p:spPr bwMode="auto">
            <a:xfrm>
              <a:off x="3626" y="4006"/>
              <a:ext cx="283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dirty="0"/>
                <a:t>3)</a:t>
              </a:r>
              <a:endParaRPr lang="en-US" altLang="zh-CN" dirty="0"/>
            </a:p>
          </p:txBody>
        </p:sp>
        <p:sp>
          <p:nvSpPr>
            <p:cNvPr id="97315" name="Text Box 35"/>
            <p:cNvSpPr txBox="1">
              <a:spLocks noChangeArrowheads="1"/>
            </p:cNvSpPr>
            <p:nvPr/>
          </p:nvSpPr>
          <p:spPr bwMode="auto">
            <a:xfrm>
              <a:off x="1608" y="3999"/>
              <a:ext cx="33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/>
                <a:t>∴</a:t>
              </a:r>
              <a:endParaRPr lang="en-US" altLang="zh-CN"/>
            </a:p>
          </p:txBody>
        </p:sp>
      </p:grpSp>
      <p:sp>
        <p:nvSpPr>
          <p:cNvPr id="36" name="文本框 35"/>
          <p:cNvSpPr txBox="1">
            <a:spLocks noChangeArrowheads="1"/>
          </p:cNvSpPr>
          <p:nvPr/>
        </p:nvSpPr>
        <p:spPr bwMode="auto">
          <a:xfrm>
            <a:off x="4975616" y="6381205"/>
            <a:ext cx="4179887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algn="r" eaLnBrk="1" hangingPunct="1"/>
            <a:r>
              <a:rPr lang="zh-CN" altLang="en-US" sz="2000">
                <a:solidFill>
                  <a:srgbClr val="000099"/>
                </a:solidFill>
                <a:latin typeface="华文中宋" panose="02010600040101010101" pitchFamily="2" charset="-122"/>
                <a:hlinkClick r:id="rId19" action="ppaction://hlinksldjump"/>
              </a:rPr>
              <a:t>径向滑动轴承的[p]、[pv]、</a:t>
            </a:r>
            <a:r>
              <a:rPr lang="en-US" altLang="zh-CN" sz="2000">
                <a:solidFill>
                  <a:srgbClr val="000099"/>
                </a:solidFill>
                <a:latin typeface="华文中宋" panose="02010600040101010101" pitchFamily="2" charset="-122"/>
                <a:hlinkClick r:id="rId19" action="ppaction://hlinksldjump"/>
              </a:rPr>
              <a:t>[v]</a:t>
            </a:r>
            <a:r>
              <a:rPr lang="zh-CN" altLang="en-US" sz="2000">
                <a:solidFill>
                  <a:srgbClr val="000099"/>
                </a:solidFill>
                <a:latin typeface="华文中宋" panose="02010600040101010101" pitchFamily="2" charset="-122"/>
                <a:hlinkClick r:id="rId19" action="ppaction://hlinksldjump"/>
              </a:rPr>
              <a:t>值</a:t>
            </a:r>
            <a:r>
              <a:rPr lang="en-US" altLang="zh-CN" sz="2000">
                <a:solidFill>
                  <a:srgbClr val="000099"/>
                </a:solidFill>
                <a:latin typeface="华文中宋" panose="02010600040101010101" pitchFamily="2" charset="-122"/>
                <a:hlinkClick r:id="rId19" action="ppaction://hlinksldjump"/>
              </a:rPr>
              <a:t>→</a:t>
            </a:r>
            <a:endParaRPr lang="en-US" altLang="zh-CN" sz="2000">
              <a:solidFill>
                <a:srgbClr val="000099"/>
              </a:solidFill>
              <a:latin typeface="华文中宋" panose="0201060004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7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7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7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7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7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7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7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7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97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97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97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97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282" grpId="0" autoUpdateAnimBg="0"/>
      <p:bldP spid="97284" grpId="0" autoUpdateAnimBg="0"/>
      <p:bldP spid="36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1"/>
          <p:cNvGrpSpPr/>
          <p:nvPr/>
        </p:nvGrpSpPr>
        <p:grpSpPr bwMode="auto">
          <a:xfrm>
            <a:off x="35415" y="3357500"/>
            <a:ext cx="8432800" cy="1402081"/>
            <a:chOff x="650" y="808"/>
            <a:chExt cx="13280" cy="2209"/>
          </a:xfrm>
        </p:grpSpPr>
        <p:sp>
          <p:nvSpPr>
            <p:cNvPr id="3" name="矩形 57356"/>
            <p:cNvSpPr>
              <a:spLocks noChangeArrowheads="1"/>
            </p:cNvSpPr>
            <p:nvPr/>
          </p:nvSpPr>
          <p:spPr bwMode="auto">
            <a:xfrm>
              <a:off x="650" y="808"/>
              <a:ext cx="13280" cy="1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indent="457200" eaLnBrk="0" hangingPunct="0"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华文中宋" panose="02010600040101010101" pitchFamily="2" charset="-122"/>
                </a:defRPr>
              </a:lvl1pPr>
              <a:lvl2pPr marL="742950" indent="-285750" eaLnBrk="0" hangingPunct="0"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华文中宋" panose="02010600040101010101" pitchFamily="2" charset="-122"/>
                </a:defRPr>
              </a:lvl2pPr>
              <a:lvl3pPr marL="1143000" indent="-228600" eaLnBrk="0" hangingPunct="0"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华文中宋" panose="02010600040101010101" pitchFamily="2" charset="-122"/>
                </a:defRPr>
              </a:lvl3pPr>
              <a:lvl4pPr marL="1600200" indent="-228600" eaLnBrk="0" hangingPunct="0"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华文中宋" panose="02010600040101010101" pitchFamily="2" charset="-122"/>
                </a:defRPr>
              </a:lvl4pPr>
              <a:lvl5pPr marL="2057400" indent="-228600" eaLnBrk="0" hangingPunct="0"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lnSpc>
                  <a:spcPct val="200000"/>
                </a:lnSpc>
              </a:pPr>
              <a:r>
                <a:rPr lang="zh-CN" altLang="en-US" sz="2000" dirty="0">
                  <a:solidFill>
                    <a:srgbClr val="000099"/>
                  </a:solidFill>
                  <a:latin typeface="Times New Roman" panose="02020603050405020304" pitchFamily="18" charset="0"/>
                </a:rPr>
                <a:t>滑动轴承所选用的材料及尺寸经验算合格后，应选取恰当的配合，轴承与</a:t>
              </a:r>
              <a:r>
                <a:rPr lang="zh-CN" altLang="en-US" sz="2000" dirty="0">
                  <a:solidFill>
                    <a:srgbClr val="000099"/>
                  </a:solidFill>
                  <a:latin typeface="Times New Roman" panose="02020603050405020304" pitchFamily="18" charset="0"/>
                </a:rPr>
                <a:t>轴颈一般可选         或          、        。</a:t>
              </a:r>
              <a:endParaRPr lang="zh-CN" altLang="en-US" sz="2000" dirty="0">
                <a:solidFill>
                  <a:srgbClr val="000099"/>
                </a:solidFill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4" name="对象 12">
              <a:hlinkClick r:id="" action="ppaction://ole?verb=1"/>
            </p:cNvPr>
            <p:cNvGraphicFramePr>
              <a:graphicFrameLocks noChangeAspect="1"/>
            </p:cNvGraphicFramePr>
            <p:nvPr/>
          </p:nvGraphicFramePr>
          <p:xfrm>
            <a:off x="4102" y="1888"/>
            <a:ext cx="750" cy="10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14" name="" r:id="rId1" imgW="279400" imgH="393700" progId="Equation.KSEE3">
                    <p:embed/>
                  </p:oleObj>
                </mc:Choice>
                <mc:Fallback>
                  <p:oleObj name="" r:id="rId1" imgW="279400" imgH="393700" progId="Equation.KSEE3">
                    <p:embed/>
                    <p:pic>
                      <p:nvPicPr>
                        <p:cNvPr id="0" name="图片 123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02" y="1888"/>
                          <a:ext cx="750" cy="10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" name="对象 13">
              <a:hlinkClick r:id="" action="ppaction://ole?verb=1"/>
            </p:cNvPr>
            <p:cNvGraphicFramePr>
              <a:graphicFrameLocks noChangeAspect="1"/>
            </p:cNvGraphicFramePr>
            <p:nvPr/>
          </p:nvGraphicFramePr>
          <p:xfrm>
            <a:off x="5413" y="1891"/>
            <a:ext cx="750" cy="11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15" name="" r:id="rId3" imgW="279400" imgH="419100" progId="Equation.KSEE3">
                    <p:embed/>
                  </p:oleObj>
                </mc:Choice>
                <mc:Fallback>
                  <p:oleObj name="" r:id="rId3" imgW="279400" imgH="419100" progId="Equation.KSEE3">
                    <p:embed/>
                    <p:pic>
                      <p:nvPicPr>
                        <p:cNvPr id="0" name="图片 123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13" y="1891"/>
                          <a:ext cx="750" cy="112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" name="对象 15">
              <a:hlinkClick r:id="" action="ppaction://ole?verb=1"/>
            </p:cNvPr>
            <p:cNvGraphicFramePr>
              <a:graphicFrameLocks noChangeAspect="1"/>
            </p:cNvGraphicFramePr>
            <p:nvPr/>
          </p:nvGraphicFramePr>
          <p:xfrm>
            <a:off x="6660" y="1859"/>
            <a:ext cx="784" cy="11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16" name="" r:id="rId5" imgW="292100" imgH="419100" progId="Equation.KSEE3">
                    <p:embed/>
                  </p:oleObj>
                </mc:Choice>
                <mc:Fallback>
                  <p:oleObj name="" r:id="rId5" imgW="292100" imgH="419100" progId="Equation.KSEE3">
                    <p:embed/>
                    <p:pic>
                      <p:nvPicPr>
                        <p:cNvPr id="0" name="图片 123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660" y="1859"/>
                          <a:ext cx="784" cy="112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1446213" y="214313"/>
            <a:ext cx="7697787" cy="490537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defRPr/>
            </a:pPr>
            <a:r>
              <a:rPr kumimoji="1" lang="en-US" altLang="zh-CN" sz="3000" kern="1200" smtClean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3.6-11</a:t>
            </a:r>
            <a:r>
              <a:rPr kumimoji="1" lang="zh-CN" altLang="en-US" sz="3000" kern="1200" smtClean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不完全液体润滑滑动轴承设计计算</a:t>
            </a:r>
            <a:endParaRPr kumimoji="1" lang="zh-CN" altLang="en-US" sz="3000" kern="1200" dirty="0" smtClean="0">
              <a:solidFill>
                <a:srgbClr val="CC3300"/>
              </a:solidFill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8" name="直接连接符 6"/>
          <p:cNvSpPr>
            <a:spLocks noChangeShapeType="1"/>
          </p:cNvSpPr>
          <p:nvPr/>
        </p:nvSpPr>
        <p:spPr bwMode="auto">
          <a:xfrm>
            <a:off x="0" y="765175"/>
            <a:ext cx="9144000" cy="0"/>
          </a:xfrm>
          <a:prstGeom prst="line">
            <a:avLst/>
          </a:prstGeom>
          <a:noFill/>
          <a:ln w="28575">
            <a:solidFill>
              <a:srgbClr val="C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2469" name="矩形 57356"/>
          <p:cNvSpPr>
            <a:spLocks noChangeArrowheads="1"/>
          </p:cNvSpPr>
          <p:nvPr/>
        </p:nvSpPr>
        <p:spPr bwMode="auto">
          <a:xfrm>
            <a:off x="179705" y="1710690"/>
            <a:ext cx="8432800" cy="1308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indent="4572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轴承的宽径比</a:t>
            </a:r>
            <a:r>
              <a:rPr lang="zh-CN" altLang="en-US" sz="2000" i="1" dirty="0">
                <a:solidFill>
                  <a:srgbClr val="000099"/>
                </a:solidFill>
                <a:latin typeface="Times New Roman" panose="02020603050405020304" pitchFamily="18" charset="0"/>
              </a:rPr>
              <a:t>B</a:t>
            </a:r>
            <a:r>
              <a:rPr lang="zh-CN" altLang="en-US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/</a:t>
            </a:r>
            <a:r>
              <a:rPr lang="zh-CN" altLang="en-US" sz="2000" i="1" dirty="0">
                <a:solidFill>
                  <a:srgbClr val="000099"/>
                </a:solidFill>
                <a:latin typeface="Times New Roman" panose="02020603050405020304" pitchFamily="18" charset="0"/>
              </a:rPr>
              <a:t>d</a:t>
            </a:r>
            <a:r>
              <a:rPr lang="zh-CN" altLang="en-US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对承载能力和温升有直接影响。一般轴承的宽径比</a:t>
            </a:r>
            <a:r>
              <a:rPr lang="zh-CN" altLang="en-US" sz="2000" i="1" dirty="0">
                <a:solidFill>
                  <a:srgbClr val="C00000"/>
                </a:solidFill>
                <a:latin typeface="Times New Roman" panose="02020603050405020304" pitchFamily="18" charset="0"/>
              </a:rPr>
              <a:t>B</a:t>
            </a:r>
            <a:r>
              <a:rPr lang="zh-CN" altLang="en-US" sz="2000" dirty="0">
                <a:solidFill>
                  <a:srgbClr val="C00000"/>
                </a:solidFill>
                <a:latin typeface="Times New Roman" panose="02020603050405020304" pitchFamily="18" charset="0"/>
              </a:rPr>
              <a:t>/</a:t>
            </a:r>
            <a:r>
              <a:rPr lang="zh-CN" altLang="en-US" sz="2000" i="1" dirty="0">
                <a:solidFill>
                  <a:srgbClr val="C00000"/>
                </a:solidFill>
                <a:latin typeface="Times New Roman" panose="02020603050405020304" pitchFamily="18" charset="0"/>
              </a:rPr>
              <a:t>d</a:t>
            </a:r>
            <a:r>
              <a:rPr lang="zh-CN" altLang="en-US" sz="2000" dirty="0">
                <a:solidFill>
                  <a:srgbClr val="C00000"/>
                </a:solidFill>
                <a:latin typeface="Times New Roman" panose="02020603050405020304" pitchFamily="18" charset="0"/>
              </a:rPr>
              <a:t>在0.</a:t>
            </a:r>
            <a:r>
              <a:rPr lang="en-US" altLang="zh-CN" sz="2000" dirty="0">
                <a:solidFill>
                  <a:srgbClr val="C00000"/>
                </a:solidFill>
                <a:latin typeface="Times New Roman" panose="02020603050405020304" pitchFamily="18" charset="0"/>
              </a:rPr>
              <a:t>5</a:t>
            </a:r>
            <a:r>
              <a:rPr lang="zh-CN" altLang="en-US" sz="2000" dirty="0">
                <a:solidFill>
                  <a:srgbClr val="C00000"/>
                </a:solidFill>
                <a:latin typeface="Times New Roman" panose="02020603050405020304" pitchFamily="18" charset="0"/>
              </a:rPr>
              <a:t>～</a:t>
            </a:r>
            <a:r>
              <a:rPr lang="en-US" altLang="zh-CN" sz="2000" dirty="0">
                <a:solidFill>
                  <a:srgbClr val="C00000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范围内选取（以</a:t>
            </a:r>
            <a:r>
              <a:rPr lang="en-US" altLang="zh-CN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0.7~1.3</a:t>
            </a:r>
            <a:r>
              <a:rPr lang="zh-CN" altLang="en-US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最好）。轴承宽度减小，轴承承载能力也随之降低。</a:t>
            </a:r>
            <a:endParaRPr lang="zh-CN" altLang="en-US" sz="2000" dirty="0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79705" y="1196975"/>
            <a:ext cx="4572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sym typeface="+mn-ea"/>
              </a:rPr>
              <a:t>轴承的宽径比</a:t>
            </a:r>
            <a:r>
              <a:rPr lang="zh-CN" altLang="en-US" sz="2400" i="1" dirty="0">
                <a:solidFill>
                  <a:srgbClr val="C00000"/>
                </a:solidFill>
                <a:latin typeface="Times New Roman" panose="02020603050405020304" pitchFamily="18" charset="0"/>
                <a:sym typeface="+mn-ea"/>
              </a:rPr>
              <a:t>B</a:t>
            </a:r>
            <a:r>
              <a:rPr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sym typeface="+mn-ea"/>
              </a:rPr>
              <a:t>/</a:t>
            </a:r>
            <a:r>
              <a:rPr lang="zh-CN" altLang="en-US" sz="2400" i="1" dirty="0">
                <a:solidFill>
                  <a:srgbClr val="C00000"/>
                </a:solidFill>
                <a:latin typeface="Times New Roman" panose="02020603050405020304" pitchFamily="18" charset="0"/>
                <a:sym typeface="+mn-ea"/>
              </a:rPr>
              <a:t>d</a:t>
            </a:r>
            <a:endParaRPr lang="zh-CN" altLang="en-US" sz="2400" i="1" dirty="0">
              <a:solidFill>
                <a:srgbClr val="C00000"/>
              </a:solidFill>
              <a:latin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2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469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Text Box 2"/>
          <p:cNvSpPr txBox="1">
            <a:spLocks noChangeArrowheads="1"/>
          </p:cNvSpPr>
          <p:nvPr/>
        </p:nvSpPr>
        <p:spPr bwMode="auto">
          <a:xfrm>
            <a:off x="323705" y="332785"/>
            <a:ext cx="6250429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b="1" dirty="0" smtClean="0">
                <a:latin typeface="Arial" panose="020B0604020202020204" pitchFamily="34" charset="0"/>
              </a:rPr>
              <a:t>三</a:t>
            </a:r>
            <a:r>
              <a:rPr lang="zh-CN" altLang="en-US" dirty="0" smtClean="0"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推力轴承（方法同径向轴承</a:t>
            </a:r>
            <a:r>
              <a:rPr lang="zh-CN" altLang="en-US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）（ </a:t>
            </a:r>
            <a:r>
              <a:rPr lang="en-US" altLang="zh-CN" dirty="0" smtClean="0">
                <a:latin typeface="黑体" panose="02010609060101010101" pitchFamily="49" charset="-122"/>
                <a:ea typeface="黑体" panose="02010609060101010101" pitchFamily="49" charset="-122"/>
              </a:rPr>
              <a:t>P296-297</a:t>
            </a:r>
            <a:r>
              <a:rPr lang="zh-CN" altLang="en-US" b="1" dirty="0" smtClean="0">
                <a:latin typeface="Arial" panose="020B0604020202020204" pitchFamily="34" charset="0"/>
              </a:rPr>
              <a:t>）</a:t>
            </a:r>
            <a:endParaRPr lang="zh-CN" altLang="en-US" b="1" dirty="0">
              <a:latin typeface="Arial" panose="020B0604020202020204" pitchFamily="34" charset="0"/>
            </a:endParaRPr>
          </a:p>
        </p:txBody>
      </p:sp>
      <p:sp>
        <p:nvSpPr>
          <p:cNvPr id="98307" name="Text Box 3"/>
          <p:cNvSpPr txBox="1">
            <a:spLocks noChangeArrowheads="1"/>
          </p:cNvSpPr>
          <p:nvPr/>
        </p:nvSpPr>
        <p:spPr bwMode="auto">
          <a:xfrm>
            <a:off x="1835810" y="908825"/>
            <a:ext cx="4451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dirty="0">
                <a:latin typeface="Arial" panose="020B0604020202020204" pitchFamily="34" charset="0"/>
              </a:rPr>
              <a:t>结构：空心、实心、单环、多环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98308" name="Object 4"/>
          <p:cNvGraphicFramePr>
            <a:graphicFrameLocks noChangeAspect="1"/>
          </p:cNvGraphicFramePr>
          <p:nvPr/>
        </p:nvGraphicFramePr>
        <p:xfrm>
          <a:off x="1259770" y="1412860"/>
          <a:ext cx="6892925" cy="2757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26" name="BMP 图象" r:id="rId1" imgW="5619750" imgH="2247900" progId="Paint.Picture">
                  <p:embed/>
                </p:oleObj>
              </mc:Choice>
              <mc:Fallback>
                <p:oleObj name="BMP 图象" r:id="rId1" imgW="5619750" imgH="2247900" progId="Paint.Picture">
                  <p:embed/>
                  <p:pic>
                    <p:nvPicPr>
                      <p:cNvPr id="0" name="图片 113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9770" y="1412860"/>
                        <a:ext cx="6892925" cy="2757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8309" name="Group 5"/>
          <p:cNvGrpSpPr/>
          <p:nvPr/>
        </p:nvGrpSpPr>
        <p:grpSpPr bwMode="auto">
          <a:xfrm>
            <a:off x="1331775" y="4293060"/>
            <a:ext cx="2992437" cy="2338388"/>
            <a:chOff x="1187" y="2858"/>
            <a:chExt cx="1885" cy="1473"/>
          </a:xfrm>
        </p:grpSpPr>
        <p:graphicFrame>
          <p:nvGraphicFramePr>
            <p:cNvPr id="98310" name="Object 6"/>
            <p:cNvGraphicFramePr>
              <a:graphicFrameLocks noChangeAspect="1"/>
            </p:cNvGraphicFramePr>
            <p:nvPr/>
          </p:nvGraphicFramePr>
          <p:xfrm>
            <a:off x="1902" y="2891"/>
            <a:ext cx="1170" cy="14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327" name="BMP 图象" r:id="rId3" imgW="1857375" imgH="2286000" progId="Paint.Picture">
                    <p:embed/>
                  </p:oleObj>
                </mc:Choice>
                <mc:Fallback>
                  <p:oleObj name="BMP 图象" r:id="rId3" imgW="1857375" imgH="2286000" progId="Paint.Picture">
                    <p:embed/>
                    <p:pic>
                      <p:nvPicPr>
                        <p:cNvPr id="0" name="图片 113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02" y="2891"/>
                          <a:ext cx="1170" cy="14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8311" name="Text Box 7"/>
            <p:cNvSpPr txBox="1">
              <a:spLocks noChangeArrowheads="1"/>
            </p:cNvSpPr>
            <p:nvPr/>
          </p:nvSpPr>
          <p:spPr bwMode="auto">
            <a:xfrm>
              <a:off x="1187" y="2858"/>
              <a:ext cx="8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>
                  <a:solidFill>
                    <a:srgbClr val="3333C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panose="020B0604020202020204" pitchFamily="34" charset="0"/>
                </a:rPr>
                <a:t>实心式：</a:t>
              </a:r>
              <a:endParaRPr lang="zh-CN" altLang="en-US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endParaRPr>
            </a:p>
          </p:txBody>
        </p:sp>
      </p:grpSp>
      <p:grpSp>
        <p:nvGrpSpPr>
          <p:cNvPr id="98312" name="Group 8"/>
          <p:cNvGrpSpPr/>
          <p:nvPr/>
        </p:nvGrpSpPr>
        <p:grpSpPr bwMode="auto">
          <a:xfrm>
            <a:off x="4860020" y="4365065"/>
            <a:ext cx="3181350" cy="2330450"/>
            <a:chOff x="3399" y="2863"/>
            <a:chExt cx="2004" cy="1468"/>
          </a:xfrm>
        </p:grpSpPr>
        <p:graphicFrame>
          <p:nvGraphicFramePr>
            <p:cNvPr id="98313" name="Object 9"/>
            <p:cNvGraphicFramePr>
              <a:graphicFrameLocks noChangeAspect="1"/>
            </p:cNvGraphicFramePr>
            <p:nvPr/>
          </p:nvGraphicFramePr>
          <p:xfrm>
            <a:off x="4146" y="2863"/>
            <a:ext cx="1257" cy="14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328" name="BMP 图象" r:id="rId5" imgW="1762125" imgH="2057400" progId="Paint.Picture">
                    <p:embed/>
                  </p:oleObj>
                </mc:Choice>
                <mc:Fallback>
                  <p:oleObj name="BMP 图象" r:id="rId5" imgW="1762125" imgH="2057400" progId="Paint.Picture">
                    <p:embed/>
                    <p:pic>
                      <p:nvPicPr>
                        <p:cNvPr id="0" name="图片 113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46" y="2863"/>
                          <a:ext cx="1257" cy="146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8314" name="Text Box 10"/>
            <p:cNvSpPr txBox="1">
              <a:spLocks noChangeArrowheads="1"/>
            </p:cNvSpPr>
            <p:nvPr/>
          </p:nvSpPr>
          <p:spPr bwMode="auto">
            <a:xfrm>
              <a:off x="3399" y="2870"/>
              <a:ext cx="8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>
                  <a:solidFill>
                    <a:srgbClr val="3333C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rial" panose="020B0604020202020204" pitchFamily="34" charset="0"/>
                </a:rPr>
                <a:t>空心式：</a:t>
              </a:r>
              <a:endParaRPr lang="zh-CN" altLang="en-US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8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8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8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8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8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306" grpId="0" autoUpdateAnimBg="0"/>
      <p:bldP spid="98307" grpId="0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7" name="Rectangle 6"/>
          <p:cNvSpPr>
            <a:spLocks noChangeArrowheads="1"/>
          </p:cNvSpPr>
          <p:nvPr/>
        </p:nvSpPr>
        <p:spPr bwMode="auto">
          <a:xfrm>
            <a:off x="0" y="-215900"/>
            <a:ext cx="182563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endParaRPr lang="zh-CN" altLang="en-US">
              <a:solidFill>
                <a:srgbClr val="000099"/>
              </a:solidFill>
            </a:endParaRPr>
          </a:p>
        </p:txBody>
      </p:sp>
      <p:sp>
        <p:nvSpPr>
          <p:cNvPr id="3078" name="Rectangle 8"/>
          <p:cNvSpPr>
            <a:spLocks noChangeArrowheads="1"/>
          </p:cNvSpPr>
          <p:nvPr/>
        </p:nvSpPr>
        <p:spPr bwMode="auto">
          <a:xfrm>
            <a:off x="0" y="-215900"/>
            <a:ext cx="182563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endParaRPr lang="zh-CN" altLang="en-US">
              <a:solidFill>
                <a:srgbClr val="000099"/>
              </a:solidFill>
            </a:endParaRPr>
          </a:p>
        </p:txBody>
      </p:sp>
      <p:sp>
        <p:nvSpPr>
          <p:cNvPr id="3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660525" y="214313"/>
            <a:ext cx="7483475" cy="490537"/>
          </a:xfr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eaLnBrk="1" hangingPunct="1">
              <a:defRPr/>
            </a:pPr>
            <a:r>
              <a:rPr kumimoji="1" lang="en-US" altLang="zh-CN" sz="3000" kern="1200" dirty="0" smtClean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3.6-11 </a:t>
            </a:r>
            <a:r>
              <a:rPr kumimoji="1" lang="zh-CN" altLang="en-US" sz="3000" kern="1200" dirty="0" smtClean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不完全液体润滑滑动轴承设计计算</a:t>
            </a:r>
            <a:endParaRPr kumimoji="1" lang="zh-CN" altLang="en-US" sz="3000" kern="1200" dirty="0" smtClean="0">
              <a:solidFill>
                <a:srgbClr val="CC3300"/>
              </a:solidFill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pic>
        <p:nvPicPr>
          <p:cNvPr id="3080" name="Picture 74" descr="back1">
            <a:hlinkClick r:id="" action="ppaction://hlinkshowjump?jump=previousslide"/>
          </p:cNvPr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91563" y="6523038"/>
            <a:ext cx="287337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81" name="Picture 73" descr="rewind1">
            <a:hlinkClick r:id="rId2" action="ppaction://hlinksldjump"/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3575" y="6523038"/>
            <a:ext cx="287338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2467" name="文本框 57355"/>
          <p:cNvSpPr txBox="1">
            <a:spLocks noChangeArrowheads="1"/>
          </p:cNvSpPr>
          <p:nvPr/>
        </p:nvSpPr>
        <p:spPr bwMode="auto">
          <a:xfrm>
            <a:off x="352425" y="828675"/>
            <a:ext cx="4721225" cy="430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</a:rPr>
              <a:t>、验算轴承的平均压力</a:t>
            </a:r>
            <a:r>
              <a:rPr lang="zh-CN" altLang="en-US" sz="2000" i="1" dirty="0">
                <a:solidFill>
                  <a:srgbClr val="0000FF"/>
                </a:solidFill>
                <a:latin typeface="Times New Roman" panose="02020603050405020304" pitchFamily="18" charset="0"/>
              </a:rPr>
              <a:t>p</a:t>
            </a:r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</a:rPr>
              <a:t>（单位为MPa）</a:t>
            </a:r>
            <a:endParaRPr lang="zh-CN" altLang="en-US" sz="2000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62471" name="矩形 57356"/>
          <p:cNvSpPr>
            <a:spLocks noChangeArrowheads="1"/>
          </p:cNvSpPr>
          <p:nvPr/>
        </p:nvSpPr>
        <p:spPr bwMode="auto">
          <a:xfrm>
            <a:off x="395288" y="2070100"/>
            <a:ext cx="8432800" cy="795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indent="4572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000">
                <a:solidFill>
                  <a:srgbClr val="000099"/>
                </a:solidFill>
                <a:latin typeface="Times New Roman" panose="02020603050405020304" pitchFamily="18" charset="0"/>
              </a:rPr>
              <a:t>式中：</a:t>
            </a:r>
            <a:r>
              <a:rPr lang="zh-CN" altLang="en-US" sz="2000" i="1">
                <a:solidFill>
                  <a:srgbClr val="000099"/>
                </a:solidFill>
                <a:latin typeface="Times New Roman" panose="02020603050405020304" pitchFamily="18" charset="0"/>
              </a:rPr>
              <a:t>d</a:t>
            </a:r>
            <a:r>
              <a:rPr lang="zh-CN" altLang="en-US" sz="2000" baseline="-25000">
                <a:solidFill>
                  <a:srgbClr val="000099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sz="2000">
                <a:solidFill>
                  <a:srgbClr val="000099"/>
                </a:solidFill>
                <a:latin typeface="Times New Roman" panose="02020603050405020304" pitchFamily="18" charset="0"/>
              </a:rPr>
              <a:t>为轴承孔直径，mm；</a:t>
            </a:r>
            <a:r>
              <a:rPr lang="zh-CN" altLang="en-US" sz="2000" i="1">
                <a:solidFill>
                  <a:srgbClr val="000099"/>
                </a:solidFill>
                <a:latin typeface="Times New Roman" panose="02020603050405020304" pitchFamily="18" charset="0"/>
              </a:rPr>
              <a:t>d</a:t>
            </a:r>
            <a:r>
              <a:rPr lang="zh-CN" altLang="en-US" sz="2000" baseline="-25000">
                <a:solidFill>
                  <a:srgbClr val="000099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sz="2000">
                <a:solidFill>
                  <a:srgbClr val="000099"/>
                </a:solidFill>
                <a:latin typeface="Times New Roman" panose="02020603050405020304" pitchFamily="18" charset="0"/>
              </a:rPr>
              <a:t>为为轴环直径，mm；</a:t>
            </a:r>
            <a:r>
              <a:rPr lang="zh-CN" altLang="en-US" sz="2000" i="1">
                <a:solidFill>
                  <a:srgbClr val="000099"/>
                </a:solidFill>
                <a:latin typeface="Times New Roman" panose="02020603050405020304" pitchFamily="18" charset="0"/>
              </a:rPr>
              <a:t>F</a:t>
            </a:r>
            <a:r>
              <a:rPr lang="zh-CN" altLang="en-US" sz="2000" baseline="-25000">
                <a:solidFill>
                  <a:srgbClr val="000099"/>
                </a:solidFill>
                <a:latin typeface="Times New Roman" panose="02020603050405020304" pitchFamily="18" charset="0"/>
              </a:rPr>
              <a:t>n</a:t>
            </a:r>
            <a:r>
              <a:rPr lang="zh-CN" altLang="en-US" sz="2000">
                <a:solidFill>
                  <a:srgbClr val="000099"/>
                </a:solidFill>
                <a:latin typeface="Times New Roman" panose="02020603050405020304" pitchFamily="18" charset="0"/>
              </a:rPr>
              <a:t>为轴向载荷，N；</a:t>
            </a:r>
            <a:r>
              <a:rPr lang="zh-CN" altLang="en-US" sz="2000" i="1">
                <a:solidFill>
                  <a:srgbClr val="000099"/>
                </a:solidFill>
                <a:latin typeface="Times New Roman" panose="02020603050405020304" pitchFamily="18" charset="0"/>
              </a:rPr>
              <a:t>z</a:t>
            </a:r>
            <a:r>
              <a:rPr lang="zh-CN" altLang="en-US" sz="2000">
                <a:solidFill>
                  <a:srgbClr val="000099"/>
                </a:solidFill>
                <a:latin typeface="Times New Roman" panose="02020603050405020304" pitchFamily="18" charset="0"/>
              </a:rPr>
              <a:t>为环的数目；[</a:t>
            </a:r>
            <a:r>
              <a:rPr lang="zh-CN" altLang="en-US" sz="2000" i="1">
                <a:solidFill>
                  <a:srgbClr val="000099"/>
                </a:solidFill>
                <a:latin typeface="Times New Roman" panose="02020603050405020304" pitchFamily="18" charset="0"/>
              </a:rPr>
              <a:t>p</a:t>
            </a:r>
            <a:r>
              <a:rPr lang="zh-CN" altLang="en-US" sz="2000">
                <a:solidFill>
                  <a:srgbClr val="000099"/>
                </a:solidFill>
                <a:latin typeface="Times New Roman" panose="02020603050405020304" pitchFamily="18" charset="0"/>
              </a:rPr>
              <a:t>] 为许用压力，MPa。</a:t>
            </a:r>
            <a:endParaRPr lang="zh-CN" altLang="en-US" sz="2000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8" name="对象 7">
            <a:hlinkClick r:id="" action="ppaction://ole?verb=1"/>
          </p:cNvPr>
          <p:cNvGraphicFramePr>
            <a:graphicFrameLocks noChangeAspect="1"/>
          </p:cNvGraphicFramePr>
          <p:nvPr/>
        </p:nvGraphicFramePr>
        <p:xfrm>
          <a:off x="3054350" y="1289050"/>
          <a:ext cx="2749550" cy="923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6" name="" r:id="rId4" imgW="1739900" imgH="584200" progId="Equation.KSEE3">
                  <p:embed/>
                </p:oleObj>
              </mc:Choice>
              <mc:Fallback>
                <p:oleObj name="" r:id="rId4" imgW="1739900" imgH="584200" progId="Equation.KSEE3">
                  <p:embed/>
                  <p:pic>
                    <p:nvPicPr>
                      <p:cNvPr id="0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4350" y="1289050"/>
                        <a:ext cx="2749550" cy="923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本框 57355"/>
          <p:cNvSpPr txBox="1">
            <a:spLocks noChangeArrowheads="1"/>
          </p:cNvSpPr>
          <p:nvPr/>
        </p:nvSpPr>
        <p:spPr bwMode="auto">
          <a:xfrm>
            <a:off x="352425" y="2908300"/>
            <a:ext cx="4721225" cy="430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</a:rPr>
              <a:t>、验算轴承的</a:t>
            </a:r>
            <a:r>
              <a:rPr lang="zh-CN" altLang="en-US" sz="2000" i="1" dirty="0">
                <a:solidFill>
                  <a:srgbClr val="0000FF"/>
                </a:solidFill>
                <a:latin typeface="Times New Roman" panose="02020603050405020304" pitchFamily="18" charset="0"/>
              </a:rPr>
              <a:t>pv</a:t>
            </a:r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</a:rPr>
              <a:t>（单位为MPa·m/s）值</a:t>
            </a:r>
            <a:endParaRPr lang="zh-CN" altLang="en-US" sz="2000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62470" name="矩形 57356"/>
          <p:cNvSpPr>
            <a:spLocks noChangeArrowheads="1"/>
          </p:cNvSpPr>
          <p:nvPr/>
        </p:nvSpPr>
        <p:spPr bwMode="auto">
          <a:xfrm>
            <a:off x="412750" y="3287713"/>
            <a:ext cx="7512050" cy="53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indent="4572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zh-CN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因轴承的环形支承面平均直径处的圆周速度</a:t>
            </a:r>
            <a:r>
              <a:rPr lang="zh-CN" altLang="zh-CN" sz="2000" i="1" dirty="0">
                <a:solidFill>
                  <a:srgbClr val="000099"/>
                </a:solidFill>
                <a:latin typeface="Times New Roman" panose="02020603050405020304" pitchFamily="18" charset="0"/>
              </a:rPr>
              <a:t>v</a:t>
            </a:r>
            <a:r>
              <a:rPr lang="zh-CN" altLang="zh-CN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（单位为m/s）为</a:t>
            </a:r>
            <a:endParaRPr lang="zh-CN" altLang="zh-CN" sz="2000" dirty="0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" name="矩形 57356"/>
          <p:cNvSpPr>
            <a:spLocks noChangeArrowheads="1"/>
          </p:cNvSpPr>
          <p:nvPr/>
        </p:nvSpPr>
        <p:spPr bwMode="auto">
          <a:xfrm>
            <a:off x="395288" y="4652963"/>
            <a:ext cx="17303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indent="4572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000">
                <a:solidFill>
                  <a:srgbClr val="000099"/>
                </a:solidFill>
                <a:latin typeface="Times New Roman" panose="02020603050405020304" pitchFamily="18" charset="0"/>
              </a:rPr>
              <a:t>故应满足</a:t>
            </a:r>
            <a:endParaRPr lang="zh-CN" altLang="en-US" sz="2000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" name="矩形 57356"/>
          <p:cNvSpPr>
            <a:spLocks noChangeArrowheads="1"/>
          </p:cNvSpPr>
          <p:nvPr/>
        </p:nvSpPr>
        <p:spPr bwMode="auto">
          <a:xfrm>
            <a:off x="412750" y="5438775"/>
            <a:ext cx="7635875" cy="501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indent="4572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zh-CN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式中：</a:t>
            </a:r>
            <a:r>
              <a:rPr lang="zh-CN" altLang="zh-CN" sz="2000" i="1" dirty="0">
                <a:solidFill>
                  <a:srgbClr val="000099"/>
                </a:solidFill>
                <a:latin typeface="Times New Roman" panose="02020603050405020304" pitchFamily="18" charset="0"/>
              </a:rPr>
              <a:t>n</a:t>
            </a:r>
            <a:r>
              <a:rPr lang="zh-CN" altLang="zh-CN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为轴颈的转速，r/min；[</a:t>
            </a:r>
            <a:r>
              <a:rPr lang="zh-CN" altLang="zh-CN" sz="2000" i="1" dirty="0">
                <a:solidFill>
                  <a:srgbClr val="000099"/>
                </a:solidFill>
                <a:latin typeface="Times New Roman" panose="02020603050405020304" pitchFamily="18" charset="0"/>
              </a:rPr>
              <a:t>pv</a:t>
            </a:r>
            <a:r>
              <a:rPr lang="zh-CN" altLang="zh-CN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]为</a:t>
            </a:r>
            <a:r>
              <a:rPr lang="zh-CN" altLang="zh-CN" sz="2000" i="1" dirty="0">
                <a:solidFill>
                  <a:srgbClr val="000099"/>
                </a:solidFill>
                <a:latin typeface="Times New Roman" panose="02020603050405020304" pitchFamily="18" charset="0"/>
              </a:rPr>
              <a:t>pv</a:t>
            </a:r>
            <a:r>
              <a:rPr lang="zh-CN" altLang="zh-CN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的许用值，MPa·m/s。</a:t>
            </a:r>
            <a:endParaRPr lang="zh-CN" altLang="zh-CN" sz="2000" dirty="0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7" name="文本框 106"/>
          <p:cNvSpPr txBox="1">
            <a:spLocks noChangeArrowheads="1"/>
          </p:cNvSpPr>
          <p:nvPr/>
        </p:nvSpPr>
        <p:spPr bwMode="auto">
          <a:xfrm>
            <a:off x="5168900" y="5927725"/>
            <a:ext cx="35734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algn="r" eaLnBrk="1" hangingPunct="1"/>
            <a:r>
              <a:rPr lang="zh-CN" altLang="en-US" sz="2000">
                <a:solidFill>
                  <a:srgbClr val="000099"/>
                </a:solidFill>
                <a:latin typeface="华文中宋" panose="02010600040101010101" pitchFamily="2" charset="-122"/>
                <a:hlinkClick r:id="rId6" action="ppaction://hlinksldjump"/>
              </a:rPr>
              <a:t>止推滑动轴承的[p]、[pv]值</a:t>
            </a:r>
            <a:r>
              <a:rPr lang="en-US" altLang="zh-CN" sz="2000">
                <a:solidFill>
                  <a:srgbClr val="000099"/>
                </a:solidFill>
                <a:latin typeface="华文中宋" panose="02010600040101010101" pitchFamily="2" charset="-122"/>
                <a:hlinkClick r:id="rId6" action="ppaction://hlinksldjump"/>
              </a:rPr>
              <a:t>→</a:t>
            </a:r>
            <a:endParaRPr lang="en-US" altLang="zh-CN" sz="2000">
              <a:solidFill>
                <a:srgbClr val="000099"/>
              </a:solidFill>
              <a:latin typeface="华文中宋" panose="02010600040101010101" pitchFamily="2" charset="-122"/>
            </a:endParaRPr>
          </a:p>
        </p:txBody>
      </p:sp>
      <p:graphicFrame>
        <p:nvGraphicFramePr>
          <p:cNvPr id="12" name="对象 11">
            <a:hlinkClick r:id="" action="ppaction://ole?verb=1"/>
          </p:cNvPr>
          <p:cNvGraphicFramePr>
            <a:graphicFrameLocks noChangeAspect="1"/>
          </p:cNvGraphicFramePr>
          <p:nvPr/>
        </p:nvGraphicFramePr>
        <p:xfrm>
          <a:off x="3648075" y="3679825"/>
          <a:ext cx="1843088" cy="696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7" name="" r:id="rId7" imgW="1041400" imgH="393700" progId="Equation.KSEE3">
                  <p:embed/>
                </p:oleObj>
              </mc:Choice>
              <mc:Fallback>
                <p:oleObj name="" r:id="rId7" imgW="1041400" imgH="393700" progId="Equation.KSEE3">
                  <p:embed/>
                  <p:pic>
                    <p:nvPicPr>
                      <p:cNvPr id="0" name="对象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48075" y="3679825"/>
                        <a:ext cx="1843088" cy="696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hlinkClick r:id="" action="ppaction://ole?verb=1"/>
          </p:cNvPr>
          <p:cNvGraphicFramePr>
            <a:graphicFrameLocks noChangeAspect="1"/>
          </p:cNvGraphicFramePr>
          <p:nvPr/>
        </p:nvGraphicFramePr>
        <p:xfrm>
          <a:off x="2166938" y="4510088"/>
          <a:ext cx="6045200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8" name="" r:id="rId9" imgW="3517265" imgH="431800" progId="Equation.KSEE3">
                  <p:embed/>
                </p:oleObj>
              </mc:Choice>
              <mc:Fallback>
                <p:oleObj name="" r:id="rId9" imgW="3517265" imgH="431800" progId="Equation.KSEE3">
                  <p:embed/>
                  <p:pic>
                    <p:nvPicPr>
                      <p:cNvPr id="0" name="对象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6938" y="4510088"/>
                        <a:ext cx="6045200" cy="742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89" name="直接连接符 6"/>
          <p:cNvSpPr>
            <a:spLocks noChangeShapeType="1"/>
          </p:cNvSpPr>
          <p:nvPr/>
        </p:nvSpPr>
        <p:spPr bwMode="auto">
          <a:xfrm>
            <a:off x="0" y="765175"/>
            <a:ext cx="9144000" cy="0"/>
          </a:xfrm>
          <a:prstGeom prst="line">
            <a:avLst/>
          </a:prstGeom>
          <a:noFill/>
          <a:ln w="28575">
            <a:solidFill>
              <a:srgbClr val="C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2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2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2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467" grpId="0"/>
      <p:bldP spid="62471" grpId="0"/>
      <p:bldP spid="9" grpId="0"/>
      <p:bldP spid="62470" grpId="0"/>
      <p:bldP spid="10" grpId="0"/>
      <p:bldP spid="11" grpId="0"/>
      <p:bldP spid="107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825625" y="214630"/>
            <a:ext cx="7318375" cy="490220"/>
          </a:xfr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eaLnBrk="1" hangingPunct="1">
              <a:defRPr/>
            </a:pPr>
            <a:r>
              <a:rPr kumimoji="1" lang="en-US" altLang="zh-CN" sz="3000" kern="1200" dirty="0" smtClean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3.6-12 </a:t>
            </a:r>
            <a:r>
              <a:rPr lang="zh-CN" altLang="en-US" sz="3000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流体润滑滑动轴承的润滑机理</a:t>
            </a:r>
            <a:endParaRPr kumimoji="1" lang="zh-CN" altLang="en-US" sz="3000" kern="1200" dirty="0" smtClean="0">
              <a:solidFill>
                <a:srgbClr val="C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+mn-cs"/>
              <a:sym typeface="+mn-ea"/>
            </a:endParaRPr>
          </a:p>
        </p:txBody>
      </p:sp>
      <p:pic>
        <p:nvPicPr>
          <p:cNvPr id="4100" name="Picture 75" descr="NEXT1">
            <a:hlinkClick r:id="" action="ppaction://hlinkshowjump?jump=nextslide"/>
          </p:cNvPr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42363" y="6523038"/>
            <a:ext cx="287337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1" name="Picture 73" descr="rewind1">
            <a:hlinkClick r:id="rId2" action="ppaction://hlinksldjump"/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55013" y="6523038"/>
            <a:ext cx="287337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6325" name="文本框 57355"/>
          <p:cNvSpPr txBox="1">
            <a:spLocks noChangeArrowheads="1"/>
          </p:cNvSpPr>
          <p:nvPr/>
        </p:nvSpPr>
        <p:spPr bwMode="auto">
          <a:xfrm>
            <a:off x="125413" y="2051050"/>
            <a:ext cx="4806612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一、流体动力润滑的基本方程</a:t>
            </a:r>
            <a:endParaRPr lang="zh-CN" altLang="en-US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2468" name="矩形 57356"/>
          <p:cNvSpPr>
            <a:spLocks noChangeArrowheads="1"/>
          </p:cNvSpPr>
          <p:nvPr/>
        </p:nvSpPr>
        <p:spPr bwMode="auto">
          <a:xfrm>
            <a:off x="412750" y="822325"/>
            <a:ext cx="8432800" cy="1228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indent="4572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流体动力润滑轴承的润滑剂将轴与轴瓦隔离。流体动力润滑轴承的设计需要满足一定的几何与物理条件，而且轴承的性能也随物理条件的变化而变化。本节简要介绍流体动力润滑轴承的理论基础。</a:t>
            </a:r>
            <a:endParaRPr lang="zh-CN" altLang="en-US" sz="2000" dirty="0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19465" name="文本框 19464"/>
          <p:cNvSpPr txBox="1">
            <a:spLocks noChangeArrowheads="1"/>
          </p:cNvSpPr>
          <p:nvPr/>
        </p:nvSpPr>
        <p:spPr bwMode="auto">
          <a:xfrm>
            <a:off x="539720" y="2492935"/>
            <a:ext cx="8288338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000" dirty="0">
                <a:latin typeface="Times New Roman" panose="02020603050405020304" pitchFamily="18" charset="0"/>
              </a:rPr>
              <a:t>　　流体动力润滑理论的基本方程是流体膜压力分布的微分方程。它是从粘性流体动力学的基本方程出发作了些假设得到的，这些假设条件是 ：</a:t>
            </a:r>
            <a:endParaRPr lang="zh-CN" altLang="en-US" sz="2000" dirty="0">
              <a:latin typeface="Times New Roman" panose="02020603050405020304" pitchFamily="18" charset="0"/>
            </a:endParaRPr>
          </a:p>
        </p:txBody>
      </p:sp>
      <p:sp>
        <p:nvSpPr>
          <p:cNvPr id="19469" name="文本框 19468"/>
          <p:cNvSpPr txBox="1">
            <a:spLocks noChangeArrowheads="1"/>
          </p:cNvSpPr>
          <p:nvPr/>
        </p:nvSpPr>
        <p:spPr bwMode="auto">
          <a:xfrm>
            <a:off x="539750" y="3748088"/>
            <a:ext cx="710247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1400" dirty="0">
                <a:solidFill>
                  <a:srgbClr val="FF3300"/>
                </a:solidFill>
                <a:latin typeface="华文中宋" panose="02010600040101010101" pitchFamily="2" charset="-122"/>
              </a:rPr>
              <a:t>◆ </a:t>
            </a:r>
            <a:r>
              <a:rPr lang="zh-CN" altLang="en-US" sz="2000" dirty="0">
                <a:latin typeface="华文中宋" panose="02010600040101010101" pitchFamily="2" charset="-122"/>
              </a:rPr>
              <a:t>流体的流动是层流，即层与层之间没有物质和能量的交换； </a:t>
            </a:r>
            <a:endParaRPr lang="zh-CN" altLang="en-US" sz="2000" dirty="0">
              <a:latin typeface="华文中宋" panose="02010600040101010101" pitchFamily="2" charset="-122"/>
            </a:endParaRPr>
          </a:p>
        </p:txBody>
      </p:sp>
      <p:sp>
        <p:nvSpPr>
          <p:cNvPr id="19470" name="文本框 19469"/>
          <p:cNvSpPr txBox="1">
            <a:spLocks noChangeArrowheads="1"/>
          </p:cNvSpPr>
          <p:nvPr/>
        </p:nvSpPr>
        <p:spPr bwMode="auto">
          <a:xfrm>
            <a:off x="539750" y="4230688"/>
            <a:ext cx="761047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1400" dirty="0">
                <a:solidFill>
                  <a:srgbClr val="FF3300"/>
                </a:solidFill>
                <a:latin typeface="华文中宋" panose="02010600040101010101" pitchFamily="2" charset="-122"/>
              </a:rPr>
              <a:t>◆ </a:t>
            </a:r>
            <a:r>
              <a:rPr lang="zh-CN" altLang="en-US" sz="2000" dirty="0">
                <a:latin typeface="华文中宋" panose="02010600040101010101" pitchFamily="2" charset="-122"/>
              </a:rPr>
              <a:t>忽略压力对流体粘度的影响，实际上粘度随压力的增高而增加； </a:t>
            </a:r>
            <a:endParaRPr lang="zh-CN" altLang="en-US" sz="2000" dirty="0">
              <a:latin typeface="华文中宋" panose="02010600040101010101" pitchFamily="2" charset="-122"/>
            </a:endParaRPr>
          </a:p>
        </p:txBody>
      </p:sp>
      <p:sp>
        <p:nvSpPr>
          <p:cNvPr id="19471" name="文本框 19470"/>
          <p:cNvSpPr txBox="1">
            <a:spLocks noChangeArrowheads="1"/>
          </p:cNvSpPr>
          <p:nvPr/>
        </p:nvSpPr>
        <p:spPr bwMode="auto">
          <a:xfrm>
            <a:off x="539750" y="4711700"/>
            <a:ext cx="8358188" cy="828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1400" dirty="0">
                <a:solidFill>
                  <a:srgbClr val="FF3300"/>
                </a:solidFill>
                <a:latin typeface="华文中宋" panose="02010600040101010101" pitchFamily="2" charset="-122"/>
              </a:rPr>
              <a:t>◆ </a:t>
            </a:r>
            <a:r>
              <a:rPr lang="zh-CN" altLang="en-US" sz="2000" dirty="0">
                <a:latin typeface="华文中宋" panose="02010600040101010101" pitchFamily="2" charset="-122"/>
              </a:rPr>
              <a:t>略去惯性力及重力的影响，故所研究的单元体为静平衡状态或匀速直线　运动，且只有表面力作用于单元体上； </a:t>
            </a:r>
            <a:endParaRPr lang="zh-CN" altLang="en-US" sz="2000" dirty="0">
              <a:latin typeface="华文中宋" panose="02010600040101010101" pitchFamily="2" charset="-122"/>
            </a:endParaRPr>
          </a:p>
        </p:txBody>
      </p:sp>
      <p:sp>
        <p:nvSpPr>
          <p:cNvPr id="19472" name="文本框 19471"/>
          <p:cNvSpPr txBox="1">
            <a:spLocks noChangeArrowheads="1"/>
          </p:cNvSpPr>
          <p:nvPr/>
        </p:nvSpPr>
        <p:spPr bwMode="auto">
          <a:xfrm>
            <a:off x="539750" y="5484813"/>
            <a:ext cx="858202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1400">
                <a:solidFill>
                  <a:srgbClr val="FF3300"/>
                </a:solidFill>
                <a:latin typeface="华文中宋" panose="02010600040101010101" pitchFamily="2" charset="-122"/>
              </a:rPr>
              <a:t>◆ </a:t>
            </a:r>
            <a:r>
              <a:rPr lang="zh-CN" altLang="en-US" sz="2000">
                <a:latin typeface="华文中宋" panose="02010600040101010101" pitchFamily="2" charset="-122"/>
              </a:rPr>
              <a:t>流体不可压缩； </a:t>
            </a:r>
            <a:endParaRPr lang="zh-CN" altLang="en-US" sz="2000">
              <a:latin typeface="华文中宋" panose="02010600040101010101" pitchFamily="2" charset="-122"/>
            </a:endParaRPr>
          </a:p>
        </p:txBody>
      </p:sp>
      <p:sp>
        <p:nvSpPr>
          <p:cNvPr id="19473" name="文本框 19472"/>
          <p:cNvSpPr txBox="1">
            <a:spLocks noChangeArrowheads="1"/>
          </p:cNvSpPr>
          <p:nvPr/>
        </p:nvSpPr>
        <p:spPr bwMode="auto">
          <a:xfrm>
            <a:off x="539750" y="5895975"/>
            <a:ext cx="858202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1400" dirty="0">
                <a:solidFill>
                  <a:srgbClr val="FF3300"/>
                </a:solidFill>
                <a:latin typeface="华文中宋" panose="02010600040101010101" pitchFamily="2" charset="-122"/>
              </a:rPr>
              <a:t>◆ </a:t>
            </a:r>
            <a:r>
              <a:rPr lang="zh-CN" altLang="en-US" sz="2000" dirty="0">
                <a:latin typeface="华文中宋" panose="02010600040101010101" pitchFamily="2" charset="-122"/>
              </a:rPr>
              <a:t>流体中的压力在各流体层之间保持为常数。 </a:t>
            </a:r>
            <a:endParaRPr lang="zh-CN" altLang="en-US" sz="2000" dirty="0">
              <a:latin typeface="华文中宋" panose="02010600040101010101" pitchFamily="2" charset="-122"/>
            </a:endParaRPr>
          </a:p>
        </p:txBody>
      </p:sp>
      <p:grpSp>
        <p:nvGrpSpPr>
          <p:cNvPr id="2" name="组合 6"/>
          <p:cNvGrpSpPr/>
          <p:nvPr/>
        </p:nvGrpSpPr>
        <p:grpSpPr bwMode="auto">
          <a:xfrm>
            <a:off x="539750" y="3159125"/>
            <a:ext cx="4583113" cy="660400"/>
            <a:chOff x="850" y="3168"/>
            <a:chExt cx="7218" cy="1040"/>
          </a:xfrm>
        </p:grpSpPr>
        <p:sp>
          <p:nvSpPr>
            <p:cNvPr id="4112" name="文本框 19466"/>
            <p:cNvSpPr txBox="1">
              <a:spLocks noChangeArrowheads="1"/>
            </p:cNvSpPr>
            <p:nvPr/>
          </p:nvSpPr>
          <p:spPr bwMode="auto">
            <a:xfrm>
              <a:off x="850" y="3338"/>
              <a:ext cx="7218" cy="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华文中宋" panose="02010600040101010101" pitchFamily="2" charset="-122"/>
                </a:defRPr>
              </a:lvl1pPr>
              <a:lvl2pPr marL="742950" indent="-285750" eaLnBrk="0" hangingPunct="0"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华文中宋" panose="02010600040101010101" pitchFamily="2" charset="-122"/>
                </a:defRPr>
              </a:lvl2pPr>
              <a:lvl3pPr marL="1143000" indent="-228600" eaLnBrk="0" hangingPunct="0"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华文中宋" panose="02010600040101010101" pitchFamily="2" charset="-122"/>
                </a:defRPr>
              </a:lvl3pPr>
              <a:lvl4pPr marL="1600200" indent="-228600" eaLnBrk="0" hangingPunct="0"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华文中宋" panose="02010600040101010101" pitchFamily="2" charset="-122"/>
                </a:defRPr>
              </a:lvl4pPr>
              <a:lvl5pPr marL="2057400" indent="-228600" eaLnBrk="0" hangingPunct="0"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lnSpc>
                  <a:spcPct val="120000"/>
                </a:lnSpc>
              </a:pPr>
              <a:r>
                <a:rPr lang="en-US" altLang="zh-CN" sz="1400">
                  <a:solidFill>
                    <a:srgbClr val="FF3300"/>
                  </a:solidFill>
                  <a:latin typeface="华文中宋" panose="02010600040101010101" pitchFamily="2" charset="-122"/>
                </a:rPr>
                <a:t>◆ </a:t>
              </a:r>
              <a:r>
                <a:rPr lang="zh-CN" altLang="en-US" sz="2000">
                  <a:latin typeface="华文中宋" panose="02010600040101010101" pitchFamily="2" charset="-122"/>
                </a:rPr>
                <a:t>流体为牛顿流体，即                。    </a:t>
              </a:r>
              <a:endParaRPr lang="zh-CN" altLang="en-US" sz="2000">
                <a:latin typeface="华文中宋" panose="02010600040101010101" pitchFamily="2" charset="-122"/>
              </a:endParaRPr>
            </a:p>
          </p:txBody>
        </p:sp>
        <p:graphicFrame>
          <p:nvGraphicFramePr>
            <p:cNvPr id="4098" name="对象 7">
              <a:hlinkClick r:id="" action="ppaction://ole?verb=1"/>
            </p:cNvPr>
            <p:cNvGraphicFramePr>
              <a:graphicFrameLocks noChangeAspect="1"/>
            </p:cNvGraphicFramePr>
            <p:nvPr/>
          </p:nvGraphicFramePr>
          <p:xfrm>
            <a:off x="5193" y="3168"/>
            <a:ext cx="1607" cy="10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46" name="" r:id="rId4" imgW="647700" imgH="419100" progId="Equation.KSEE3">
                    <p:embed/>
                  </p:oleObj>
                </mc:Choice>
                <mc:Fallback>
                  <p:oleObj name="" r:id="rId4" imgW="647700" imgH="419100" progId="Equation.KSEE3">
                    <p:embed/>
                    <p:pic>
                      <p:nvPicPr>
                        <p:cNvPr id="0" name="对象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93" y="3168"/>
                          <a:ext cx="1607" cy="10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111" name="直接连接符 6"/>
          <p:cNvSpPr>
            <a:spLocks noChangeShapeType="1"/>
          </p:cNvSpPr>
          <p:nvPr/>
        </p:nvSpPr>
        <p:spPr bwMode="auto">
          <a:xfrm>
            <a:off x="0" y="765175"/>
            <a:ext cx="9144000" cy="0"/>
          </a:xfrm>
          <a:prstGeom prst="line">
            <a:avLst/>
          </a:prstGeom>
          <a:noFill/>
          <a:ln w="28575">
            <a:solidFill>
              <a:srgbClr val="C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2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6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9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9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9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500"/>
                            </p:stCondLst>
                            <p:childTnLst>
                              <p:par>
                                <p:cTn id="32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9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000"/>
                            </p:stCondLst>
                            <p:childTnLst>
                              <p:par>
                                <p:cTn id="36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9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500"/>
                            </p:stCondLst>
                            <p:childTnLst>
                              <p:par>
                                <p:cTn id="40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9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25" grpId="0"/>
      <p:bldP spid="62468" grpId="0"/>
      <p:bldP spid="19465" grpId="0"/>
      <p:bldP spid="19469" grpId="0"/>
      <p:bldP spid="19470" grpId="0"/>
      <p:bldP spid="19471" grpId="0"/>
      <p:bldP spid="19472" grpId="0"/>
      <p:bldP spid="19473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071938" y="200025"/>
            <a:ext cx="5054600" cy="490538"/>
          </a:xfr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eaLnBrk="1" hangingPunct="1">
              <a:defRPr/>
            </a:pPr>
            <a:r>
              <a:rPr kumimoji="1" lang="en-US" altLang="zh-CN" sz="3000" kern="1200" dirty="0" smtClean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3.6-12 </a:t>
            </a:r>
            <a:r>
              <a:rPr kumimoji="1" lang="zh-CN" altLang="en-US" sz="3000" kern="1200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流</a:t>
            </a:r>
            <a:r>
              <a:rPr kumimoji="1" lang="zh-CN" altLang="en-US" sz="3000" kern="1200" dirty="0" smtClean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体动力润滑原理</a:t>
            </a:r>
            <a:endParaRPr kumimoji="1" lang="zh-CN" altLang="en-US" sz="3000" kern="1200" dirty="0" smtClean="0">
              <a:solidFill>
                <a:srgbClr val="CC3300"/>
              </a:solidFill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pic>
        <p:nvPicPr>
          <p:cNvPr id="5124" name="Picture 75" descr="NEXT1">
            <a:hlinkClick r:id="" action="ppaction://hlinkshowjump?jump=nextslide"/>
          </p:cNvPr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42363" y="6523038"/>
            <a:ext cx="287337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5" name="Picture 74" descr="back1">
            <a:hlinkClick r:id="" action="ppaction://hlinkshowjump?jump=previousslide"/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2788" y="6523038"/>
            <a:ext cx="287337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6" name="Picture 73" descr="rewind1">
            <a:hlinkClick r:id="rId3" action="ppaction://hlinksldjump"/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4800" y="6523038"/>
            <a:ext cx="287338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7" name="标题 20483"/>
          <p:cNvSpPr>
            <a:spLocks noGrp="1" noChangeArrowheads="1"/>
          </p:cNvSpPr>
          <p:nvPr/>
        </p:nvSpPr>
        <p:spPr bwMode="auto">
          <a:xfrm>
            <a:off x="6223000" y="817563"/>
            <a:ext cx="2198688" cy="19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algn="ctr" eaLnBrk="1" hangingPunct="1"/>
            <a:r>
              <a:rPr lang="zh-CN" altLang="en-US" sz="7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液体动力润滑径向滑动轴承的设计计算</a:t>
            </a:r>
            <a:r>
              <a:rPr lang="en-US" altLang="zh-CN" sz="7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endParaRPr lang="en-US" altLang="zh-CN" sz="70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0489" name="文本框 20488"/>
          <p:cNvSpPr txBox="1">
            <a:spLocks noChangeArrowheads="1"/>
          </p:cNvSpPr>
          <p:nvPr/>
        </p:nvSpPr>
        <p:spPr bwMode="auto">
          <a:xfrm>
            <a:off x="268288" y="792163"/>
            <a:ext cx="4594225" cy="156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000" dirty="0">
                <a:latin typeface="华文中宋" panose="02010600040101010101" pitchFamily="2" charset="-122"/>
              </a:rPr>
              <a:t>　　在以上假设下，从两平板所构成的楔形空间中，取某一层液体的一部分作为单元体，通过建立平衡方程和给定边界条件，可得</a:t>
            </a:r>
            <a:r>
              <a:rPr lang="zh-CN" altLang="en-US" sz="2000" dirty="0">
                <a:solidFill>
                  <a:srgbClr val="0000FF"/>
                </a:solidFill>
                <a:latin typeface="华文中宋" panose="02010600040101010101" pitchFamily="2" charset="-122"/>
              </a:rPr>
              <a:t>一维雷诺方程</a:t>
            </a:r>
            <a:r>
              <a:rPr lang="zh-CN" altLang="en-US" sz="2000" dirty="0">
                <a:latin typeface="华文中宋" panose="02010600040101010101" pitchFamily="2" charset="-122"/>
              </a:rPr>
              <a:t>：</a:t>
            </a:r>
            <a:endParaRPr lang="zh-CN" altLang="en-US" sz="2000" dirty="0">
              <a:latin typeface="华文中宋" panose="02010600040101010101" pitchFamily="2" charset="-122"/>
            </a:endParaRPr>
          </a:p>
        </p:txBody>
      </p:sp>
      <p:sp>
        <p:nvSpPr>
          <p:cNvPr id="20490" name="文本框 20489"/>
          <p:cNvSpPr txBox="1">
            <a:spLocks noChangeArrowheads="1"/>
          </p:cNvSpPr>
          <p:nvPr/>
        </p:nvSpPr>
        <p:spPr bwMode="auto">
          <a:xfrm>
            <a:off x="395710" y="3933035"/>
            <a:ext cx="354647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000" dirty="0">
                <a:latin typeface="华文中宋" panose="02010600040101010101" pitchFamily="2" charset="-122"/>
              </a:rPr>
              <a:t>流体动力润滑的必要条件是： </a:t>
            </a:r>
            <a:endParaRPr lang="zh-CN" altLang="en-US" sz="2000" dirty="0">
              <a:latin typeface="华文中宋" panose="02010600040101010101" pitchFamily="2" charset="-122"/>
            </a:endParaRPr>
          </a:p>
        </p:txBody>
      </p:sp>
      <p:sp>
        <p:nvSpPr>
          <p:cNvPr id="20492" name="文本框 20491"/>
          <p:cNvSpPr txBox="1">
            <a:spLocks noChangeArrowheads="1"/>
          </p:cNvSpPr>
          <p:nvPr/>
        </p:nvSpPr>
        <p:spPr bwMode="auto">
          <a:xfrm>
            <a:off x="683730" y="4365065"/>
            <a:ext cx="506888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1400" dirty="0">
                <a:solidFill>
                  <a:srgbClr val="FF3300"/>
                </a:solidFill>
                <a:latin typeface="华文中宋" panose="02010600040101010101" pitchFamily="2" charset="-122"/>
              </a:rPr>
              <a:t>◆ </a:t>
            </a:r>
            <a:r>
              <a:rPr lang="zh-CN" altLang="en-US" sz="2000" dirty="0">
                <a:latin typeface="华文中宋" panose="02010600040101010101" pitchFamily="2" charset="-122"/>
              </a:rPr>
              <a:t>相对运动的两表面</a:t>
            </a:r>
            <a:r>
              <a:rPr lang="zh-CN" altLang="en-US" sz="2000" dirty="0" smtClean="0">
                <a:latin typeface="华文中宋" panose="02010600040101010101" pitchFamily="2" charset="-122"/>
              </a:rPr>
              <a:t>间形成收敛的楔形</a:t>
            </a:r>
            <a:r>
              <a:rPr lang="zh-CN" altLang="en-US" sz="2000" dirty="0">
                <a:latin typeface="华文中宋" panose="02010600040101010101" pitchFamily="2" charset="-122"/>
              </a:rPr>
              <a:t>空间。</a:t>
            </a:r>
            <a:endParaRPr lang="zh-CN" altLang="en-US" sz="2000" dirty="0">
              <a:latin typeface="华文中宋" panose="02010600040101010101" pitchFamily="2" charset="-122"/>
            </a:endParaRPr>
          </a:p>
        </p:txBody>
      </p:sp>
      <p:sp>
        <p:nvSpPr>
          <p:cNvPr id="20493" name="文本框 20492"/>
          <p:cNvSpPr txBox="1">
            <a:spLocks noChangeArrowheads="1"/>
          </p:cNvSpPr>
          <p:nvPr/>
        </p:nvSpPr>
        <p:spPr bwMode="auto">
          <a:xfrm>
            <a:off x="611725" y="5733160"/>
            <a:ext cx="4826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1400" dirty="0">
                <a:solidFill>
                  <a:srgbClr val="FF3300"/>
                </a:solidFill>
                <a:latin typeface="华文中宋" panose="02010600040101010101" pitchFamily="2" charset="-122"/>
              </a:rPr>
              <a:t>◆ </a:t>
            </a:r>
            <a:r>
              <a:rPr lang="zh-CN" altLang="en-US" sz="2000" dirty="0" smtClean="0">
                <a:latin typeface="华文中宋" panose="02010600040101010101" pitchFamily="2" charset="-122"/>
              </a:rPr>
              <a:t>润滑油必须有一定的黏度，供油要充分。 </a:t>
            </a:r>
            <a:endParaRPr lang="zh-CN" altLang="en-US" sz="2000" dirty="0">
              <a:latin typeface="华文中宋" panose="02010600040101010101" pitchFamily="2" charset="-122"/>
            </a:endParaRPr>
          </a:p>
        </p:txBody>
      </p:sp>
      <p:sp>
        <p:nvSpPr>
          <p:cNvPr id="20494" name="文本框 20493"/>
          <p:cNvSpPr txBox="1">
            <a:spLocks noChangeArrowheads="1"/>
          </p:cNvSpPr>
          <p:nvPr/>
        </p:nvSpPr>
        <p:spPr bwMode="auto">
          <a:xfrm>
            <a:off x="671089" y="4869100"/>
            <a:ext cx="8456612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1400" dirty="0">
                <a:solidFill>
                  <a:srgbClr val="FF3300"/>
                </a:solidFill>
                <a:latin typeface="华文中宋" panose="02010600040101010101" pitchFamily="2" charset="-122"/>
              </a:rPr>
              <a:t>◆ </a:t>
            </a:r>
            <a:r>
              <a:rPr lang="zh-CN" altLang="en-US" sz="2000" dirty="0" smtClean="0">
                <a:latin typeface="华文中宋" panose="02010600040101010101" pitchFamily="2" charset="-122"/>
              </a:rPr>
              <a:t>被</a:t>
            </a:r>
            <a:r>
              <a:rPr lang="zh-CN" altLang="en-US" sz="2000" dirty="0">
                <a:latin typeface="华文中宋" panose="02010600040101010101" pitchFamily="2" charset="-122"/>
              </a:rPr>
              <a:t>油膜分开</a:t>
            </a:r>
            <a:r>
              <a:rPr lang="zh-CN" altLang="en-US" sz="2000" dirty="0" smtClean="0">
                <a:latin typeface="华文中宋" panose="02010600040101010101" pitchFamily="2" charset="-122"/>
              </a:rPr>
              <a:t>的两表面必须有足够的相对滑动速度，其运动方向必须使润滑油自大口流进，从小口流出。</a:t>
            </a:r>
            <a:endParaRPr lang="zh-CN" altLang="en-US" sz="2000" dirty="0">
              <a:latin typeface="华文中宋" panose="02010600040101010101" pitchFamily="2" charset="-122"/>
            </a:endParaRPr>
          </a:p>
        </p:txBody>
      </p:sp>
      <p:sp>
        <p:nvSpPr>
          <p:cNvPr id="5133" name="文本框 20495"/>
          <p:cNvSpPr txBox="1">
            <a:spLocks noChangeArrowheads="1"/>
          </p:cNvSpPr>
          <p:nvPr/>
        </p:nvSpPr>
        <p:spPr bwMode="auto">
          <a:xfrm>
            <a:off x="7747000" y="5883275"/>
            <a:ext cx="1085850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/>
              <a:t>   </a:t>
            </a:r>
            <a:endParaRPr lang="en-US" altLang="zh-CN" sz="2000"/>
          </a:p>
        </p:txBody>
      </p:sp>
      <p:graphicFrame>
        <p:nvGraphicFramePr>
          <p:cNvPr id="2" name="对象 1">
            <a:hlinkClick r:id="" action="ppaction://ole?verb=1"/>
          </p:cNvPr>
          <p:cNvGraphicFramePr>
            <a:graphicFrameLocks noChangeAspect="1"/>
          </p:cNvGraphicFramePr>
          <p:nvPr/>
        </p:nvGraphicFramePr>
        <p:xfrm>
          <a:off x="1631950" y="2530475"/>
          <a:ext cx="2184400" cy="788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72" name="" r:id="rId5" imgW="1091565" imgH="393700" progId="Equation.KSEE3">
                  <p:embed/>
                </p:oleObj>
              </mc:Choice>
              <mc:Fallback>
                <p:oleObj name="" r:id="rId5" imgW="1091565" imgH="393700" progId="Equation.KSEE3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1950" y="2530475"/>
                        <a:ext cx="2184400" cy="788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57355"/>
          <p:cNvSpPr txBox="1">
            <a:spLocks noChangeArrowheads="1"/>
          </p:cNvSpPr>
          <p:nvPr/>
        </p:nvSpPr>
        <p:spPr bwMode="auto">
          <a:xfrm>
            <a:off x="107690" y="3501005"/>
            <a:ext cx="3557587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二、油膜承载机理</a:t>
            </a:r>
            <a:endParaRPr lang="zh-CN" altLang="en-US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5135" name="Picture 16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0625" y="1000125"/>
            <a:ext cx="3943350" cy="3471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36" name="直接连接符 6"/>
          <p:cNvSpPr>
            <a:spLocks noChangeShapeType="1"/>
          </p:cNvSpPr>
          <p:nvPr/>
        </p:nvSpPr>
        <p:spPr bwMode="auto">
          <a:xfrm>
            <a:off x="0" y="765175"/>
            <a:ext cx="9144000" cy="0"/>
          </a:xfrm>
          <a:prstGeom prst="line">
            <a:avLst/>
          </a:prstGeom>
          <a:noFill/>
          <a:ln w="28575">
            <a:solidFill>
              <a:srgbClr val="C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0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0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20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20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9" grpId="0"/>
      <p:bldP spid="20490" grpId="0"/>
      <p:bldP spid="20492" grpId="0"/>
      <p:bldP spid="20493" grpId="0"/>
      <p:bldP spid="20494" grpId="0"/>
      <p:bldP spid="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6776" name="Group 40"/>
          <p:cNvGrpSpPr/>
          <p:nvPr/>
        </p:nvGrpSpPr>
        <p:grpSpPr bwMode="auto">
          <a:xfrm>
            <a:off x="857250" y="1022350"/>
            <a:ext cx="8507413" cy="3543300"/>
            <a:chOff x="401" y="644"/>
            <a:chExt cx="5359" cy="2232"/>
          </a:xfrm>
        </p:grpSpPr>
        <p:sp>
          <p:nvSpPr>
            <p:cNvPr id="116742" name="Text Box 6"/>
            <p:cNvSpPr txBox="1">
              <a:spLocks noChangeArrowheads="1"/>
            </p:cNvSpPr>
            <p:nvPr/>
          </p:nvSpPr>
          <p:spPr bwMode="auto">
            <a:xfrm>
              <a:off x="401" y="644"/>
              <a:ext cx="5359" cy="2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>
                  <a:latin typeface="华文中宋" panose="02010600040101010101" pitchFamily="2" charset="-122"/>
                  <a:ea typeface="华文中宋" panose="02010600040101010101" pitchFamily="2" charset="-122"/>
                </a:rPr>
                <a:t>[</a:t>
              </a:r>
              <a:r>
                <a:rPr lang="zh-CN" altLang="en-US">
                  <a:solidFill>
                    <a:srgbClr val="FF00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例</a:t>
              </a:r>
              <a:r>
                <a:rPr lang="en-US" altLang="zh-CN">
                  <a:solidFill>
                    <a:srgbClr val="FF00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2</a:t>
              </a:r>
              <a:r>
                <a:rPr lang="en-US" altLang="zh-CN">
                  <a:latin typeface="华文中宋" panose="02010600040101010101" pitchFamily="2" charset="-122"/>
                  <a:ea typeface="华文中宋" panose="02010600040101010101" pitchFamily="2" charset="-122"/>
                </a:rPr>
                <a:t>] </a:t>
              </a:r>
              <a:r>
                <a:rPr lang="zh-CN" altLang="en-US">
                  <a:latin typeface="华文中宋" panose="02010600040101010101" pitchFamily="2" charset="-122"/>
                  <a:ea typeface="华文中宋" panose="02010600040101010101" pitchFamily="2" charset="-122"/>
                </a:rPr>
                <a:t>下列几种情况，哪个可能形成动压润滑？</a:t>
              </a:r>
              <a:endParaRPr lang="zh-CN" altLang="en-US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grpSp>
          <p:nvGrpSpPr>
            <p:cNvPr id="116756" name="Group 20"/>
            <p:cNvGrpSpPr/>
            <p:nvPr/>
          </p:nvGrpSpPr>
          <p:grpSpPr bwMode="auto">
            <a:xfrm>
              <a:off x="893" y="890"/>
              <a:ext cx="1554" cy="961"/>
              <a:chOff x="821" y="998"/>
              <a:chExt cx="1554" cy="961"/>
            </a:xfrm>
          </p:grpSpPr>
          <p:sp>
            <p:nvSpPr>
              <p:cNvPr id="116745" name="Freeform 9" descr="横虚线"/>
              <p:cNvSpPr/>
              <p:nvPr/>
            </p:nvSpPr>
            <p:spPr bwMode="auto">
              <a:xfrm>
                <a:off x="1257" y="1408"/>
                <a:ext cx="1069" cy="551"/>
              </a:xfrm>
              <a:custGeom>
                <a:avLst/>
                <a:gdLst>
                  <a:gd name="T0" fmla="*/ 0 w 1077"/>
                  <a:gd name="T1" fmla="*/ 0 h 492"/>
                  <a:gd name="T2" fmla="*/ 1077 w 1077"/>
                  <a:gd name="T3" fmla="*/ 0 h 492"/>
                  <a:gd name="T4" fmla="*/ 1069 w 1077"/>
                  <a:gd name="T5" fmla="*/ 117 h 492"/>
                  <a:gd name="T6" fmla="*/ 50 w 1077"/>
                  <a:gd name="T7" fmla="*/ 492 h 492"/>
                  <a:gd name="T8" fmla="*/ 0 w 1077"/>
                  <a:gd name="T9" fmla="*/ 0 h 4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77" h="492">
                    <a:moveTo>
                      <a:pt x="0" y="0"/>
                    </a:moveTo>
                    <a:lnTo>
                      <a:pt x="1077" y="0"/>
                    </a:lnTo>
                    <a:lnTo>
                      <a:pt x="1069" y="117"/>
                    </a:lnTo>
                    <a:lnTo>
                      <a:pt x="50" y="492"/>
                    </a:lnTo>
                    <a:lnTo>
                      <a:pt x="0" y="0"/>
                    </a:lnTo>
                    <a:close/>
                  </a:path>
                </a:pathLst>
              </a:custGeom>
              <a:pattFill prst="dashHorz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6743" name="Rectangle 7"/>
              <p:cNvSpPr>
                <a:spLocks noChangeArrowheads="1"/>
              </p:cNvSpPr>
              <p:nvPr/>
            </p:nvSpPr>
            <p:spPr bwMode="auto">
              <a:xfrm>
                <a:off x="1241" y="1350"/>
                <a:ext cx="1093" cy="56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6744" name="Rectangle 8"/>
              <p:cNvSpPr>
                <a:spLocks noChangeArrowheads="1"/>
              </p:cNvSpPr>
              <p:nvPr/>
            </p:nvSpPr>
            <p:spPr bwMode="auto">
              <a:xfrm rot="-1365211">
                <a:off x="1282" y="1742"/>
                <a:ext cx="1093" cy="56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6746" name="Line 10"/>
              <p:cNvSpPr>
                <a:spLocks noChangeShapeType="1"/>
              </p:cNvSpPr>
              <p:nvPr/>
            </p:nvSpPr>
            <p:spPr bwMode="auto">
              <a:xfrm>
                <a:off x="1524" y="1292"/>
                <a:ext cx="48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6747" name="Text Box 11"/>
              <p:cNvSpPr txBox="1">
                <a:spLocks noChangeArrowheads="1"/>
              </p:cNvSpPr>
              <p:nvPr/>
            </p:nvSpPr>
            <p:spPr bwMode="auto">
              <a:xfrm>
                <a:off x="1633" y="998"/>
                <a:ext cx="517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zh-CN" sz="2400">
                    <a:latin typeface="幼圆" panose="02010509060101010101" pitchFamily="49" charset="-122"/>
                  </a:rPr>
                  <a:t>v</a:t>
                </a:r>
                <a:r>
                  <a:rPr lang="en-US" altLang="zh-CN" sz="2400" baseline="-25000">
                    <a:latin typeface="幼圆" panose="02010509060101010101" pitchFamily="49" charset="-122"/>
                  </a:rPr>
                  <a:t>1</a:t>
                </a:r>
                <a:endParaRPr lang="en-US" altLang="zh-CN" sz="2400" baseline="-25000">
                  <a:latin typeface="幼圆" panose="02010509060101010101" pitchFamily="49" charset="-122"/>
                </a:endParaRPr>
              </a:p>
            </p:txBody>
          </p:sp>
          <p:sp>
            <p:nvSpPr>
              <p:cNvPr id="116753" name="Text Box 17"/>
              <p:cNvSpPr txBox="1">
                <a:spLocks noChangeArrowheads="1"/>
              </p:cNvSpPr>
              <p:nvPr/>
            </p:nvSpPr>
            <p:spPr bwMode="auto">
              <a:xfrm>
                <a:off x="821" y="1156"/>
                <a:ext cx="340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>
                    <a:latin typeface="幼圆" panose="02010509060101010101" pitchFamily="49" charset="-122"/>
                  </a:rPr>
                  <a:t>A.</a:t>
                </a:r>
                <a:endParaRPr lang="en-US" altLang="zh-CN">
                  <a:latin typeface="幼圆" panose="02010509060101010101" pitchFamily="49" charset="-122"/>
                </a:endParaRPr>
              </a:p>
            </p:txBody>
          </p:sp>
        </p:grpSp>
        <p:grpSp>
          <p:nvGrpSpPr>
            <p:cNvPr id="116755" name="Group 19"/>
            <p:cNvGrpSpPr/>
            <p:nvPr/>
          </p:nvGrpSpPr>
          <p:grpSpPr bwMode="auto">
            <a:xfrm>
              <a:off x="3108" y="890"/>
              <a:ext cx="1523" cy="961"/>
              <a:chOff x="3136" y="1039"/>
              <a:chExt cx="1523" cy="961"/>
            </a:xfrm>
          </p:grpSpPr>
          <p:sp>
            <p:nvSpPr>
              <p:cNvPr id="116748" name="Freeform 12" descr="横虚线"/>
              <p:cNvSpPr/>
              <p:nvPr/>
            </p:nvSpPr>
            <p:spPr bwMode="auto">
              <a:xfrm>
                <a:off x="3541" y="1449"/>
                <a:ext cx="1069" cy="551"/>
              </a:xfrm>
              <a:custGeom>
                <a:avLst/>
                <a:gdLst>
                  <a:gd name="T0" fmla="*/ 0 w 1077"/>
                  <a:gd name="T1" fmla="*/ 0 h 492"/>
                  <a:gd name="T2" fmla="*/ 1077 w 1077"/>
                  <a:gd name="T3" fmla="*/ 0 h 492"/>
                  <a:gd name="T4" fmla="*/ 1069 w 1077"/>
                  <a:gd name="T5" fmla="*/ 117 h 492"/>
                  <a:gd name="T6" fmla="*/ 50 w 1077"/>
                  <a:gd name="T7" fmla="*/ 492 h 492"/>
                  <a:gd name="T8" fmla="*/ 0 w 1077"/>
                  <a:gd name="T9" fmla="*/ 0 h 4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77" h="492">
                    <a:moveTo>
                      <a:pt x="0" y="0"/>
                    </a:moveTo>
                    <a:lnTo>
                      <a:pt x="1077" y="0"/>
                    </a:lnTo>
                    <a:lnTo>
                      <a:pt x="1069" y="117"/>
                    </a:lnTo>
                    <a:lnTo>
                      <a:pt x="50" y="492"/>
                    </a:lnTo>
                    <a:lnTo>
                      <a:pt x="0" y="0"/>
                    </a:lnTo>
                    <a:close/>
                  </a:path>
                </a:pathLst>
              </a:custGeom>
              <a:pattFill prst="dashHorz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6749" name="Rectangle 13"/>
              <p:cNvSpPr>
                <a:spLocks noChangeArrowheads="1"/>
              </p:cNvSpPr>
              <p:nvPr/>
            </p:nvSpPr>
            <p:spPr bwMode="auto">
              <a:xfrm>
                <a:off x="3525" y="1391"/>
                <a:ext cx="1093" cy="56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6750" name="Rectangle 14"/>
              <p:cNvSpPr>
                <a:spLocks noChangeArrowheads="1"/>
              </p:cNvSpPr>
              <p:nvPr/>
            </p:nvSpPr>
            <p:spPr bwMode="auto">
              <a:xfrm rot="-1365211">
                <a:off x="3566" y="1783"/>
                <a:ext cx="1093" cy="56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6751" name="Line 15"/>
              <p:cNvSpPr>
                <a:spLocks noChangeShapeType="1"/>
              </p:cNvSpPr>
              <p:nvPr/>
            </p:nvSpPr>
            <p:spPr bwMode="auto">
              <a:xfrm>
                <a:off x="3808" y="1333"/>
                <a:ext cx="48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none" w="med" len="lg"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6752" name="Text Box 16"/>
              <p:cNvSpPr txBox="1">
                <a:spLocks noChangeArrowheads="1"/>
              </p:cNvSpPr>
              <p:nvPr/>
            </p:nvSpPr>
            <p:spPr bwMode="auto">
              <a:xfrm>
                <a:off x="3917" y="1039"/>
                <a:ext cx="517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zh-CN" sz="2400">
                    <a:latin typeface="幼圆" panose="02010509060101010101" pitchFamily="49" charset="-122"/>
                  </a:rPr>
                  <a:t>v</a:t>
                </a:r>
                <a:r>
                  <a:rPr lang="en-US" altLang="zh-CN" sz="2400" baseline="-25000">
                    <a:latin typeface="幼圆" panose="02010509060101010101" pitchFamily="49" charset="-122"/>
                  </a:rPr>
                  <a:t>1</a:t>
                </a:r>
                <a:endParaRPr lang="en-US" altLang="zh-CN" sz="2400" baseline="-25000">
                  <a:latin typeface="幼圆" panose="02010509060101010101" pitchFamily="49" charset="-122"/>
                </a:endParaRPr>
              </a:p>
            </p:txBody>
          </p:sp>
          <p:sp>
            <p:nvSpPr>
              <p:cNvPr id="116754" name="Text Box 18"/>
              <p:cNvSpPr txBox="1">
                <a:spLocks noChangeArrowheads="1"/>
              </p:cNvSpPr>
              <p:nvPr/>
            </p:nvSpPr>
            <p:spPr bwMode="auto">
              <a:xfrm>
                <a:off x="3136" y="1202"/>
                <a:ext cx="340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>
                    <a:latin typeface="幼圆" panose="02010509060101010101" pitchFamily="49" charset="-122"/>
                  </a:rPr>
                  <a:t>B.</a:t>
                </a:r>
                <a:endParaRPr lang="en-US" altLang="zh-CN">
                  <a:latin typeface="幼圆" panose="02010509060101010101" pitchFamily="49" charset="-122"/>
                </a:endParaRPr>
              </a:p>
            </p:txBody>
          </p:sp>
        </p:grpSp>
        <p:grpSp>
          <p:nvGrpSpPr>
            <p:cNvPr id="116771" name="Group 35"/>
            <p:cNvGrpSpPr/>
            <p:nvPr/>
          </p:nvGrpSpPr>
          <p:grpSpPr bwMode="auto">
            <a:xfrm>
              <a:off x="893" y="1843"/>
              <a:ext cx="1513" cy="917"/>
              <a:chOff x="912" y="1942"/>
              <a:chExt cx="1513" cy="917"/>
            </a:xfrm>
          </p:grpSpPr>
          <p:sp>
            <p:nvSpPr>
              <p:cNvPr id="116758" name="Freeform 22" descr="横虚线"/>
              <p:cNvSpPr/>
              <p:nvPr/>
            </p:nvSpPr>
            <p:spPr bwMode="auto">
              <a:xfrm>
                <a:off x="1347" y="2352"/>
                <a:ext cx="1070" cy="444"/>
              </a:xfrm>
              <a:custGeom>
                <a:avLst/>
                <a:gdLst>
                  <a:gd name="T0" fmla="*/ 1 w 1070"/>
                  <a:gd name="T1" fmla="*/ 0 h 538"/>
                  <a:gd name="T2" fmla="*/ 1070 w 1070"/>
                  <a:gd name="T3" fmla="*/ 0 h 538"/>
                  <a:gd name="T4" fmla="*/ 1048 w 1070"/>
                  <a:gd name="T5" fmla="*/ 538 h 538"/>
                  <a:gd name="T6" fmla="*/ 0 w 1070"/>
                  <a:gd name="T7" fmla="*/ 528 h 538"/>
                  <a:gd name="T8" fmla="*/ 1 w 1070"/>
                  <a:gd name="T9" fmla="*/ 0 h 5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70" h="538">
                    <a:moveTo>
                      <a:pt x="1" y="0"/>
                    </a:moveTo>
                    <a:lnTo>
                      <a:pt x="1070" y="0"/>
                    </a:lnTo>
                    <a:lnTo>
                      <a:pt x="1048" y="538"/>
                    </a:lnTo>
                    <a:lnTo>
                      <a:pt x="0" y="528"/>
                    </a:lnTo>
                    <a:lnTo>
                      <a:pt x="1" y="0"/>
                    </a:lnTo>
                    <a:close/>
                  </a:path>
                </a:pathLst>
              </a:custGeom>
              <a:pattFill prst="dashHorz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6759" name="Rectangle 23"/>
              <p:cNvSpPr>
                <a:spLocks noChangeArrowheads="1"/>
              </p:cNvSpPr>
              <p:nvPr/>
            </p:nvSpPr>
            <p:spPr bwMode="auto">
              <a:xfrm>
                <a:off x="1332" y="2294"/>
                <a:ext cx="1093" cy="56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6760" name="Rectangle 24"/>
              <p:cNvSpPr>
                <a:spLocks noChangeArrowheads="1"/>
              </p:cNvSpPr>
              <p:nvPr/>
            </p:nvSpPr>
            <p:spPr bwMode="auto">
              <a:xfrm>
                <a:off x="1310" y="2803"/>
                <a:ext cx="1093" cy="56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6761" name="Line 25"/>
              <p:cNvSpPr>
                <a:spLocks noChangeShapeType="1"/>
              </p:cNvSpPr>
              <p:nvPr/>
            </p:nvSpPr>
            <p:spPr bwMode="auto">
              <a:xfrm>
                <a:off x="1615" y="2236"/>
                <a:ext cx="48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none" w="med" len="lg"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6762" name="Text Box 26"/>
              <p:cNvSpPr txBox="1">
                <a:spLocks noChangeArrowheads="1"/>
              </p:cNvSpPr>
              <p:nvPr/>
            </p:nvSpPr>
            <p:spPr bwMode="auto">
              <a:xfrm>
                <a:off x="1724" y="1942"/>
                <a:ext cx="517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zh-CN" sz="2400">
                    <a:latin typeface="幼圆" panose="02010509060101010101" pitchFamily="49" charset="-122"/>
                  </a:rPr>
                  <a:t>v</a:t>
                </a:r>
                <a:r>
                  <a:rPr lang="en-US" altLang="zh-CN" sz="2400" baseline="-25000">
                    <a:latin typeface="幼圆" panose="02010509060101010101" pitchFamily="49" charset="-122"/>
                  </a:rPr>
                  <a:t>1</a:t>
                </a:r>
                <a:endParaRPr lang="en-US" altLang="zh-CN" sz="2400" baseline="-25000">
                  <a:latin typeface="幼圆" panose="02010509060101010101" pitchFamily="49" charset="-122"/>
                </a:endParaRPr>
              </a:p>
            </p:txBody>
          </p:sp>
          <p:sp>
            <p:nvSpPr>
              <p:cNvPr id="116763" name="Text Box 27"/>
              <p:cNvSpPr txBox="1">
                <a:spLocks noChangeArrowheads="1"/>
              </p:cNvSpPr>
              <p:nvPr/>
            </p:nvSpPr>
            <p:spPr bwMode="auto">
              <a:xfrm>
                <a:off x="912" y="2100"/>
                <a:ext cx="340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>
                    <a:latin typeface="幼圆" panose="02010509060101010101" pitchFamily="49" charset="-122"/>
                  </a:rPr>
                  <a:t>C.</a:t>
                </a:r>
                <a:endParaRPr lang="en-US" altLang="zh-CN">
                  <a:latin typeface="幼圆" panose="02010509060101010101" pitchFamily="49" charset="-122"/>
                </a:endParaRPr>
              </a:p>
            </p:txBody>
          </p:sp>
        </p:grpSp>
        <p:grpSp>
          <p:nvGrpSpPr>
            <p:cNvPr id="116772" name="Group 36"/>
            <p:cNvGrpSpPr/>
            <p:nvPr/>
          </p:nvGrpSpPr>
          <p:grpSpPr bwMode="auto">
            <a:xfrm>
              <a:off x="3108" y="2083"/>
              <a:ext cx="1563" cy="793"/>
              <a:chOff x="3108" y="2182"/>
              <a:chExt cx="1563" cy="793"/>
            </a:xfrm>
          </p:grpSpPr>
          <p:sp>
            <p:nvSpPr>
              <p:cNvPr id="116765" name="Freeform 29" descr="横虚线"/>
              <p:cNvSpPr/>
              <p:nvPr/>
            </p:nvSpPr>
            <p:spPr bwMode="auto">
              <a:xfrm>
                <a:off x="3513" y="2303"/>
                <a:ext cx="1069" cy="551"/>
              </a:xfrm>
              <a:custGeom>
                <a:avLst/>
                <a:gdLst>
                  <a:gd name="T0" fmla="*/ 0 w 1077"/>
                  <a:gd name="T1" fmla="*/ 0 h 492"/>
                  <a:gd name="T2" fmla="*/ 1077 w 1077"/>
                  <a:gd name="T3" fmla="*/ 0 h 492"/>
                  <a:gd name="T4" fmla="*/ 1069 w 1077"/>
                  <a:gd name="T5" fmla="*/ 117 h 492"/>
                  <a:gd name="T6" fmla="*/ 50 w 1077"/>
                  <a:gd name="T7" fmla="*/ 492 h 492"/>
                  <a:gd name="T8" fmla="*/ 0 w 1077"/>
                  <a:gd name="T9" fmla="*/ 0 h 4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77" h="492">
                    <a:moveTo>
                      <a:pt x="0" y="0"/>
                    </a:moveTo>
                    <a:lnTo>
                      <a:pt x="1077" y="0"/>
                    </a:lnTo>
                    <a:lnTo>
                      <a:pt x="1069" y="117"/>
                    </a:lnTo>
                    <a:lnTo>
                      <a:pt x="50" y="492"/>
                    </a:lnTo>
                    <a:lnTo>
                      <a:pt x="0" y="0"/>
                    </a:lnTo>
                    <a:close/>
                  </a:path>
                </a:pathLst>
              </a:custGeom>
              <a:pattFill prst="dashHorz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6766" name="Rectangle 30"/>
              <p:cNvSpPr>
                <a:spLocks noChangeArrowheads="1"/>
              </p:cNvSpPr>
              <p:nvPr/>
            </p:nvSpPr>
            <p:spPr bwMode="auto">
              <a:xfrm>
                <a:off x="3497" y="2245"/>
                <a:ext cx="1093" cy="56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6767" name="Rectangle 31"/>
              <p:cNvSpPr>
                <a:spLocks noChangeArrowheads="1"/>
              </p:cNvSpPr>
              <p:nvPr/>
            </p:nvSpPr>
            <p:spPr bwMode="auto">
              <a:xfrm rot="-1365211">
                <a:off x="3538" y="2637"/>
                <a:ext cx="1093" cy="56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6768" name="Line 32"/>
              <p:cNvSpPr>
                <a:spLocks noChangeShapeType="1"/>
              </p:cNvSpPr>
              <p:nvPr/>
            </p:nvSpPr>
            <p:spPr bwMode="auto">
              <a:xfrm>
                <a:off x="4064" y="2753"/>
                <a:ext cx="48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none" w="med" len="lg"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6769" name="Text Box 33"/>
              <p:cNvSpPr txBox="1">
                <a:spLocks noChangeArrowheads="1"/>
              </p:cNvSpPr>
              <p:nvPr/>
            </p:nvSpPr>
            <p:spPr bwMode="auto">
              <a:xfrm>
                <a:off x="4154" y="2687"/>
                <a:ext cx="517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zh-CN" sz="2400">
                    <a:latin typeface="幼圆" panose="02010509060101010101" pitchFamily="49" charset="-122"/>
                  </a:rPr>
                  <a:t>v</a:t>
                </a:r>
                <a:r>
                  <a:rPr lang="en-US" altLang="zh-CN" sz="2400" baseline="-25000">
                    <a:latin typeface="幼圆" panose="02010509060101010101" pitchFamily="49" charset="-122"/>
                  </a:rPr>
                  <a:t>1</a:t>
                </a:r>
                <a:endParaRPr lang="en-US" altLang="zh-CN" sz="2400" baseline="-25000">
                  <a:latin typeface="幼圆" panose="02010509060101010101" pitchFamily="49" charset="-122"/>
                </a:endParaRPr>
              </a:p>
            </p:txBody>
          </p:sp>
          <p:sp>
            <p:nvSpPr>
              <p:cNvPr id="116770" name="Text Box 34"/>
              <p:cNvSpPr txBox="1">
                <a:spLocks noChangeArrowheads="1"/>
              </p:cNvSpPr>
              <p:nvPr/>
            </p:nvSpPr>
            <p:spPr bwMode="auto">
              <a:xfrm>
                <a:off x="3108" y="2182"/>
                <a:ext cx="340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>
                    <a:latin typeface="幼圆" panose="02010509060101010101" pitchFamily="49" charset="-122"/>
                  </a:rPr>
                  <a:t>D.</a:t>
                </a:r>
                <a:endParaRPr lang="en-US" altLang="zh-CN">
                  <a:latin typeface="幼圆" panose="02010509060101010101" pitchFamily="49" charset="-122"/>
                </a:endParaRPr>
              </a:p>
            </p:txBody>
          </p:sp>
        </p:grpSp>
      </p:grpSp>
      <p:sp>
        <p:nvSpPr>
          <p:cNvPr id="116777" name="Text Box 41"/>
          <p:cNvSpPr txBox="1">
            <a:spLocks noChangeArrowheads="1"/>
          </p:cNvSpPr>
          <p:nvPr/>
        </p:nvSpPr>
        <p:spPr bwMode="auto">
          <a:xfrm>
            <a:off x="395923" y="4869180"/>
            <a:ext cx="8294687" cy="14204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622300" indent="-6223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200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8107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[</a:t>
            </a:r>
            <a:r>
              <a:rPr lang="zh-CN" altLang="en-US" sz="2400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解</a:t>
            </a:r>
            <a:r>
              <a:rPr lang="en-US" altLang="zh-CN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] </a:t>
            </a:r>
            <a:r>
              <a:rPr lang="zh-CN" altLang="en-US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要形成液体动力润滑相对运动的两板必须形成收敛形间隙，图中</a:t>
            </a:r>
            <a:r>
              <a:rPr lang="en-US" altLang="zh-CN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A</a:t>
            </a:r>
            <a:r>
              <a:rPr lang="zh-CN" altLang="en-US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、</a:t>
            </a:r>
            <a:r>
              <a:rPr lang="en-US" altLang="zh-CN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D</a:t>
            </a:r>
            <a:r>
              <a:rPr lang="zh-CN" altLang="en-US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为发散形间隙，</a:t>
            </a:r>
            <a:r>
              <a:rPr lang="en-US" altLang="zh-CN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C</a:t>
            </a:r>
            <a:r>
              <a:rPr lang="zh-CN" altLang="en-US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为两平行板，只有</a:t>
            </a:r>
            <a:r>
              <a:rPr lang="en-US" altLang="zh-CN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B</a:t>
            </a:r>
            <a:r>
              <a:rPr lang="zh-CN" altLang="en-US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为收敛形间隙，故</a:t>
            </a:r>
            <a:r>
              <a:rPr lang="en-US" altLang="zh-CN" sz="2400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B</a:t>
            </a:r>
            <a:r>
              <a:rPr lang="zh-CN" altLang="en-US" sz="2400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可能形成动压润滑</a:t>
            </a:r>
            <a:r>
              <a:rPr lang="zh-CN" altLang="en-US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。</a:t>
            </a:r>
            <a:endParaRPr lang="zh-CN" altLang="en-US" sz="24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49163" name="直接连接符 6"/>
          <p:cNvSpPr>
            <a:spLocks noChangeShapeType="1"/>
          </p:cNvSpPr>
          <p:nvPr/>
        </p:nvSpPr>
        <p:spPr bwMode="auto">
          <a:xfrm>
            <a:off x="0" y="765175"/>
            <a:ext cx="9144000" cy="0"/>
          </a:xfrm>
          <a:prstGeom prst="line">
            <a:avLst/>
          </a:prstGeom>
          <a:noFill/>
          <a:ln w="28575">
            <a:solidFill>
              <a:srgbClr val="C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p>
            <a:endParaRPr lang="zh-CN" altLang="en-US"/>
          </a:p>
        </p:txBody>
      </p:sp>
      <p:sp>
        <p:nvSpPr>
          <p:cNvPr id="3" name="Rectangle 2"/>
          <p:cNvSpPr>
            <a:spLocks noGrp="1" noChangeArrowheads="1"/>
          </p:cNvSpPr>
          <p:nvPr/>
        </p:nvSpPr>
        <p:spPr bwMode="auto">
          <a:xfrm>
            <a:off x="2195830" y="188595"/>
            <a:ext cx="6781165" cy="49022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kumimoji="1" lang="en-US" altLang="zh-CN" sz="3000" kern="1200" dirty="0" smtClean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3.6-12 </a:t>
            </a:r>
            <a:r>
              <a:rPr kumimoji="1" lang="zh-CN" altLang="en-US" sz="3000" kern="1200" dirty="0" smtClean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流体润滑滑动轴承的润滑机理</a:t>
            </a:r>
            <a:endParaRPr kumimoji="1" lang="zh-CN" altLang="en-US" sz="3000" kern="1200" dirty="0" smtClean="0">
              <a:solidFill>
                <a:srgbClr val="CC3300"/>
              </a:solidFill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6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167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777" grpId="0" bldLvl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124075" y="188595"/>
            <a:ext cx="7128510" cy="490855"/>
          </a:xfr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eaLnBrk="1" hangingPunct="1">
              <a:defRPr/>
            </a:pPr>
            <a:r>
              <a:rPr kumimoji="1" lang="en-US" altLang="zh-CN" sz="3000" kern="1200" dirty="0" smtClean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3.6-12 </a:t>
            </a:r>
            <a:r>
              <a:rPr lang="zh-CN" altLang="en-US" sz="3000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流体润滑滑动轴承的润滑机理</a:t>
            </a:r>
            <a:endParaRPr kumimoji="1" lang="zh-CN" altLang="en-US" sz="3000" kern="1200" dirty="0" smtClean="0">
              <a:solidFill>
                <a:srgbClr val="CC3300"/>
              </a:solidFill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pic>
        <p:nvPicPr>
          <p:cNvPr id="49155" name="Picture 74" descr="back1">
            <a:hlinkClick r:id="" action="ppaction://hlinkshowjump?jump=previousslide"/>
          </p:cNvPr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3000" y="6523038"/>
            <a:ext cx="287338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9156" name="Picture 73" descr="rewind1">
            <a:hlinkClick r:id="rId2" action="ppaction://hlinksldjump"/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55013" y="6523038"/>
            <a:ext cx="287337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13" name="文本框 21512"/>
          <p:cNvSpPr txBox="1">
            <a:spLocks noChangeArrowheads="1"/>
          </p:cNvSpPr>
          <p:nvPr/>
        </p:nvSpPr>
        <p:spPr bwMode="auto">
          <a:xfrm>
            <a:off x="251700" y="836820"/>
            <a:ext cx="660844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三、径向滑动轴承形成流体动力润滑的过程</a:t>
            </a:r>
            <a:endParaRPr lang="zh-CN" altLang="en-US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1514" name="文本框 21513"/>
          <p:cNvSpPr txBox="1">
            <a:spLocks noChangeArrowheads="1"/>
          </p:cNvSpPr>
          <p:nvPr/>
        </p:nvSpPr>
        <p:spPr bwMode="auto">
          <a:xfrm>
            <a:off x="409575" y="3973513"/>
            <a:ext cx="8647113" cy="430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1400" dirty="0">
                <a:solidFill>
                  <a:srgbClr val="FF3300"/>
                </a:solidFill>
                <a:latin typeface="华文中宋" panose="02010600040101010101" pitchFamily="2" charset="-122"/>
              </a:rPr>
              <a:t>◆ </a:t>
            </a:r>
            <a:r>
              <a:rPr lang="zh-CN" altLang="en-US" sz="2000" dirty="0">
                <a:latin typeface="Times New Roman" panose="02020603050405020304" pitchFamily="18" charset="0"/>
              </a:rPr>
              <a:t>轴承的孔径</a:t>
            </a:r>
            <a:r>
              <a:rPr lang="en-US" altLang="zh-CN" sz="2000" b="1" i="1" dirty="0">
                <a:latin typeface="Times New Roman" panose="02020603050405020304" pitchFamily="18" charset="0"/>
              </a:rPr>
              <a:t>D</a:t>
            </a:r>
            <a:r>
              <a:rPr lang="zh-CN" altLang="en-US" sz="2000" dirty="0">
                <a:latin typeface="Times New Roman" panose="02020603050405020304" pitchFamily="18" charset="0"/>
              </a:rPr>
              <a:t>和轴颈的直径</a:t>
            </a:r>
            <a:r>
              <a:rPr lang="en-US" altLang="zh-CN" sz="2000" b="1" i="1" dirty="0">
                <a:latin typeface="Times New Roman" panose="02020603050405020304" pitchFamily="18" charset="0"/>
              </a:rPr>
              <a:t>d</a:t>
            </a:r>
            <a:r>
              <a:rPr lang="zh-CN" altLang="en-US" sz="2000" dirty="0">
                <a:latin typeface="Times New Roman" panose="02020603050405020304" pitchFamily="18" charset="0"/>
              </a:rPr>
              <a:t>名义尺寸相等；直径间隙</a:t>
            </a:r>
            <a:r>
              <a:rPr lang="en-US" altLang="zh-CN" sz="2000" b="1" dirty="0">
                <a:latin typeface="Times New Roman" panose="02020603050405020304" pitchFamily="18" charset="0"/>
              </a:rPr>
              <a:t>Δ</a:t>
            </a:r>
            <a:r>
              <a:rPr lang="zh-CN" altLang="en-US" sz="2000" dirty="0">
                <a:latin typeface="Times New Roman" panose="02020603050405020304" pitchFamily="18" charset="0"/>
              </a:rPr>
              <a:t>是公差形成的。</a:t>
            </a:r>
            <a:endParaRPr lang="zh-CN" altLang="en-US" sz="2000" dirty="0">
              <a:latin typeface="Times New Roman" panose="02020603050405020304" pitchFamily="18" charset="0"/>
            </a:endParaRPr>
          </a:p>
        </p:txBody>
      </p:sp>
      <p:sp>
        <p:nvSpPr>
          <p:cNvPr id="21515" name="文本框 21514"/>
          <p:cNvSpPr txBox="1">
            <a:spLocks noChangeArrowheads="1"/>
          </p:cNvSpPr>
          <p:nvPr/>
        </p:nvSpPr>
        <p:spPr bwMode="auto">
          <a:xfrm>
            <a:off x="409575" y="4459288"/>
            <a:ext cx="8647113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1400">
                <a:solidFill>
                  <a:srgbClr val="FF3300"/>
                </a:solidFill>
                <a:latin typeface="华文中宋" panose="02010600040101010101" pitchFamily="2" charset="-122"/>
              </a:rPr>
              <a:t>◆ </a:t>
            </a:r>
            <a:r>
              <a:rPr lang="zh-CN" altLang="en-US" sz="2000">
                <a:latin typeface="Times New Roman" panose="02020603050405020304" pitchFamily="18" charset="0"/>
              </a:rPr>
              <a:t>轴颈上作用的液体压力与</a:t>
            </a:r>
            <a:r>
              <a:rPr lang="en-US" altLang="zh-CN" sz="2000" b="1" i="1">
                <a:latin typeface="Times New Roman" panose="02020603050405020304" pitchFamily="18" charset="0"/>
              </a:rPr>
              <a:t>F</a:t>
            </a:r>
            <a:r>
              <a:rPr lang="zh-CN" altLang="en-US" sz="2000">
                <a:latin typeface="Times New Roman" panose="02020603050405020304" pitchFamily="18" charset="0"/>
              </a:rPr>
              <a:t>相平衡，在与</a:t>
            </a:r>
            <a:r>
              <a:rPr lang="en-US" altLang="zh-CN" sz="2000" b="1" i="1">
                <a:latin typeface="Times New Roman" panose="02020603050405020304" pitchFamily="18" charset="0"/>
              </a:rPr>
              <a:t>F</a:t>
            </a:r>
            <a:r>
              <a:rPr lang="zh-CN" altLang="en-US" sz="2000">
                <a:latin typeface="Times New Roman" panose="02020603050405020304" pitchFamily="18" charset="0"/>
              </a:rPr>
              <a:t>垂直的方向，合力为零。</a:t>
            </a:r>
            <a:endParaRPr lang="zh-CN" altLang="en-US" sz="2000">
              <a:latin typeface="Times New Roman" panose="02020603050405020304" pitchFamily="18" charset="0"/>
            </a:endParaRPr>
          </a:p>
        </p:txBody>
      </p:sp>
      <p:sp>
        <p:nvSpPr>
          <p:cNvPr id="21516" name="文本框 21515"/>
          <p:cNvSpPr txBox="1">
            <a:spLocks noChangeArrowheads="1"/>
          </p:cNvSpPr>
          <p:nvPr/>
        </p:nvSpPr>
        <p:spPr bwMode="auto">
          <a:xfrm>
            <a:off x="409575" y="4945063"/>
            <a:ext cx="8288338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1400" dirty="0">
                <a:solidFill>
                  <a:srgbClr val="FF3300"/>
                </a:solidFill>
                <a:latin typeface="华文中宋" panose="02010600040101010101" pitchFamily="2" charset="-122"/>
              </a:rPr>
              <a:t>◆ </a:t>
            </a:r>
            <a:r>
              <a:rPr lang="zh-CN" altLang="en-US" sz="2000" dirty="0">
                <a:latin typeface="Times New Roman" panose="02020603050405020304" pitchFamily="18" charset="0"/>
              </a:rPr>
              <a:t>轴颈最终的平衡位置可用</a:t>
            </a:r>
            <a:r>
              <a:rPr lang="en-US" altLang="zh-CN" sz="2000" b="1" i="1" dirty="0" err="1">
                <a:latin typeface="Times New Roman" panose="02020603050405020304" pitchFamily="18" charset="0"/>
              </a:rPr>
              <a:t>φ</a:t>
            </a:r>
            <a:r>
              <a:rPr lang="en-US" altLang="zh-CN" sz="2000" b="1" i="1" baseline="-25000" dirty="0" err="1">
                <a:latin typeface="Times New Roman" panose="02020603050405020304" pitchFamily="18" charset="0"/>
              </a:rPr>
              <a:t>a</a:t>
            </a:r>
            <a:r>
              <a:rPr lang="zh-CN" altLang="en-US" sz="2000" dirty="0">
                <a:latin typeface="Times New Roman" panose="02020603050405020304" pitchFamily="18" charset="0"/>
              </a:rPr>
              <a:t>和偏心距</a:t>
            </a:r>
            <a:r>
              <a:rPr lang="en-US" altLang="zh-CN" sz="2000" b="1" i="1" dirty="0">
                <a:latin typeface="Times New Roman" panose="02020603050405020304" pitchFamily="18" charset="0"/>
              </a:rPr>
              <a:t>e</a:t>
            </a:r>
            <a:r>
              <a:rPr lang="zh-CN" altLang="en-US" sz="2000" dirty="0">
                <a:latin typeface="Times New Roman" panose="02020603050405020304" pitchFamily="18" charset="0"/>
              </a:rPr>
              <a:t>来表示。</a:t>
            </a:r>
            <a:endParaRPr lang="zh-CN" altLang="en-US" sz="2000" dirty="0">
              <a:latin typeface="Times New Roman" panose="02020603050405020304" pitchFamily="18" charset="0"/>
            </a:endParaRPr>
          </a:p>
        </p:txBody>
      </p:sp>
      <p:sp>
        <p:nvSpPr>
          <p:cNvPr id="21517" name="文本框 21516"/>
          <p:cNvSpPr txBox="1">
            <a:spLocks noChangeArrowheads="1"/>
          </p:cNvSpPr>
          <p:nvPr/>
        </p:nvSpPr>
        <p:spPr bwMode="auto">
          <a:xfrm>
            <a:off x="409575" y="5430838"/>
            <a:ext cx="8647113" cy="430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1400" dirty="0">
                <a:solidFill>
                  <a:srgbClr val="FF3300"/>
                </a:solidFill>
                <a:latin typeface="Times New Roman" panose="02020603050405020304" pitchFamily="18" charset="0"/>
              </a:rPr>
              <a:t>◆ </a:t>
            </a:r>
            <a:r>
              <a:rPr lang="zh-CN" altLang="en-US" sz="2000" dirty="0">
                <a:latin typeface="Times New Roman" panose="02020603050405020304" pitchFamily="18" charset="0"/>
              </a:rPr>
              <a:t>轴承工作能力取决于</a:t>
            </a:r>
            <a:r>
              <a:rPr lang="en-US" altLang="zh-CN" sz="2000" b="1" i="1" dirty="0" err="1">
                <a:latin typeface="Times New Roman" panose="02020603050405020304" pitchFamily="18" charset="0"/>
              </a:rPr>
              <a:t>h</a:t>
            </a:r>
            <a:r>
              <a:rPr lang="en-US" altLang="zh-CN" sz="2000" b="1" baseline="-30000" dirty="0" err="1">
                <a:latin typeface="Times New Roman" panose="02020603050405020304" pitchFamily="18" charset="0"/>
              </a:rPr>
              <a:t>min</a:t>
            </a:r>
            <a:r>
              <a:rPr lang="zh-CN" altLang="en-US" sz="2000" dirty="0">
                <a:latin typeface="Times New Roman" panose="02020603050405020304" pitchFamily="18" charset="0"/>
              </a:rPr>
              <a:t>，它与</a:t>
            </a:r>
            <a:r>
              <a:rPr lang="en-US" altLang="zh-CN" sz="2000" b="1" i="1" dirty="0">
                <a:latin typeface="Times New Roman" panose="02020603050405020304" pitchFamily="18" charset="0"/>
              </a:rPr>
              <a:t>η</a:t>
            </a:r>
            <a:r>
              <a:rPr lang="zh-CN" altLang="en-US" sz="2000" dirty="0">
                <a:latin typeface="Times New Roman" panose="02020603050405020304" pitchFamily="18" charset="0"/>
              </a:rPr>
              <a:t>、</a:t>
            </a:r>
            <a:r>
              <a:rPr lang="en-US" altLang="zh-CN" sz="2000" b="1" i="1" dirty="0">
                <a:latin typeface="Times New Roman" panose="02020603050405020304" pitchFamily="18" charset="0"/>
              </a:rPr>
              <a:t>ω</a:t>
            </a:r>
            <a:r>
              <a:rPr lang="zh-CN" altLang="en-US" sz="2000" dirty="0">
                <a:latin typeface="Times New Roman" panose="02020603050405020304" pitchFamily="18" charset="0"/>
              </a:rPr>
              <a:t>、</a:t>
            </a:r>
            <a:r>
              <a:rPr lang="en-US" altLang="zh-CN" sz="2000" b="1" dirty="0">
                <a:latin typeface="Times New Roman" panose="02020603050405020304" pitchFamily="18" charset="0"/>
              </a:rPr>
              <a:t>Δ</a:t>
            </a:r>
            <a:r>
              <a:rPr lang="zh-CN" altLang="en-US" sz="2000" dirty="0">
                <a:latin typeface="Times New Roman" panose="02020603050405020304" pitchFamily="18" charset="0"/>
              </a:rPr>
              <a:t>和</a:t>
            </a:r>
            <a:r>
              <a:rPr lang="en-US" altLang="zh-CN" sz="2000" b="1" i="1" dirty="0">
                <a:latin typeface="Times New Roman" panose="02020603050405020304" pitchFamily="18" charset="0"/>
              </a:rPr>
              <a:t>F</a:t>
            </a:r>
            <a:r>
              <a:rPr lang="zh-CN" altLang="en-US" sz="2000" dirty="0">
                <a:latin typeface="Times New Roman" panose="02020603050405020304" pitchFamily="18" charset="0"/>
              </a:rPr>
              <a:t>等有关，应保证</a:t>
            </a:r>
            <a:r>
              <a:rPr lang="en-US" altLang="zh-CN" sz="2000" b="1" i="1" dirty="0" err="1">
                <a:latin typeface="Times New Roman" panose="02020603050405020304" pitchFamily="18" charset="0"/>
              </a:rPr>
              <a:t>h</a:t>
            </a:r>
            <a:r>
              <a:rPr lang="en-US" altLang="zh-CN" sz="2000" b="1" baseline="-30000" dirty="0" err="1">
                <a:latin typeface="Times New Roman" panose="02020603050405020304" pitchFamily="18" charset="0"/>
              </a:rPr>
              <a:t>min</a:t>
            </a:r>
            <a:r>
              <a:rPr lang="en-US" altLang="zh-CN" sz="2000" b="1" dirty="0">
                <a:latin typeface="Times New Roman" panose="02020603050405020304" pitchFamily="18" charset="0"/>
              </a:rPr>
              <a:t>≥[</a:t>
            </a:r>
            <a:r>
              <a:rPr lang="en-US" altLang="zh-CN" sz="2000" b="1" i="1" dirty="0">
                <a:latin typeface="Times New Roman" panose="02020603050405020304" pitchFamily="18" charset="0"/>
              </a:rPr>
              <a:t>h</a:t>
            </a:r>
            <a:r>
              <a:rPr lang="en-US" altLang="zh-CN" sz="2000" b="1" dirty="0">
                <a:latin typeface="Times New Roman" panose="02020603050405020304" pitchFamily="18" charset="0"/>
              </a:rPr>
              <a:t>]</a:t>
            </a:r>
            <a:r>
              <a:rPr lang="zh-CN" altLang="en-US" sz="2000" dirty="0">
                <a:latin typeface="Times New Roman" panose="02020603050405020304" pitchFamily="18" charset="0"/>
              </a:rPr>
              <a:t>。</a:t>
            </a:r>
            <a:endParaRPr lang="zh-CN" altLang="en-US" sz="2000" dirty="0">
              <a:latin typeface="Times New Roman" panose="02020603050405020304" pitchFamily="18" charset="0"/>
            </a:endParaRPr>
          </a:p>
        </p:txBody>
      </p:sp>
      <p:pic>
        <p:nvPicPr>
          <p:cNvPr id="65546" name="Picture 1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260"/>
          <a:stretch>
            <a:fillRect/>
          </a:stretch>
        </p:blipFill>
        <p:spPr bwMode="auto">
          <a:xfrm>
            <a:off x="500063" y="1357313"/>
            <a:ext cx="8335962" cy="242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9163" name="直接连接符 6"/>
          <p:cNvSpPr>
            <a:spLocks noChangeShapeType="1"/>
          </p:cNvSpPr>
          <p:nvPr/>
        </p:nvSpPr>
        <p:spPr bwMode="auto">
          <a:xfrm>
            <a:off x="0" y="765175"/>
            <a:ext cx="9144000" cy="0"/>
          </a:xfrm>
          <a:prstGeom prst="line">
            <a:avLst/>
          </a:prstGeom>
          <a:noFill/>
          <a:ln w="28575">
            <a:solidFill>
              <a:srgbClr val="C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1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1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1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21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21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13" grpId="0"/>
      <p:bldP spid="21514" grpId="0"/>
      <p:bldP spid="21515" grpId="0"/>
      <p:bldP spid="21516" grpId="0"/>
      <p:bldP spid="21517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79" name="Picture 75" descr="NEXT1">
            <a:hlinkClick r:id="" action="ppaction://hlinkshowjump?jump=nextslide"/>
          </p:cNvPr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42363" y="6523038"/>
            <a:ext cx="287337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0180" name="Picture 73" descr="rewind1">
            <a:hlinkClick r:id="rId2" action="ppaction://hlinksldjump"/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55013" y="6523038"/>
            <a:ext cx="287337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2466" name="文本框 57355"/>
          <p:cNvSpPr txBox="1">
            <a:spLocks noChangeArrowheads="1"/>
          </p:cNvSpPr>
          <p:nvPr/>
        </p:nvSpPr>
        <p:spPr bwMode="auto">
          <a:xfrm>
            <a:off x="169863" y="833438"/>
            <a:ext cx="4440237" cy="429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四、径向滑动轴承的主要几何关系</a:t>
            </a:r>
            <a:endParaRPr lang="zh-CN" altLang="en-US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538" name="文本框 22537"/>
              <p:cNvSpPr txBox="1">
                <a:spLocks noChangeArrowheads="1"/>
              </p:cNvSpPr>
              <p:nvPr/>
            </p:nvSpPr>
            <p:spPr bwMode="auto">
              <a:xfrm>
                <a:off x="539720" y="1412860"/>
                <a:ext cx="4552950" cy="3079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 eaLnBrk="0" hangingPunct="0"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  <a:ea typeface="华文中宋" panose="02010600040101010101" pitchFamily="2" charset="-122"/>
                  </a:defRPr>
                </a:lvl1pPr>
                <a:lvl2pPr marL="742950" indent="-285750" eaLnBrk="0" hangingPunct="0"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  <a:ea typeface="华文中宋" panose="02010600040101010101" pitchFamily="2" charset="-122"/>
                  </a:defRPr>
                </a:lvl2pPr>
                <a:lvl3pPr marL="1143000" indent="-228600" eaLnBrk="0" hangingPunct="0"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  <a:ea typeface="华文中宋" panose="02010600040101010101" pitchFamily="2" charset="-122"/>
                  </a:defRPr>
                </a:lvl3pPr>
                <a:lvl4pPr marL="1600200" indent="-228600" eaLnBrk="0" hangingPunct="0"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  <a:ea typeface="华文中宋" panose="02010600040101010101" pitchFamily="2" charset="-122"/>
                  </a:defRPr>
                </a:lvl4pPr>
                <a:lvl5pPr marL="2057400" indent="-228600" eaLnBrk="0" hangingPunct="0"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  <a:ea typeface="华文中宋" panose="0201060004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000" dirty="0">
                    <a:solidFill>
                      <a:srgbClr val="000099"/>
                    </a:solidFill>
                    <a:latin typeface="Times New Roman" panose="02020603050405020304" pitchFamily="18" charset="0"/>
                  </a:rPr>
                  <a:t>最小油膜厚度：</a:t>
                </a:r>
                <a:r>
                  <a:rPr lang="en-US" altLang="zh-CN" sz="2000" b="1" i="1" dirty="0" err="1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h</a:t>
                </a:r>
                <a:r>
                  <a:rPr lang="en-US" altLang="zh-CN" sz="2000" b="1" baseline="-30000" dirty="0" err="1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min</a:t>
                </a:r>
                <a:r>
                  <a:rPr lang="en-US" altLang="zh-CN" sz="2000" b="1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= </a:t>
                </a:r>
                <a:r>
                  <a:rPr lang="en-US" altLang="zh-CN" sz="2000" b="1" i="1" dirty="0">
                    <a:solidFill>
                      <a:srgbClr val="0000FF"/>
                    </a:solidFill>
                    <a:latin typeface="Times New Roman" panose="02020603050405020304" pitchFamily="18" charset="0"/>
                  </a:rPr>
                  <a:t>δ</a:t>
                </a:r>
                <a:r>
                  <a:rPr lang="zh-CN" altLang="en-US" sz="2000" b="1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－</a:t>
                </a:r>
                <a:r>
                  <a:rPr lang="en-US" altLang="zh-CN" sz="2000" b="1" i="1" dirty="0">
                    <a:solidFill>
                      <a:srgbClr val="0000FF"/>
                    </a:solidFill>
                    <a:latin typeface="Times New Roman" panose="02020603050405020304" pitchFamily="18" charset="0"/>
                  </a:rPr>
                  <a:t>e </a:t>
                </a:r>
                <a:r>
                  <a:rPr lang="zh-CN" altLang="en-US" sz="2000" b="1" dirty="0">
                    <a:solidFill>
                      <a:srgbClr val="0000FF"/>
                    </a:solidFill>
                    <a:latin typeface="Times New Roman" panose="02020603050405020304" pitchFamily="18" charset="0"/>
                  </a:rPr>
                  <a:t>＝</a:t>
                </a:r>
                <a:r>
                  <a:rPr lang="zh-CN" altLang="en-US" sz="2000" b="1" i="1" dirty="0">
                    <a:solidFill>
                      <a:srgbClr val="0000FF"/>
                    </a:solidFill>
                    <a:latin typeface="Times New Roman" panose="02020603050405020304" pitchFamily="18" charset="0"/>
                  </a:rPr>
                  <a:t> </a:t>
                </a:r>
                <a:r>
                  <a:rPr lang="en-US" altLang="zh-CN" sz="2000" b="1" i="1" dirty="0" err="1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rψ</a:t>
                </a:r>
                <a:r>
                  <a:rPr lang="en-US" altLang="zh-CN" sz="2000" b="1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(1-</a:t>
                </a:r>
                <a14:m>
                  <m:oMath xmlns:m="http://schemas.openxmlformats.org/officeDocument/2006/math">
                    <m:r>
                      <a:rPr lang="zh-CN" altLang="en-US" sz="2000" b="1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𝜺</m:t>
                    </m:r>
                  </m:oMath>
                </a14:m>
                <a:r>
                  <a:rPr lang="en-US" altLang="zh-CN" sz="2000" b="1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)</a:t>
                </a:r>
                <a:r>
                  <a:rPr lang="en-US" altLang="zh-CN" sz="2000" b="1" dirty="0">
                    <a:solidFill>
                      <a:srgbClr val="0000FF"/>
                    </a:solidFill>
                    <a:latin typeface="Times New Roman" panose="02020603050405020304" pitchFamily="18" charset="0"/>
                  </a:rPr>
                  <a:t> </a:t>
                </a:r>
                <a:endParaRPr lang="en-US" altLang="zh-CN" sz="2000" b="1" dirty="0">
                  <a:solidFill>
                    <a:srgbClr val="0000FF"/>
                  </a:solidFill>
                  <a:latin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2538" name="文本框 225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9720" y="1412860"/>
                <a:ext cx="4552950" cy="307975"/>
              </a:xfrm>
              <a:prstGeom prst="rect">
                <a:avLst/>
              </a:prstGeom>
              <a:blipFill rotWithShape="1">
                <a:blip r:embed="rId4"/>
                <a:stretch>
                  <a:fillRect l="-13" t="-201" r="13" b="-19386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540" name="文本框 22539"/>
              <p:cNvSpPr txBox="1">
                <a:spLocks noChangeArrowheads="1"/>
              </p:cNvSpPr>
              <p:nvPr/>
            </p:nvSpPr>
            <p:spPr bwMode="auto">
              <a:xfrm>
                <a:off x="899745" y="2636945"/>
                <a:ext cx="4075112" cy="3079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 eaLnBrk="0" hangingPunct="0"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  <a:ea typeface="华文中宋" panose="02010600040101010101" pitchFamily="2" charset="-122"/>
                  </a:defRPr>
                </a:lvl1pPr>
                <a:lvl2pPr marL="742950" indent="-285750" eaLnBrk="0" hangingPunct="0"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  <a:ea typeface="华文中宋" panose="02010600040101010101" pitchFamily="2" charset="-122"/>
                  </a:defRPr>
                </a:lvl2pPr>
                <a:lvl3pPr marL="1143000" indent="-228600" eaLnBrk="0" hangingPunct="0"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  <a:ea typeface="华文中宋" panose="02010600040101010101" pitchFamily="2" charset="-122"/>
                  </a:defRPr>
                </a:lvl3pPr>
                <a:lvl4pPr marL="1600200" indent="-228600" eaLnBrk="0" hangingPunct="0"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  <a:ea typeface="华文中宋" panose="02010600040101010101" pitchFamily="2" charset="-122"/>
                  </a:defRPr>
                </a:lvl4pPr>
                <a:lvl5pPr marL="2057400" indent="-228600" eaLnBrk="0" hangingPunct="0"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  <a:ea typeface="华文中宋" panose="02010600040101010101" pitchFamily="2" charset="-122"/>
                  </a:defRPr>
                </a:lvl9pPr>
              </a:lstStyle>
              <a:p>
                <a:pPr eaLnBrk="1" hangingPunct="1"/>
                <a14:m>
                  <m:oMath xmlns:m="http://schemas.openxmlformats.org/officeDocument/2006/math">
                    <m:r>
                      <a:rPr lang="zh-CN" altLang="en-US" sz="2000" b="1" i="1" dirty="0" smtClean="0">
                        <a:solidFill>
                          <a:srgbClr val="000099"/>
                        </a:solidFill>
                        <a:latin typeface="Cambria Math" panose="02040503050406030204" pitchFamily="18" charset="0"/>
                      </a:rPr>
                      <m:t>𝜺</m:t>
                    </m:r>
                  </m:oMath>
                </a14:m>
                <a:r>
                  <a:rPr lang="en-US" altLang="zh-CN" sz="2000" i="1" dirty="0">
                    <a:solidFill>
                      <a:srgbClr val="000099"/>
                    </a:solidFill>
                    <a:latin typeface="Times New Roman" panose="02020603050405020304" pitchFamily="18" charset="0"/>
                  </a:rPr>
                  <a:t>—</a:t>
                </a:r>
                <a:r>
                  <a:rPr lang="zh-CN" altLang="en-US" sz="2000" dirty="0">
                    <a:solidFill>
                      <a:srgbClr val="000099"/>
                    </a:solidFill>
                    <a:latin typeface="Times New Roman" panose="02020603050405020304" pitchFamily="18" charset="0"/>
                  </a:rPr>
                  <a:t>偏心率， </a:t>
                </a:r>
                <a14:m>
                  <m:oMath xmlns:m="http://schemas.openxmlformats.org/officeDocument/2006/math">
                    <m:r>
                      <a:rPr lang="zh-CN" altLang="en-US" sz="2000" b="1" i="1" dirty="0" smtClean="0">
                        <a:solidFill>
                          <a:srgbClr val="000099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𝜺</m:t>
                    </m:r>
                  </m:oMath>
                </a14:m>
                <a:r>
                  <a:rPr lang="zh-CN" altLang="en-US" sz="2000" b="1" i="1" dirty="0">
                    <a:solidFill>
                      <a:srgbClr val="000099"/>
                    </a:solidFill>
                    <a:latin typeface="Times New Roman" panose="02020603050405020304" pitchFamily="18" charset="0"/>
                  </a:rPr>
                  <a:t>＝ </a:t>
                </a:r>
                <a:r>
                  <a:rPr lang="en-US" altLang="zh-CN" sz="2000" b="1" i="1" dirty="0">
                    <a:solidFill>
                      <a:srgbClr val="000099"/>
                    </a:solidFill>
                    <a:latin typeface="Times New Roman" panose="02020603050405020304" pitchFamily="18" charset="0"/>
                  </a:rPr>
                  <a:t>e / δ </a:t>
                </a:r>
                <a:endParaRPr lang="en-US" altLang="zh-CN" sz="2000" b="1" i="1" dirty="0">
                  <a:solidFill>
                    <a:srgbClr val="000099"/>
                  </a:solidFill>
                  <a:latin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2540" name="文本框 225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99745" y="2636945"/>
                <a:ext cx="4075112" cy="307975"/>
              </a:xfrm>
              <a:prstGeom prst="rect">
                <a:avLst/>
              </a:prstGeom>
              <a:blipFill rotWithShape="1">
                <a:blip r:embed="rId5"/>
                <a:stretch>
                  <a:fillRect l="-14" t="-138" r="7" b="138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542" name="文本框 22541"/>
              <p:cNvSpPr txBox="1">
                <a:spLocks noChangeArrowheads="1"/>
              </p:cNvSpPr>
              <p:nvPr/>
            </p:nvSpPr>
            <p:spPr bwMode="auto">
              <a:xfrm>
                <a:off x="827740" y="3645015"/>
                <a:ext cx="3979862" cy="3079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 eaLnBrk="0" hangingPunct="0"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  <a:ea typeface="华文中宋" panose="02010600040101010101" pitchFamily="2" charset="-122"/>
                  </a:defRPr>
                </a:lvl1pPr>
                <a:lvl2pPr marL="742950" indent="-285750" eaLnBrk="0" hangingPunct="0"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  <a:ea typeface="华文中宋" panose="02010600040101010101" pitchFamily="2" charset="-122"/>
                  </a:defRPr>
                </a:lvl2pPr>
                <a:lvl3pPr marL="1143000" indent="-228600" eaLnBrk="0" hangingPunct="0"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  <a:ea typeface="华文中宋" panose="02010600040101010101" pitchFamily="2" charset="-122"/>
                  </a:defRPr>
                </a:lvl3pPr>
                <a:lvl4pPr marL="1600200" indent="-228600" eaLnBrk="0" hangingPunct="0"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  <a:ea typeface="华文中宋" panose="02010600040101010101" pitchFamily="2" charset="-122"/>
                  </a:defRPr>
                </a:lvl4pPr>
                <a:lvl5pPr marL="2057400" indent="-228600" eaLnBrk="0" hangingPunct="0"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  <a:ea typeface="华文中宋" panose="02010600040101010101" pitchFamily="2" charset="-122"/>
                  </a:defRPr>
                </a:lvl9pPr>
              </a:lstStyle>
              <a:p>
                <a:pPr eaLnBrk="1" hangingPunct="1"/>
                <a14:m>
                  <m:oMath xmlns:m="http://schemas.openxmlformats.org/officeDocument/2006/math">
                    <m:r>
                      <a:rPr lang="en-US" altLang="zh-CN" sz="2000" b="1" i="0" smtClean="0">
                        <a:solidFill>
                          <a:srgbClr val="000099"/>
                        </a:solidFill>
                        <a:latin typeface="Cambria Math" panose="02040503050406030204" pitchFamily="18" charset="0"/>
                      </a:rPr>
                      <m:t>𝚫</m:t>
                    </m:r>
                  </m:oMath>
                </a14:m>
                <a:r>
                  <a:rPr lang="en-US" altLang="zh-CN" sz="2000" b="1" i="1" dirty="0">
                    <a:solidFill>
                      <a:srgbClr val="000099"/>
                    </a:solidFill>
                    <a:latin typeface="Times New Roman" panose="02020603050405020304" pitchFamily="18" charset="0"/>
                  </a:rPr>
                  <a:t> </a:t>
                </a:r>
                <a:r>
                  <a:rPr lang="zh-CN" altLang="en-US" sz="2000" dirty="0">
                    <a:solidFill>
                      <a:srgbClr val="000099"/>
                    </a:solidFill>
                    <a:latin typeface="Times New Roman" panose="02020603050405020304" pitchFamily="18" charset="0"/>
                  </a:rPr>
                  <a:t>为直径间隙，</a:t>
                </a:r>
                <a:r>
                  <a:rPr lang="en-US" altLang="zh-CN" sz="2000" b="1" dirty="0">
                    <a:solidFill>
                      <a:srgbClr val="000099"/>
                    </a:solidFill>
                    <a:latin typeface="Times New Roman" panose="02020603050405020304" pitchFamily="18" charset="0"/>
                  </a:rPr>
                  <a:t>Δ</a:t>
                </a:r>
                <a:r>
                  <a:rPr lang="zh-CN" altLang="en-US" sz="2000" b="1" i="1" dirty="0">
                    <a:solidFill>
                      <a:srgbClr val="000099"/>
                    </a:solidFill>
                    <a:latin typeface="Times New Roman" panose="02020603050405020304" pitchFamily="18" charset="0"/>
                  </a:rPr>
                  <a:t>＝ </a:t>
                </a:r>
                <a:r>
                  <a:rPr lang="en-US" altLang="zh-CN" sz="2000" b="1" i="1" dirty="0">
                    <a:solidFill>
                      <a:srgbClr val="000099"/>
                    </a:solidFill>
                    <a:latin typeface="Times New Roman" panose="02020603050405020304" pitchFamily="18" charset="0"/>
                  </a:rPr>
                  <a:t>D</a:t>
                </a:r>
                <a:r>
                  <a:rPr lang="zh-CN" altLang="en-US" sz="2000" b="1" i="1" dirty="0">
                    <a:solidFill>
                      <a:srgbClr val="000099"/>
                    </a:solidFill>
                    <a:latin typeface="Times New Roman" panose="02020603050405020304" pitchFamily="18" charset="0"/>
                  </a:rPr>
                  <a:t>－ </a:t>
                </a:r>
                <a:r>
                  <a:rPr lang="en-US" altLang="zh-CN" sz="2000" b="1" i="1" dirty="0">
                    <a:solidFill>
                      <a:srgbClr val="000099"/>
                    </a:solidFill>
                    <a:latin typeface="Times New Roman" panose="02020603050405020304" pitchFamily="18" charset="0"/>
                  </a:rPr>
                  <a:t>d</a:t>
                </a:r>
                <a:endParaRPr lang="en-US" altLang="zh-CN" sz="2000" b="1" i="1" dirty="0">
                  <a:solidFill>
                    <a:srgbClr val="000099"/>
                  </a:solidFill>
                  <a:latin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2542" name="文本框 225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27740" y="3645015"/>
                <a:ext cx="3979862" cy="307975"/>
              </a:xfrm>
              <a:prstGeom prst="rect">
                <a:avLst/>
              </a:prstGeom>
              <a:blipFill rotWithShape="1">
                <a:blip r:embed="rId6"/>
                <a:stretch>
                  <a:fillRect l="-8" t="-37" b="3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543" name="文本框 22542"/>
          <p:cNvSpPr txBox="1">
            <a:spLocks noChangeArrowheads="1"/>
          </p:cNvSpPr>
          <p:nvPr/>
        </p:nvSpPr>
        <p:spPr bwMode="auto">
          <a:xfrm>
            <a:off x="827740" y="4149050"/>
            <a:ext cx="392588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en-US" altLang="zh-CN" sz="2000" b="1" i="1" dirty="0">
                <a:solidFill>
                  <a:srgbClr val="000099"/>
                </a:solidFill>
                <a:latin typeface="Times New Roman" panose="02020603050405020304" pitchFamily="18" charset="0"/>
              </a:rPr>
              <a:t>δ</a:t>
            </a:r>
            <a:r>
              <a:rPr lang="zh-CN" altLang="en-US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为半径间隙，</a:t>
            </a:r>
            <a:r>
              <a:rPr lang="en-US" altLang="zh-CN" sz="2000" b="1" i="1" dirty="0">
                <a:solidFill>
                  <a:srgbClr val="000099"/>
                </a:solidFill>
                <a:latin typeface="华文中宋" panose="02010600040101010101" pitchFamily="2" charset="-122"/>
              </a:rPr>
              <a:t>δ</a:t>
            </a:r>
            <a:r>
              <a:rPr lang="zh-CN" altLang="en-US" sz="2000" b="1" i="1" dirty="0">
                <a:solidFill>
                  <a:srgbClr val="000099"/>
                </a:solidFill>
                <a:latin typeface="华文中宋" panose="02010600040101010101" pitchFamily="2" charset="-122"/>
              </a:rPr>
              <a:t>＝ </a:t>
            </a:r>
            <a:r>
              <a:rPr lang="en-US" altLang="zh-CN" sz="2000" b="1" i="1" dirty="0">
                <a:solidFill>
                  <a:srgbClr val="000099"/>
                </a:solidFill>
                <a:latin typeface="华文中宋" panose="02010600040101010101" pitchFamily="2" charset="-122"/>
              </a:rPr>
              <a:t>R</a:t>
            </a:r>
            <a:r>
              <a:rPr lang="zh-CN" altLang="en-US" sz="2000" b="1" i="1" dirty="0">
                <a:solidFill>
                  <a:srgbClr val="000099"/>
                </a:solidFill>
                <a:latin typeface="华文中宋" panose="02010600040101010101" pitchFamily="2" charset="-122"/>
              </a:rPr>
              <a:t>－ </a:t>
            </a:r>
            <a:r>
              <a:rPr lang="en-US" altLang="zh-CN" sz="2000" b="1" i="1" dirty="0">
                <a:solidFill>
                  <a:srgbClr val="000099"/>
                </a:solidFill>
                <a:latin typeface="华文中宋" panose="02010600040101010101" pitchFamily="2" charset="-122"/>
              </a:rPr>
              <a:t>r </a:t>
            </a:r>
            <a:r>
              <a:rPr lang="zh-CN" altLang="en-US" sz="2000" b="1" dirty="0">
                <a:solidFill>
                  <a:srgbClr val="000099"/>
                </a:solidFill>
                <a:latin typeface="华文中宋" panose="02010600040101010101" pitchFamily="2" charset="-122"/>
              </a:rPr>
              <a:t>＝ </a:t>
            </a:r>
            <a:r>
              <a:rPr lang="en-US" altLang="zh-CN" sz="2000" b="1" dirty="0">
                <a:solidFill>
                  <a:srgbClr val="000099"/>
                </a:solidFill>
                <a:latin typeface="华文中宋" panose="02010600040101010101" pitchFamily="2" charset="-122"/>
              </a:rPr>
              <a:t>Δ</a:t>
            </a:r>
            <a:r>
              <a:rPr lang="en-US" altLang="zh-CN" sz="2000" b="1" i="1" dirty="0">
                <a:solidFill>
                  <a:srgbClr val="000099"/>
                </a:solidFill>
                <a:latin typeface="华文中宋" panose="02010600040101010101" pitchFamily="2" charset="-122"/>
              </a:rPr>
              <a:t>/ </a:t>
            </a:r>
            <a:r>
              <a:rPr lang="en-US" altLang="zh-CN" sz="2000" b="1" dirty="0">
                <a:solidFill>
                  <a:srgbClr val="000099"/>
                </a:solidFill>
                <a:latin typeface="Times New Roman" panose="02020603050405020304" pitchFamily="18" charset="0"/>
              </a:rPr>
              <a:t>2</a:t>
            </a:r>
            <a:endParaRPr lang="en-US" altLang="zh-CN" sz="2000" b="1" dirty="0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22544" name="文本框 22543"/>
          <p:cNvSpPr txBox="1">
            <a:spLocks noChangeArrowheads="1"/>
          </p:cNvSpPr>
          <p:nvPr/>
        </p:nvSpPr>
        <p:spPr bwMode="auto">
          <a:xfrm>
            <a:off x="899745" y="4797095"/>
            <a:ext cx="397986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en-US" altLang="zh-CN" sz="2000" b="1" i="1" dirty="0">
                <a:solidFill>
                  <a:srgbClr val="000099"/>
                </a:solidFill>
                <a:latin typeface="Times New Roman" panose="02020603050405020304" pitchFamily="18" charset="0"/>
              </a:rPr>
              <a:t>r </a:t>
            </a:r>
            <a:r>
              <a:rPr lang="zh-CN" altLang="en-US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和 </a:t>
            </a:r>
            <a:r>
              <a:rPr lang="en-US" altLang="zh-CN" sz="2000" b="1" i="1" dirty="0">
                <a:solidFill>
                  <a:srgbClr val="000099"/>
                </a:solidFill>
                <a:latin typeface="Times New Roman" panose="02020603050405020304" pitchFamily="18" charset="0"/>
              </a:rPr>
              <a:t>d </a:t>
            </a:r>
            <a:r>
              <a:rPr lang="zh-CN" altLang="en-US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分别为轴颈的半径和直径。</a:t>
            </a:r>
            <a:endParaRPr lang="zh-CN" altLang="en-US" sz="2000" b="1" dirty="0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22545" name="文本框 22544"/>
          <p:cNvSpPr txBox="1">
            <a:spLocks noChangeArrowheads="1"/>
          </p:cNvSpPr>
          <p:nvPr/>
        </p:nvSpPr>
        <p:spPr bwMode="auto">
          <a:xfrm>
            <a:off x="827740" y="5373135"/>
            <a:ext cx="400843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en-US" altLang="zh-CN" sz="2000" b="1" i="1" dirty="0">
                <a:solidFill>
                  <a:srgbClr val="000099"/>
                </a:solidFill>
                <a:latin typeface="Times New Roman" panose="02020603050405020304" pitchFamily="18" charset="0"/>
              </a:rPr>
              <a:t>R </a:t>
            </a:r>
            <a:r>
              <a:rPr lang="zh-CN" altLang="en-US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和 </a:t>
            </a:r>
            <a:r>
              <a:rPr lang="en-US" altLang="zh-CN" sz="2000" b="1" i="1" dirty="0">
                <a:solidFill>
                  <a:srgbClr val="000099"/>
                </a:solidFill>
                <a:latin typeface="Times New Roman" panose="02020603050405020304" pitchFamily="18" charset="0"/>
              </a:rPr>
              <a:t>D </a:t>
            </a:r>
            <a:r>
              <a:rPr lang="zh-CN" altLang="en-US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分别为</a:t>
            </a:r>
            <a:r>
              <a:rPr lang="zh-CN" altLang="en-US" sz="2000" dirty="0" smtClean="0">
                <a:solidFill>
                  <a:srgbClr val="000099"/>
                </a:solidFill>
                <a:latin typeface="Times New Roman" panose="02020603050405020304" pitchFamily="18" charset="0"/>
              </a:rPr>
              <a:t>轴承孔的</a:t>
            </a:r>
            <a:r>
              <a:rPr lang="zh-CN" altLang="en-US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半径和直径。</a:t>
            </a:r>
            <a:endParaRPr lang="zh-CN" altLang="en-US" sz="2000" b="1" dirty="0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22549" name="文本框 22548"/>
          <p:cNvSpPr txBox="1">
            <a:spLocks noChangeArrowheads="1"/>
          </p:cNvSpPr>
          <p:nvPr/>
        </p:nvSpPr>
        <p:spPr bwMode="auto">
          <a:xfrm>
            <a:off x="827740" y="3140980"/>
            <a:ext cx="1628775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en-US" altLang="zh-CN" sz="2000" b="1" i="1" dirty="0">
                <a:solidFill>
                  <a:srgbClr val="000099"/>
                </a:solidFill>
                <a:latin typeface="Times New Roman" panose="02020603050405020304" pitchFamily="18" charset="0"/>
              </a:rPr>
              <a:t>e</a:t>
            </a:r>
            <a:r>
              <a:rPr lang="en-US" altLang="zh-CN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 —</a:t>
            </a:r>
            <a:r>
              <a:rPr lang="zh-CN" altLang="en-US" sz="2000" dirty="0">
                <a:solidFill>
                  <a:srgbClr val="000099"/>
                </a:solidFill>
                <a:latin typeface="华文中宋" panose="02010600040101010101" pitchFamily="2" charset="-122"/>
              </a:rPr>
              <a:t>为偏心距</a:t>
            </a:r>
            <a:endParaRPr lang="zh-CN" altLang="en-US" sz="2000" dirty="0">
              <a:solidFill>
                <a:srgbClr val="000099"/>
              </a:solidFill>
              <a:latin typeface="华文中宋" panose="02010600040101010101" pitchFamily="2" charset="-122"/>
            </a:endParaRPr>
          </a:p>
        </p:txBody>
      </p:sp>
      <p:grpSp>
        <p:nvGrpSpPr>
          <p:cNvPr id="2" name="组合 22550"/>
          <p:cNvGrpSpPr/>
          <p:nvPr/>
        </p:nvGrpSpPr>
        <p:grpSpPr bwMode="auto">
          <a:xfrm>
            <a:off x="179695" y="1988900"/>
            <a:ext cx="4957763" cy="400051"/>
            <a:chOff x="12" y="1186"/>
            <a:chExt cx="3123" cy="252"/>
          </a:xfrm>
        </p:grpSpPr>
        <p:sp>
          <p:nvSpPr>
            <p:cNvPr id="50192" name="文本框 22538"/>
            <p:cNvSpPr txBox="1">
              <a:spLocks noChangeArrowheads="1"/>
            </p:cNvSpPr>
            <p:nvPr/>
          </p:nvSpPr>
          <p:spPr bwMode="auto">
            <a:xfrm>
              <a:off x="561" y="1206"/>
              <a:ext cx="2574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华文中宋" panose="02010600040101010101" pitchFamily="2" charset="-122"/>
                </a:defRPr>
              </a:lvl1pPr>
              <a:lvl2pPr marL="742950" indent="-285750" eaLnBrk="0" hangingPunct="0"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华文中宋" panose="02010600040101010101" pitchFamily="2" charset="-122"/>
                </a:defRPr>
              </a:lvl2pPr>
              <a:lvl3pPr marL="1143000" indent="-228600" eaLnBrk="0" hangingPunct="0"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华文中宋" panose="02010600040101010101" pitchFamily="2" charset="-122"/>
                </a:defRPr>
              </a:lvl3pPr>
              <a:lvl4pPr marL="1600200" indent="-228600" eaLnBrk="0" hangingPunct="0"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华文中宋" panose="02010600040101010101" pitchFamily="2" charset="-122"/>
                </a:defRPr>
              </a:lvl4pPr>
              <a:lvl5pPr marL="2057400" indent="-228600" eaLnBrk="0" hangingPunct="0"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华文中宋" panose="02010600040101010101" pitchFamily="2" charset="-122"/>
                </a:defRPr>
              </a:lvl9pPr>
            </a:lstStyle>
            <a:p>
              <a:pPr eaLnBrk="1" hangingPunct="1"/>
              <a:r>
                <a:rPr lang="en-US" altLang="zh-CN" sz="2000" b="1" i="1" dirty="0">
                  <a:solidFill>
                    <a:srgbClr val="000099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ψ—</a:t>
              </a:r>
              <a:r>
                <a:rPr lang="zh-CN" altLang="en-US" sz="2000" dirty="0">
                  <a:solidFill>
                    <a:srgbClr val="000099"/>
                  </a:solidFill>
                  <a:latin typeface="华文中宋" panose="02010600040101010101" pitchFamily="2" charset="-122"/>
                </a:rPr>
                <a:t>相对间隙</a:t>
              </a:r>
              <a:r>
                <a:rPr lang="zh-CN" altLang="en-US" sz="2000" dirty="0">
                  <a:solidFill>
                    <a:srgbClr val="000099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，</a:t>
              </a:r>
              <a:r>
                <a:rPr lang="en-US" altLang="zh-CN" sz="2000" b="1" i="1" dirty="0">
                  <a:solidFill>
                    <a:srgbClr val="000099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ψ</a:t>
              </a:r>
              <a:r>
                <a:rPr lang="en-US" altLang="zh-CN" sz="2000" b="1" i="1" dirty="0">
                  <a:solidFill>
                    <a:srgbClr val="000099"/>
                  </a:solidFill>
                  <a:latin typeface="Times New Roman" panose="02020603050405020304" pitchFamily="18" charset="0"/>
                </a:rPr>
                <a:t> </a:t>
              </a:r>
              <a:r>
                <a:rPr lang="zh-CN" altLang="en-US" sz="2000" b="1" dirty="0">
                  <a:solidFill>
                    <a:srgbClr val="000099"/>
                  </a:solidFill>
                  <a:latin typeface="Times New Roman" panose="02020603050405020304" pitchFamily="18" charset="0"/>
                </a:rPr>
                <a:t>＝</a:t>
              </a:r>
              <a:r>
                <a:rPr lang="zh-CN" altLang="en-US" sz="2000" b="1" i="1" dirty="0">
                  <a:solidFill>
                    <a:srgbClr val="000099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2000" b="1" i="1" dirty="0">
                  <a:solidFill>
                    <a:srgbClr val="000099"/>
                  </a:solidFill>
                  <a:latin typeface="Times New Roman" panose="02020603050405020304" pitchFamily="18" charset="0"/>
                </a:rPr>
                <a:t>δ / r </a:t>
              </a:r>
              <a:r>
                <a:rPr lang="zh-CN" altLang="en-US" sz="2000" b="1" dirty="0">
                  <a:solidFill>
                    <a:srgbClr val="000099"/>
                  </a:solidFill>
                  <a:latin typeface="Times New Roman" panose="02020603050405020304" pitchFamily="18" charset="0"/>
                </a:rPr>
                <a:t>＝ </a:t>
              </a:r>
              <a:r>
                <a:rPr lang="en-US" altLang="zh-CN" sz="2000" b="1" dirty="0">
                  <a:solidFill>
                    <a:srgbClr val="000099"/>
                  </a:solidFill>
                  <a:latin typeface="Times New Roman" panose="02020603050405020304" pitchFamily="18" charset="0"/>
                </a:rPr>
                <a:t>Δ</a:t>
              </a:r>
              <a:r>
                <a:rPr lang="en-US" altLang="zh-CN" sz="2000" b="1" i="1" dirty="0">
                  <a:solidFill>
                    <a:srgbClr val="000099"/>
                  </a:solidFill>
                  <a:latin typeface="Times New Roman" panose="02020603050405020304" pitchFamily="18" charset="0"/>
                </a:rPr>
                <a:t> / d</a:t>
              </a:r>
              <a:r>
                <a:rPr lang="en-US" altLang="zh-CN" sz="2000" dirty="0">
                  <a:solidFill>
                    <a:srgbClr val="000099"/>
                  </a:solidFill>
                  <a:latin typeface="Times New Roman" panose="02020603050405020304" pitchFamily="18" charset="0"/>
                </a:rPr>
                <a:t> </a:t>
              </a:r>
              <a:endParaRPr lang="en-US" altLang="zh-CN" sz="2000" dirty="0">
                <a:solidFill>
                  <a:srgbClr val="000099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0193" name="文本框 22549"/>
            <p:cNvSpPr txBox="1">
              <a:spLocks noChangeArrowheads="1"/>
            </p:cNvSpPr>
            <p:nvPr/>
          </p:nvSpPr>
          <p:spPr bwMode="auto">
            <a:xfrm>
              <a:off x="12" y="1186"/>
              <a:ext cx="641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华文中宋" panose="02010600040101010101" pitchFamily="2" charset="-122"/>
                </a:defRPr>
              </a:lvl1pPr>
              <a:lvl2pPr marL="742950" indent="-285750" eaLnBrk="0" hangingPunct="0"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华文中宋" panose="02010600040101010101" pitchFamily="2" charset="-122"/>
                </a:defRPr>
              </a:lvl2pPr>
              <a:lvl3pPr marL="1143000" indent="-228600" eaLnBrk="0" hangingPunct="0"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华文中宋" panose="02010600040101010101" pitchFamily="2" charset="-122"/>
                </a:defRPr>
              </a:lvl3pPr>
              <a:lvl4pPr marL="1600200" indent="-228600" eaLnBrk="0" hangingPunct="0"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华文中宋" panose="02010600040101010101" pitchFamily="2" charset="-122"/>
                </a:defRPr>
              </a:lvl4pPr>
              <a:lvl5pPr marL="2057400" indent="-228600" eaLnBrk="0" hangingPunct="0"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华文中宋" panose="02010600040101010101" pitchFamily="2" charset="-122"/>
                </a:defRPr>
              </a:lvl9pPr>
            </a:lstStyle>
            <a:p>
              <a:pPr eaLnBrk="1" hangingPunct="1"/>
              <a:r>
                <a:rPr lang="zh-CN" altLang="en-US" sz="2000" dirty="0" smtClean="0">
                  <a:solidFill>
                    <a:srgbClr val="000099"/>
                  </a:solidFill>
                  <a:latin typeface="Times New Roman" panose="02020603050405020304" pitchFamily="18" charset="0"/>
                </a:rPr>
                <a:t>其中 ：</a:t>
              </a:r>
              <a:endParaRPr lang="zh-CN" altLang="en-US" sz="2000" dirty="0">
                <a:solidFill>
                  <a:srgbClr val="000099"/>
                </a:solidFill>
                <a:latin typeface="Times New Roman" panose="02020603050405020304" pitchFamily="18" charset="0"/>
              </a:endParaRPr>
            </a:p>
          </p:txBody>
        </p:sp>
      </p:grpSp>
      <p:pic>
        <p:nvPicPr>
          <p:cNvPr id="50190" name="Picture 16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8015" y="1052835"/>
            <a:ext cx="4143375" cy="523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0191" name="直接连接符 6"/>
          <p:cNvSpPr>
            <a:spLocks noChangeShapeType="1"/>
          </p:cNvSpPr>
          <p:nvPr/>
        </p:nvSpPr>
        <p:spPr bwMode="auto">
          <a:xfrm>
            <a:off x="0" y="765175"/>
            <a:ext cx="9144000" cy="0"/>
          </a:xfrm>
          <a:prstGeom prst="line">
            <a:avLst/>
          </a:prstGeom>
          <a:noFill/>
          <a:ln w="28575">
            <a:solidFill>
              <a:srgbClr val="C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" name="Rectangle 2"/>
          <p:cNvSpPr>
            <a:spLocks noGrp="1" noChangeArrowheads="1"/>
          </p:cNvSpPr>
          <p:nvPr/>
        </p:nvSpPr>
        <p:spPr bwMode="auto">
          <a:xfrm>
            <a:off x="2124075" y="188595"/>
            <a:ext cx="7128510" cy="490855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kumimoji="1" lang="en-US" altLang="zh-CN" sz="3000" kern="1200" dirty="0" smtClean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3.6-12 </a:t>
            </a:r>
            <a:r>
              <a:rPr lang="zh-CN" altLang="en-US" sz="3000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流体润滑滑动轴承的润滑机理</a:t>
            </a:r>
            <a:endParaRPr kumimoji="1" lang="zh-CN" altLang="en-US" sz="3000" kern="1200" dirty="0" smtClean="0">
              <a:solidFill>
                <a:srgbClr val="CC3300"/>
              </a:solidFill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  <p:transition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2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2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2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2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22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00"/>
                            </p:stCondLst>
                            <p:childTnLst>
                              <p:par>
                                <p:cTn id="31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22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500"/>
                            </p:stCondLst>
                            <p:childTnLst>
                              <p:par>
                                <p:cTn id="3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2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000"/>
                            </p:stCondLst>
                            <p:childTnLst>
                              <p:par>
                                <p:cTn id="3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22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466" grpId="0"/>
      <p:bldP spid="22538" grpId="0" bldLvl="0" animBg="1"/>
      <p:bldP spid="22540" grpId="0" bldLvl="0" animBg="1"/>
      <p:bldP spid="22542" grpId="0" bldLvl="0" animBg="1"/>
      <p:bldP spid="22543" grpId="0"/>
      <p:bldP spid="22544" grpId="0"/>
      <p:bldP spid="22545" grpId="0"/>
      <p:bldP spid="22549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50" name="Picture 75" descr="NEXT1">
            <a:hlinkClick r:id="" action="ppaction://hlinkshowjump?jump=nextslide"/>
          </p:cNvPr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42363" y="6523038"/>
            <a:ext cx="287337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51" name="Picture 74" descr="back1">
            <a:hlinkClick r:id="" action="ppaction://hlinkshowjump?jump=previousslide"/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2788" y="6523038"/>
            <a:ext cx="287337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52" name="Picture 73" descr="rewind1">
            <a:hlinkClick r:id="rId3" action="ppaction://hlinksldjump"/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4800" y="6523038"/>
            <a:ext cx="287338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81" name="文本框 23580"/>
          <p:cNvSpPr txBox="1">
            <a:spLocks noChangeArrowheads="1"/>
          </p:cNvSpPr>
          <p:nvPr/>
        </p:nvSpPr>
        <p:spPr bwMode="auto">
          <a:xfrm>
            <a:off x="755735" y="2492935"/>
            <a:ext cx="525938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 sz="2000" dirty="0">
                <a:solidFill>
                  <a:srgbClr val="000099"/>
                </a:solidFill>
                <a:latin typeface="华文中宋" panose="02010600040101010101" pitchFamily="2" charset="-122"/>
              </a:rPr>
              <a:t>并考虑到压力沿轴承宽度方向的分布，</a:t>
            </a:r>
            <a:endParaRPr lang="zh-CN" altLang="en-US" sz="2000" dirty="0">
              <a:solidFill>
                <a:srgbClr val="000099"/>
              </a:solidFill>
              <a:latin typeface="华文中宋" panose="02010600040101010101" pitchFamily="2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582" name="文本框 23581"/>
              <p:cNvSpPr txBox="1">
                <a:spLocks noChangeArrowheads="1"/>
              </p:cNvSpPr>
              <p:nvPr/>
            </p:nvSpPr>
            <p:spPr bwMode="auto">
              <a:xfrm>
                <a:off x="833438" y="3744913"/>
                <a:ext cx="7091362" cy="4508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72000" rIns="0" bIns="72000">
                <a:spAutoFit/>
              </a:bodyPr>
              <a:lstStyle>
                <a:lvl1pPr eaLnBrk="0" hangingPunct="0"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  <a:ea typeface="华文中宋" panose="02010600040101010101" pitchFamily="2" charset="-122"/>
                  </a:defRPr>
                </a:lvl1pPr>
                <a:lvl2pPr marL="742950" indent="-285750" eaLnBrk="0" hangingPunct="0"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  <a:ea typeface="华文中宋" panose="02010600040101010101" pitchFamily="2" charset="-122"/>
                  </a:defRPr>
                </a:lvl2pPr>
                <a:lvl3pPr marL="1143000" indent="-228600" eaLnBrk="0" hangingPunct="0"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  <a:ea typeface="华文中宋" panose="02010600040101010101" pitchFamily="2" charset="-122"/>
                  </a:defRPr>
                </a:lvl3pPr>
                <a:lvl4pPr marL="1600200" indent="-228600" eaLnBrk="0" hangingPunct="0"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  <a:ea typeface="华文中宋" panose="02010600040101010101" pitchFamily="2" charset="-122"/>
                  </a:defRPr>
                </a:lvl4pPr>
                <a:lvl5pPr marL="2057400" indent="-228600" eaLnBrk="0" hangingPunct="0"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  <a:ea typeface="华文中宋" panose="0201060004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 b="1" i="1" dirty="0" err="1">
                    <a:solidFill>
                      <a:srgbClr val="000099"/>
                    </a:solidFill>
                    <a:latin typeface="Times New Roman" panose="02020603050405020304" pitchFamily="18" charset="0"/>
                  </a:rPr>
                  <a:t>C</a:t>
                </a:r>
                <a:r>
                  <a:rPr lang="en-US" altLang="zh-CN" sz="2000" b="1" baseline="-30000" dirty="0" err="1">
                    <a:solidFill>
                      <a:srgbClr val="000099"/>
                    </a:solidFill>
                    <a:latin typeface="Times New Roman" panose="02020603050405020304" pitchFamily="18" charset="0"/>
                  </a:rPr>
                  <a:t>p</a:t>
                </a:r>
                <a:r>
                  <a:rPr lang="en-US" altLang="zh-CN" sz="2000" dirty="0">
                    <a:solidFill>
                      <a:srgbClr val="000099"/>
                    </a:solidFill>
                    <a:latin typeface="Times New Roman" panose="02020603050405020304" pitchFamily="18" charset="0"/>
                  </a:rPr>
                  <a:t>—— </a:t>
                </a:r>
                <a:r>
                  <a:rPr lang="zh-CN" altLang="en-US" sz="2000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承载量系数</a:t>
                </a:r>
                <a:r>
                  <a:rPr lang="zh-CN" altLang="en-US" sz="2000" dirty="0">
                    <a:solidFill>
                      <a:srgbClr val="000099"/>
                    </a:solidFill>
                    <a:latin typeface="Times New Roman" panose="02020603050405020304" pitchFamily="18" charset="0"/>
                  </a:rPr>
                  <a:t>，与轴承包角</a:t>
                </a:r>
                <a:r>
                  <a:rPr lang="en-US" altLang="zh-CN" sz="2000" b="1" i="1" dirty="0">
                    <a:solidFill>
                      <a:srgbClr val="000099"/>
                    </a:solidFill>
                    <a:latin typeface="Times New Roman" panose="02020603050405020304" pitchFamily="18" charset="0"/>
                  </a:rPr>
                  <a:t>α</a:t>
                </a:r>
                <a:r>
                  <a:rPr lang="zh-CN" altLang="en-US" sz="2000" dirty="0">
                    <a:solidFill>
                      <a:srgbClr val="000099"/>
                    </a:solidFill>
                    <a:latin typeface="Times New Roman" panose="02020603050405020304" pitchFamily="18" charset="0"/>
                  </a:rPr>
                  <a:t>，宽径比</a:t>
                </a:r>
                <a:r>
                  <a:rPr lang="en-US" altLang="zh-CN" sz="2000" b="1" i="1" dirty="0">
                    <a:solidFill>
                      <a:srgbClr val="000099"/>
                    </a:solidFill>
                    <a:latin typeface="Times New Roman" panose="02020603050405020304" pitchFamily="18" charset="0"/>
                  </a:rPr>
                  <a:t>B/d</a:t>
                </a:r>
                <a:r>
                  <a:rPr lang="zh-CN" altLang="en-US" sz="2000" dirty="0">
                    <a:solidFill>
                      <a:srgbClr val="000099"/>
                    </a:solidFill>
                    <a:latin typeface="Times New Roman" panose="02020603050405020304" pitchFamily="18" charset="0"/>
                  </a:rPr>
                  <a:t>和偏心率</a:t>
                </a:r>
                <a14:m>
                  <m:oMath xmlns:m="http://schemas.openxmlformats.org/officeDocument/2006/math">
                    <m:r>
                      <a:rPr lang="zh-CN" altLang="en-US" sz="2000" b="1" i="1" dirty="0" smtClean="0">
                        <a:solidFill>
                          <a:srgbClr val="000099"/>
                        </a:solidFill>
                        <a:latin typeface="Cambria Math" panose="02040503050406030204" pitchFamily="18" charset="0"/>
                      </a:rPr>
                      <m:t>𝜺</m:t>
                    </m:r>
                  </m:oMath>
                </a14:m>
                <a:r>
                  <a:rPr lang="zh-CN" altLang="en-US" sz="2000" dirty="0">
                    <a:solidFill>
                      <a:srgbClr val="000099"/>
                    </a:solidFill>
                    <a:latin typeface="Times New Roman" panose="02020603050405020304" pitchFamily="18" charset="0"/>
                  </a:rPr>
                  <a:t>有关。 </a:t>
                </a:r>
                <a:endParaRPr lang="zh-CN" altLang="en-US" sz="2000" dirty="0">
                  <a:solidFill>
                    <a:srgbClr val="000099"/>
                  </a:solidFill>
                  <a:latin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3582" name="文本框 2358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33438" y="3744913"/>
                <a:ext cx="7091362" cy="450850"/>
              </a:xfrm>
              <a:prstGeom prst="rect">
                <a:avLst/>
              </a:prstGeom>
              <a:blipFill rotWithShape="1">
                <a:blip r:embed="rId5"/>
                <a:stretch>
                  <a:fillRect l="-4" t="-71" b="7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组合 23582"/>
          <p:cNvGrpSpPr/>
          <p:nvPr/>
        </p:nvGrpSpPr>
        <p:grpSpPr bwMode="auto">
          <a:xfrm>
            <a:off x="833438" y="4325938"/>
            <a:ext cx="6870700" cy="309562"/>
            <a:chOff x="637" y="2300"/>
            <a:chExt cx="4328" cy="195"/>
          </a:xfrm>
        </p:grpSpPr>
        <p:sp>
          <p:nvSpPr>
            <p:cNvPr id="6169" name="文本框 23583"/>
            <p:cNvSpPr txBox="1">
              <a:spLocks noChangeArrowheads="1"/>
            </p:cNvSpPr>
            <p:nvPr/>
          </p:nvSpPr>
          <p:spPr bwMode="auto">
            <a:xfrm>
              <a:off x="637" y="2300"/>
              <a:ext cx="3121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华文中宋" panose="02010600040101010101" pitchFamily="2" charset="-122"/>
                </a:defRPr>
              </a:lvl1pPr>
              <a:lvl2pPr marL="742950" indent="-285750" eaLnBrk="0" hangingPunct="0"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华文中宋" panose="02010600040101010101" pitchFamily="2" charset="-122"/>
                </a:defRPr>
              </a:lvl2pPr>
              <a:lvl3pPr marL="1143000" indent="-228600" eaLnBrk="0" hangingPunct="0"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华文中宋" panose="02010600040101010101" pitchFamily="2" charset="-122"/>
                </a:defRPr>
              </a:lvl3pPr>
              <a:lvl4pPr marL="1600200" indent="-228600" eaLnBrk="0" hangingPunct="0"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华文中宋" panose="02010600040101010101" pitchFamily="2" charset="-122"/>
                </a:defRPr>
              </a:lvl4pPr>
              <a:lvl5pPr marL="2057400" indent="-228600" eaLnBrk="0" hangingPunct="0"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华文中宋" panose="02010600040101010101" pitchFamily="2" charset="-122"/>
                </a:defRPr>
              </a:lvl9pPr>
            </a:lstStyle>
            <a:p>
              <a:pPr eaLnBrk="1" hangingPunct="1"/>
              <a:r>
                <a:rPr lang="en-US" altLang="zh-CN" sz="2000" b="1" i="1" dirty="0">
                  <a:solidFill>
                    <a:srgbClr val="000099"/>
                  </a:solidFill>
                  <a:latin typeface="Times New Roman" panose="02020603050405020304" pitchFamily="18" charset="0"/>
                </a:rPr>
                <a:t>F</a:t>
              </a:r>
              <a:r>
                <a:rPr lang="en-US" altLang="zh-CN" sz="2000" i="1" dirty="0">
                  <a:solidFill>
                    <a:srgbClr val="000099"/>
                  </a:solidFill>
                  <a:latin typeface="Times New Roman" panose="02020603050405020304" pitchFamily="18" charset="0"/>
                </a:rPr>
                <a:t>——</a:t>
              </a:r>
              <a:r>
                <a:rPr lang="zh-CN" altLang="en-US" sz="20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外载荷</a:t>
              </a:r>
              <a:r>
                <a:rPr lang="zh-CN" altLang="en-US" sz="2000" dirty="0">
                  <a:solidFill>
                    <a:srgbClr val="000099"/>
                  </a:solidFill>
                  <a:latin typeface="Times New Roman" panose="02020603050405020304" pitchFamily="18" charset="0"/>
                </a:rPr>
                <a:t>，</a:t>
              </a:r>
              <a:r>
                <a:rPr lang="en-US" altLang="zh-CN" sz="2000" b="1" dirty="0">
                  <a:solidFill>
                    <a:srgbClr val="000099"/>
                  </a:solidFill>
                  <a:latin typeface="Times New Roman" panose="02020603050405020304" pitchFamily="18" charset="0"/>
                </a:rPr>
                <a:t>N</a:t>
              </a:r>
              <a:r>
                <a:rPr lang="zh-CN" altLang="en-US" sz="2000" dirty="0">
                  <a:solidFill>
                    <a:srgbClr val="000099"/>
                  </a:solidFill>
                  <a:latin typeface="Times New Roman" panose="02020603050405020304" pitchFamily="18" charset="0"/>
                </a:rPr>
                <a:t>；</a:t>
              </a:r>
              <a:endParaRPr lang="zh-CN" altLang="en-US" sz="2000" dirty="0">
                <a:solidFill>
                  <a:srgbClr val="000099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170" name="文本框 23584"/>
            <p:cNvSpPr txBox="1">
              <a:spLocks noChangeArrowheads="1"/>
            </p:cNvSpPr>
            <p:nvPr/>
          </p:nvSpPr>
          <p:spPr bwMode="auto">
            <a:xfrm>
              <a:off x="2137" y="2301"/>
              <a:ext cx="2828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华文中宋" panose="02010600040101010101" pitchFamily="2" charset="-122"/>
                </a:defRPr>
              </a:lvl1pPr>
              <a:lvl2pPr marL="742950" indent="-285750" eaLnBrk="0" hangingPunct="0"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华文中宋" panose="02010600040101010101" pitchFamily="2" charset="-122"/>
                </a:defRPr>
              </a:lvl2pPr>
              <a:lvl3pPr marL="1143000" indent="-228600" eaLnBrk="0" hangingPunct="0"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华文中宋" panose="02010600040101010101" pitchFamily="2" charset="-122"/>
                </a:defRPr>
              </a:lvl3pPr>
              <a:lvl4pPr marL="1600200" indent="-228600" eaLnBrk="0" hangingPunct="0"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华文中宋" panose="02010600040101010101" pitchFamily="2" charset="-122"/>
                </a:defRPr>
              </a:lvl4pPr>
              <a:lvl5pPr marL="2057400" indent="-228600" eaLnBrk="0" hangingPunct="0"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华文中宋" panose="02010600040101010101" pitchFamily="2" charset="-122"/>
                </a:defRPr>
              </a:lvl9pPr>
            </a:lstStyle>
            <a:p>
              <a:pPr eaLnBrk="1" hangingPunct="1"/>
              <a:r>
                <a:rPr lang="en-US" altLang="zh-CN" sz="2000" b="1" i="1" dirty="0">
                  <a:solidFill>
                    <a:srgbClr val="000099"/>
                  </a:solidFill>
                  <a:latin typeface="Times New Roman" panose="02020603050405020304" pitchFamily="18" charset="0"/>
                </a:rPr>
                <a:t>η</a:t>
              </a:r>
              <a:r>
                <a:rPr lang="en-US" altLang="zh-CN" sz="2000" i="1" dirty="0">
                  <a:solidFill>
                    <a:srgbClr val="000099"/>
                  </a:solidFill>
                  <a:latin typeface="Times New Roman" panose="02020603050405020304" pitchFamily="18" charset="0"/>
                </a:rPr>
                <a:t>—— </a:t>
              </a:r>
              <a:r>
                <a:rPr lang="zh-CN" altLang="en-US" sz="2000" dirty="0">
                  <a:solidFill>
                    <a:srgbClr val="000099"/>
                  </a:solidFill>
                  <a:latin typeface="Times New Roman" panose="02020603050405020304" pitchFamily="18" charset="0"/>
                </a:rPr>
                <a:t>油在平均温度下的粘度，</a:t>
              </a:r>
              <a:r>
                <a:rPr lang="en-US" altLang="zh-CN" sz="2000" b="1" dirty="0">
                  <a:solidFill>
                    <a:srgbClr val="000099"/>
                  </a:solidFill>
                  <a:latin typeface="Times New Roman" panose="02020603050405020304" pitchFamily="18" charset="0"/>
                </a:rPr>
                <a:t>N·s/m</a:t>
              </a:r>
              <a:r>
                <a:rPr lang="en-US" altLang="zh-CN" sz="2000" b="1" baseline="30000" dirty="0">
                  <a:solidFill>
                    <a:srgbClr val="000099"/>
                  </a:solidFill>
                  <a:latin typeface="Times New Roman" panose="02020603050405020304" pitchFamily="18" charset="0"/>
                </a:rPr>
                <a:t>2</a:t>
              </a:r>
              <a:r>
                <a:rPr lang="zh-CN" altLang="en-US" sz="2000" dirty="0">
                  <a:solidFill>
                    <a:srgbClr val="000099"/>
                  </a:solidFill>
                  <a:latin typeface="Times New Roman" panose="02020603050405020304" pitchFamily="18" charset="0"/>
                </a:rPr>
                <a:t>。 </a:t>
              </a:r>
              <a:endParaRPr lang="zh-CN" altLang="en-US" sz="2000" dirty="0">
                <a:solidFill>
                  <a:srgbClr val="000099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" name="组合 23585"/>
          <p:cNvGrpSpPr/>
          <p:nvPr/>
        </p:nvGrpSpPr>
        <p:grpSpPr bwMode="auto">
          <a:xfrm>
            <a:off x="833438" y="4767263"/>
            <a:ext cx="5265737" cy="309562"/>
            <a:chOff x="613" y="2630"/>
            <a:chExt cx="3317" cy="195"/>
          </a:xfrm>
        </p:grpSpPr>
        <p:sp>
          <p:nvSpPr>
            <p:cNvPr id="6167" name="文本框 23586"/>
            <p:cNvSpPr txBox="1">
              <a:spLocks noChangeArrowheads="1"/>
            </p:cNvSpPr>
            <p:nvPr/>
          </p:nvSpPr>
          <p:spPr bwMode="auto">
            <a:xfrm>
              <a:off x="613" y="2630"/>
              <a:ext cx="3121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华文中宋" panose="02010600040101010101" pitchFamily="2" charset="-122"/>
                </a:defRPr>
              </a:lvl1pPr>
              <a:lvl2pPr marL="742950" indent="-285750" eaLnBrk="0" hangingPunct="0"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华文中宋" panose="02010600040101010101" pitchFamily="2" charset="-122"/>
                </a:defRPr>
              </a:lvl2pPr>
              <a:lvl3pPr marL="1143000" indent="-228600" eaLnBrk="0" hangingPunct="0"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华文中宋" panose="02010600040101010101" pitchFamily="2" charset="-122"/>
                </a:defRPr>
              </a:lvl3pPr>
              <a:lvl4pPr marL="1600200" indent="-228600" eaLnBrk="0" hangingPunct="0"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华文中宋" panose="02010600040101010101" pitchFamily="2" charset="-122"/>
                </a:defRPr>
              </a:lvl4pPr>
              <a:lvl5pPr marL="2057400" indent="-228600" eaLnBrk="0" hangingPunct="0"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华文中宋" panose="02010600040101010101" pitchFamily="2" charset="-122"/>
                </a:defRPr>
              </a:lvl9pPr>
            </a:lstStyle>
            <a:p>
              <a:pPr eaLnBrk="1" hangingPunct="1"/>
              <a:r>
                <a:rPr lang="en-US" altLang="zh-CN" sz="2000" b="1" i="1" dirty="0">
                  <a:solidFill>
                    <a:srgbClr val="000099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sz="2000" i="1" dirty="0">
                  <a:solidFill>
                    <a:srgbClr val="000099"/>
                  </a:solidFill>
                  <a:latin typeface="Times New Roman" panose="02020603050405020304" pitchFamily="18" charset="0"/>
                </a:rPr>
                <a:t>—— </a:t>
              </a:r>
              <a:r>
                <a:rPr lang="zh-CN" altLang="en-US" sz="20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轴承宽度</a:t>
              </a:r>
              <a:r>
                <a:rPr lang="zh-CN" altLang="en-US" sz="2000" dirty="0">
                  <a:solidFill>
                    <a:srgbClr val="000099"/>
                  </a:solidFill>
                  <a:latin typeface="Times New Roman" panose="02020603050405020304" pitchFamily="18" charset="0"/>
                </a:rPr>
                <a:t>，</a:t>
              </a:r>
              <a:r>
                <a:rPr lang="en-US" altLang="zh-CN" sz="2000" b="1" dirty="0">
                  <a:solidFill>
                    <a:srgbClr val="000099"/>
                  </a:solidFill>
                  <a:latin typeface="Times New Roman" panose="02020603050405020304" pitchFamily="18" charset="0"/>
                </a:rPr>
                <a:t>m</a:t>
              </a:r>
              <a:r>
                <a:rPr lang="zh-CN" altLang="en-US" sz="2000" dirty="0">
                  <a:solidFill>
                    <a:srgbClr val="000099"/>
                  </a:solidFill>
                  <a:latin typeface="Times New Roman" panose="02020603050405020304" pitchFamily="18" charset="0"/>
                </a:rPr>
                <a:t>； </a:t>
              </a:r>
              <a:endParaRPr lang="zh-CN" altLang="en-US" sz="2000" dirty="0">
                <a:solidFill>
                  <a:srgbClr val="000099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168" name="文本框 23587"/>
            <p:cNvSpPr txBox="1">
              <a:spLocks noChangeArrowheads="1"/>
            </p:cNvSpPr>
            <p:nvPr/>
          </p:nvSpPr>
          <p:spPr bwMode="auto">
            <a:xfrm>
              <a:off x="2197" y="2631"/>
              <a:ext cx="1733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华文中宋" panose="02010600040101010101" pitchFamily="2" charset="-122"/>
                </a:defRPr>
              </a:lvl1pPr>
              <a:lvl2pPr marL="742950" indent="-285750" eaLnBrk="0" hangingPunct="0"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华文中宋" panose="02010600040101010101" pitchFamily="2" charset="-122"/>
                </a:defRPr>
              </a:lvl2pPr>
              <a:lvl3pPr marL="1143000" indent="-228600" eaLnBrk="0" hangingPunct="0"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华文中宋" panose="02010600040101010101" pitchFamily="2" charset="-122"/>
                </a:defRPr>
              </a:lvl3pPr>
              <a:lvl4pPr marL="1600200" indent="-228600" eaLnBrk="0" hangingPunct="0"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华文中宋" panose="02010600040101010101" pitchFamily="2" charset="-122"/>
                </a:defRPr>
              </a:lvl4pPr>
              <a:lvl5pPr marL="2057400" indent="-228600" eaLnBrk="0" hangingPunct="0"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华文中宋" panose="02010600040101010101" pitchFamily="2" charset="-122"/>
                </a:defRPr>
              </a:lvl9pPr>
            </a:lstStyle>
            <a:p>
              <a:pPr eaLnBrk="1" hangingPunct="1"/>
              <a:r>
                <a:rPr lang="en-US" altLang="zh-CN" sz="2000" b="1" i="1" dirty="0">
                  <a:solidFill>
                    <a:srgbClr val="000099"/>
                  </a:solidFill>
                  <a:latin typeface="Times New Roman" panose="02020603050405020304" pitchFamily="18" charset="0"/>
                </a:rPr>
                <a:t>v</a:t>
              </a:r>
              <a:r>
                <a:rPr lang="en-US" altLang="zh-CN" sz="2000" i="1" dirty="0">
                  <a:solidFill>
                    <a:srgbClr val="000099"/>
                  </a:solidFill>
                  <a:latin typeface="Times New Roman" panose="02020603050405020304" pitchFamily="18" charset="0"/>
                </a:rPr>
                <a:t>—— </a:t>
              </a:r>
              <a:r>
                <a:rPr lang="zh-CN" altLang="en-US" sz="20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圆周速度</a:t>
              </a:r>
              <a:r>
                <a:rPr lang="zh-CN" altLang="en-US" sz="2000" dirty="0">
                  <a:solidFill>
                    <a:srgbClr val="000099"/>
                  </a:solidFill>
                  <a:latin typeface="Times New Roman" panose="02020603050405020304" pitchFamily="18" charset="0"/>
                </a:rPr>
                <a:t>，</a:t>
              </a:r>
              <a:r>
                <a:rPr lang="en-US" altLang="zh-CN" sz="2000" b="1" dirty="0">
                  <a:solidFill>
                    <a:srgbClr val="000099"/>
                  </a:solidFill>
                  <a:latin typeface="Times New Roman" panose="02020603050405020304" pitchFamily="18" charset="0"/>
                </a:rPr>
                <a:t>m/s</a:t>
              </a:r>
              <a:r>
                <a:rPr lang="zh-CN" altLang="en-US" sz="2000" dirty="0">
                  <a:solidFill>
                    <a:srgbClr val="000099"/>
                  </a:solidFill>
                  <a:latin typeface="Times New Roman" panose="02020603050405020304" pitchFamily="18" charset="0"/>
                </a:rPr>
                <a:t>。 </a:t>
              </a:r>
              <a:endParaRPr lang="zh-CN" altLang="en-US" sz="2000" dirty="0">
                <a:solidFill>
                  <a:srgbClr val="000099"/>
                </a:solidFill>
                <a:latin typeface="Times New Roman" panose="02020603050405020304" pitchFamily="18" charset="0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3589" name="文本框 23588"/>
              <p:cNvSpPr txBox="1">
                <a:spLocks noChangeArrowheads="1"/>
              </p:cNvSpPr>
              <p:nvPr/>
            </p:nvSpPr>
            <p:spPr bwMode="auto">
              <a:xfrm>
                <a:off x="899745" y="5157120"/>
                <a:ext cx="5970587" cy="12922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  <a:ea typeface="华文中宋" panose="02010600040101010101" pitchFamily="2" charset="-122"/>
                  </a:defRPr>
                </a:lvl1pPr>
                <a:lvl2pPr marL="742950" indent="-285750" eaLnBrk="0" hangingPunct="0"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  <a:ea typeface="华文中宋" panose="02010600040101010101" pitchFamily="2" charset="-122"/>
                  </a:defRPr>
                </a:lvl2pPr>
                <a:lvl3pPr marL="1143000" indent="-228600" eaLnBrk="0" hangingPunct="0"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  <a:ea typeface="华文中宋" panose="02010600040101010101" pitchFamily="2" charset="-122"/>
                  </a:defRPr>
                </a:lvl3pPr>
                <a:lvl4pPr marL="1600200" indent="-228600" eaLnBrk="0" hangingPunct="0"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  <a:ea typeface="华文中宋" panose="02010600040101010101" pitchFamily="2" charset="-122"/>
                  </a:defRPr>
                </a:lvl4pPr>
                <a:lvl5pPr marL="2057400" indent="-228600" eaLnBrk="0" hangingPunct="0"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  <a:ea typeface="华文中宋" panose="02010600040101010101" pitchFamily="2" charset="-122"/>
                  </a:defRPr>
                </a:lvl9pPr>
              </a:lstStyle>
              <a:p>
                <a:pPr eaLnBrk="1" hangingPunct="1">
                  <a:lnSpc>
                    <a:spcPct val="130000"/>
                  </a:lnSpc>
                </a:pPr>
                <a:r>
                  <a:rPr lang="zh-CN" altLang="en-US" sz="2000" dirty="0">
                    <a:solidFill>
                      <a:srgbClr val="000099"/>
                    </a:solidFill>
                    <a:latin typeface="Times New Roman" panose="02020603050405020304" pitchFamily="18" charset="0"/>
                  </a:rPr>
                  <a:t>分析思路：</a:t>
                </a:r>
                <a:r>
                  <a:rPr lang="en-US" altLang="zh-CN" sz="2000" dirty="0">
                    <a:solidFill>
                      <a:srgbClr val="000099"/>
                    </a:solidFill>
                    <a:latin typeface="Times New Roman" panose="02020603050405020304" pitchFamily="18" charset="0"/>
                  </a:rPr>
                  <a:t>1)</a:t>
                </a:r>
                <a:r>
                  <a:rPr lang="zh-CN" altLang="en-US" sz="2000" dirty="0">
                    <a:solidFill>
                      <a:srgbClr val="000099"/>
                    </a:solidFill>
                    <a:latin typeface="Times New Roman" panose="02020603050405020304" pitchFamily="18" charset="0"/>
                  </a:rPr>
                  <a:t>根据已知条件计算求得 </a:t>
                </a:r>
                <a:r>
                  <a:rPr lang="en-US" altLang="zh-CN" sz="2000" b="1" i="1" dirty="0" err="1">
                    <a:solidFill>
                      <a:srgbClr val="000099"/>
                    </a:solidFill>
                    <a:latin typeface="Times New Roman" panose="02020603050405020304" pitchFamily="18" charset="0"/>
                  </a:rPr>
                  <a:t>C</a:t>
                </a:r>
                <a:r>
                  <a:rPr lang="en-US" altLang="zh-CN" sz="2000" b="1" i="1" baseline="-30000" dirty="0" err="1">
                    <a:solidFill>
                      <a:srgbClr val="000099"/>
                    </a:solidFill>
                    <a:latin typeface="Times New Roman" panose="02020603050405020304" pitchFamily="18" charset="0"/>
                  </a:rPr>
                  <a:t>p</a:t>
                </a:r>
                <a:r>
                  <a:rPr lang="zh-CN" altLang="en-US" sz="2000" dirty="0">
                    <a:solidFill>
                      <a:srgbClr val="000099"/>
                    </a:solidFill>
                    <a:latin typeface="Times New Roman" panose="02020603050405020304" pitchFamily="18" charset="0"/>
                  </a:rPr>
                  <a:t>。</a:t>
                </a:r>
                <a:endParaRPr lang="zh-CN" altLang="en-US" sz="2000" dirty="0">
                  <a:solidFill>
                    <a:srgbClr val="000099"/>
                  </a:solidFill>
                  <a:latin typeface="Times New Roman" panose="02020603050405020304" pitchFamily="18" charset="0"/>
                </a:endParaRPr>
              </a:p>
              <a:p>
                <a:pPr eaLnBrk="1" hangingPunct="1">
                  <a:lnSpc>
                    <a:spcPct val="130000"/>
                  </a:lnSpc>
                </a:pPr>
                <a:r>
                  <a:rPr lang="zh-CN" altLang="en-US" sz="2000" dirty="0">
                    <a:solidFill>
                      <a:srgbClr val="000099"/>
                    </a:solidFill>
                    <a:latin typeface="Times New Roman" panose="02020603050405020304" pitchFamily="18" charset="0"/>
                  </a:rPr>
                  <a:t>　　            </a:t>
                </a:r>
                <a:r>
                  <a:rPr lang="en-US" altLang="zh-CN" sz="2000" dirty="0">
                    <a:solidFill>
                      <a:srgbClr val="000099"/>
                    </a:solidFill>
                    <a:latin typeface="Times New Roman" panose="02020603050405020304" pitchFamily="18" charset="0"/>
                  </a:rPr>
                  <a:t>2)</a:t>
                </a:r>
                <a:r>
                  <a:rPr lang="zh-CN" altLang="en-US" sz="2000" dirty="0">
                    <a:solidFill>
                      <a:srgbClr val="000099"/>
                    </a:solidFill>
                    <a:latin typeface="Times New Roman" panose="02020603050405020304" pitchFamily="18" charset="0"/>
                  </a:rPr>
                  <a:t>根据</a:t>
                </a:r>
                <a:r>
                  <a:rPr lang="en-US" altLang="zh-CN" sz="2000" b="1" i="1" dirty="0" err="1">
                    <a:solidFill>
                      <a:srgbClr val="000099"/>
                    </a:solidFill>
                    <a:latin typeface="Times New Roman" panose="02020603050405020304" pitchFamily="18" charset="0"/>
                  </a:rPr>
                  <a:t>C</a:t>
                </a:r>
                <a:r>
                  <a:rPr lang="en-US" altLang="zh-CN" sz="2000" b="1" i="1" baseline="-30000" dirty="0" err="1">
                    <a:solidFill>
                      <a:srgbClr val="000099"/>
                    </a:solidFill>
                    <a:latin typeface="Times New Roman" panose="02020603050405020304" pitchFamily="18" charset="0"/>
                  </a:rPr>
                  <a:t>p</a:t>
                </a:r>
                <a:r>
                  <a:rPr lang="zh-CN" altLang="en-US" sz="2000" dirty="0">
                    <a:solidFill>
                      <a:srgbClr val="000099"/>
                    </a:solidFill>
                    <a:latin typeface="Times New Roman" panose="02020603050405020304" pitchFamily="18" charset="0"/>
                  </a:rPr>
                  <a:t>由承载量系数表查取偏心率</a:t>
                </a:r>
                <a14:m>
                  <m:oMath xmlns:m="http://schemas.openxmlformats.org/officeDocument/2006/math">
                    <m:r>
                      <a:rPr lang="zh-CN" altLang="en-US" sz="2000" b="1" i="1" dirty="0" smtClean="0">
                        <a:solidFill>
                          <a:srgbClr val="000099"/>
                        </a:solidFill>
                        <a:latin typeface="Cambria Math" panose="02040503050406030204" pitchFamily="18" charset="0"/>
                      </a:rPr>
                      <m:t>𝜺</m:t>
                    </m:r>
                  </m:oMath>
                </a14:m>
                <a:r>
                  <a:rPr lang="zh-CN" altLang="en-US" sz="2000" dirty="0">
                    <a:solidFill>
                      <a:srgbClr val="000099"/>
                    </a:solidFill>
                    <a:latin typeface="Times New Roman" panose="02020603050405020304" pitchFamily="18" charset="0"/>
                  </a:rPr>
                  <a:t>。</a:t>
                </a:r>
                <a:endParaRPr lang="zh-CN" altLang="en-US" sz="2000" dirty="0">
                  <a:solidFill>
                    <a:srgbClr val="000099"/>
                  </a:solidFill>
                  <a:latin typeface="Times New Roman" panose="02020603050405020304" pitchFamily="18" charset="0"/>
                </a:endParaRPr>
              </a:p>
              <a:p>
                <a:pPr eaLnBrk="1" hangingPunct="1">
                  <a:lnSpc>
                    <a:spcPct val="130000"/>
                  </a:lnSpc>
                </a:pPr>
                <a:r>
                  <a:rPr lang="zh-CN" altLang="en-US" sz="2000" dirty="0">
                    <a:solidFill>
                      <a:srgbClr val="000099"/>
                    </a:solidFill>
                    <a:latin typeface="Times New Roman" panose="02020603050405020304" pitchFamily="18" charset="0"/>
                  </a:rPr>
                  <a:t>　　　　　</a:t>
                </a:r>
                <a:r>
                  <a:rPr lang="en-US" altLang="zh-CN" sz="2000" dirty="0">
                    <a:solidFill>
                      <a:srgbClr val="000099"/>
                    </a:solidFill>
                    <a:latin typeface="Times New Roman" panose="02020603050405020304" pitchFamily="18" charset="0"/>
                  </a:rPr>
                  <a:t>3)</a:t>
                </a:r>
                <a:r>
                  <a:rPr lang="en-US" altLang="zh-CN" sz="2000" i="1" dirty="0">
                    <a:solidFill>
                      <a:srgbClr val="000099"/>
                    </a:solidFill>
                    <a:latin typeface="Times New Roman" panose="02020603050405020304" pitchFamily="18" charset="0"/>
                  </a:rPr>
                  <a:t> </a:t>
                </a:r>
                <a:r>
                  <a:rPr lang="zh-CN" altLang="en-US" sz="2000" dirty="0">
                    <a:solidFill>
                      <a:srgbClr val="000099"/>
                    </a:solidFill>
                    <a:latin typeface="Times New Roman" panose="02020603050405020304" pitchFamily="18" charset="0"/>
                  </a:rPr>
                  <a:t>计算最小油膜厚度</a:t>
                </a:r>
                <a:r>
                  <a:rPr lang="en-US" altLang="zh-CN" sz="2000" b="1" i="1" dirty="0" err="1">
                    <a:solidFill>
                      <a:srgbClr val="000099"/>
                    </a:solidFill>
                    <a:latin typeface="Times New Roman" panose="02020603050405020304" pitchFamily="18" charset="0"/>
                  </a:rPr>
                  <a:t>h</a:t>
                </a:r>
                <a:r>
                  <a:rPr lang="en-US" altLang="zh-CN" sz="2000" b="1" baseline="-30000" dirty="0" err="1">
                    <a:solidFill>
                      <a:srgbClr val="000099"/>
                    </a:solidFill>
                    <a:latin typeface="Times New Roman" panose="02020603050405020304" pitchFamily="18" charset="0"/>
                  </a:rPr>
                  <a:t>min</a:t>
                </a:r>
                <a:r>
                  <a:rPr lang="en-US" altLang="zh-CN" sz="2000" b="1" dirty="0">
                    <a:solidFill>
                      <a:srgbClr val="000099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= </a:t>
                </a:r>
                <a:r>
                  <a:rPr lang="en-US" altLang="zh-CN" sz="2000" b="1" i="1" dirty="0" err="1">
                    <a:solidFill>
                      <a:srgbClr val="000099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rψ</a:t>
                </a:r>
                <a:r>
                  <a:rPr lang="en-US" altLang="zh-CN" sz="2000" b="1" dirty="0">
                    <a:solidFill>
                      <a:srgbClr val="000099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(1-</a:t>
                </a:r>
                <a14:m>
                  <m:oMath xmlns:m="http://schemas.openxmlformats.org/officeDocument/2006/math">
                    <m:r>
                      <a:rPr lang="zh-CN" altLang="en-US" sz="2000" b="1" i="1" dirty="0" smtClean="0">
                        <a:solidFill>
                          <a:srgbClr val="000099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𝜺</m:t>
                    </m:r>
                  </m:oMath>
                </a14:m>
                <a:r>
                  <a:rPr lang="en-US" altLang="zh-CN" sz="2000" b="1" dirty="0">
                    <a:solidFill>
                      <a:srgbClr val="000099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)</a:t>
                </a:r>
                <a:r>
                  <a:rPr lang="zh-CN" altLang="en-US" sz="2000" dirty="0">
                    <a:solidFill>
                      <a:srgbClr val="000099"/>
                    </a:solidFill>
                    <a:latin typeface="Times New Roman" panose="02020603050405020304" pitchFamily="18" charset="0"/>
                  </a:rPr>
                  <a:t>。 </a:t>
                </a:r>
                <a:endParaRPr lang="zh-CN" altLang="en-US" sz="2000" dirty="0">
                  <a:solidFill>
                    <a:srgbClr val="000099"/>
                  </a:solidFill>
                  <a:latin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3589" name="文本框 2358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99745" y="5157120"/>
                <a:ext cx="5970587" cy="1292225"/>
              </a:xfrm>
              <a:prstGeom prst="rect">
                <a:avLst/>
              </a:prstGeom>
              <a:blipFill rotWithShape="1">
                <a:blip r:embed="rId6"/>
                <a:stretch>
                  <a:fillRect l="-10" t="-22" r="4" b="-42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组合 9"/>
          <p:cNvGrpSpPr/>
          <p:nvPr/>
        </p:nvGrpSpPr>
        <p:grpSpPr bwMode="auto">
          <a:xfrm>
            <a:off x="683814" y="1700760"/>
            <a:ext cx="4688255" cy="705486"/>
            <a:chOff x="835" y="2754"/>
            <a:chExt cx="7382" cy="1109"/>
          </a:xfrm>
        </p:grpSpPr>
        <p:sp>
          <p:nvSpPr>
            <p:cNvPr id="6166" name="文本框 23578"/>
            <p:cNvSpPr txBox="1">
              <a:spLocks noChangeArrowheads="1"/>
            </p:cNvSpPr>
            <p:nvPr/>
          </p:nvSpPr>
          <p:spPr bwMode="auto">
            <a:xfrm>
              <a:off x="835" y="2981"/>
              <a:ext cx="4472" cy="4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华文中宋" panose="02010600040101010101" pitchFamily="2" charset="-122"/>
                </a:defRPr>
              </a:lvl1pPr>
              <a:lvl2pPr marL="742950" indent="-285750" eaLnBrk="0" hangingPunct="0"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华文中宋" panose="02010600040101010101" pitchFamily="2" charset="-122"/>
                </a:defRPr>
              </a:lvl2pPr>
              <a:lvl3pPr marL="1143000" indent="-228600" eaLnBrk="0" hangingPunct="0"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华文中宋" panose="02010600040101010101" pitchFamily="2" charset="-122"/>
                </a:defRPr>
              </a:lvl3pPr>
              <a:lvl4pPr marL="1600200" indent="-228600" eaLnBrk="0" hangingPunct="0"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华文中宋" panose="02010600040101010101" pitchFamily="2" charset="-122"/>
                </a:defRPr>
              </a:lvl4pPr>
              <a:lvl5pPr marL="2057400" indent="-228600" eaLnBrk="0" hangingPunct="0"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200">
                  <a:solidFill>
                    <a:schemeClr val="tx1"/>
                  </a:solidFill>
                  <a:latin typeface="Tahoma" panose="020B0604030504040204" pitchFamily="34" charset="0"/>
                  <a:ea typeface="华文中宋" panose="02010600040101010101" pitchFamily="2" charset="-122"/>
                </a:defRPr>
              </a:lvl9pPr>
            </a:lstStyle>
            <a:p>
              <a:pPr eaLnBrk="1" hangingPunct="1"/>
              <a:r>
                <a:rPr lang="zh-CN" altLang="en-US" sz="2000" dirty="0" smtClean="0">
                  <a:solidFill>
                    <a:srgbClr val="000099"/>
                  </a:solidFill>
                  <a:latin typeface="华文中宋" panose="02010600040101010101" pitchFamily="2" charset="-122"/>
                </a:rPr>
                <a:t>对一</a:t>
              </a:r>
              <a:r>
                <a:rPr lang="zh-CN" altLang="en-US" sz="2000" dirty="0">
                  <a:solidFill>
                    <a:srgbClr val="000099"/>
                  </a:solidFill>
                  <a:latin typeface="华文中宋" panose="02010600040101010101" pitchFamily="2" charset="-122"/>
                </a:rPr>
                <a:t>维</a:t>
              </a:r>
              <a:r>
                <a:rPr lang="zh-CN" altLang="en-US" sz="2000" dirty="0" smtClean="0">
                  <a:solidFill>
                    <a:srgbClr val="000099"/>
                  </a:solidFill>
                  <a:latin typeface="华文中宋" panose="02010600040101010101" pitchFamily="2" charset="-122"/>
                </a:rPr>
                <a:t>雷诺方程求积分 </a:t>
              </a:r>
              <a:endParaRPr lang="zh-CN" altLang="en-US" sz="2000" dirty="0">
                <a:solidFill>
                  <a:srgbClr val="000099"/>
                </a:solidFill>
                <a:latin typeface="华文中宋" panose="02010600040101010101" pitchFamily="2" charset="-122"/>
              </a:endParaRPr>
            </a:p>
          </p:txBody>
        </p:sp>
        <p:graphicFrame>
          <p:nvGraphicFramePr>
            <p:cNvPr id="6148" name="对象 1">
              <a:hlinkClick r:id="" action="ppaction://ole?verb=1"/>
            </p:cNvPr>
            <p:cNvGraphicFramePr>
              <a:graphicFrameLocks noChangeAspect="1"/>
            </p:cNvGraphicFramePr>
            <p:nvPr/>
          </p:nvGraphicFramePr>
          <p:xfrm>
            <a:off x="5143" y="2754"/>
            <a:ext cx="3074" cy="11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70" name="公式" r:id="rId7" imgW="1091565" imgH="393700" progId="Equation.3">
                    <p:embed/>
                  </p:oleObj>
                </mc:Choice>
                <mc:Fallback>
                  <p:oleObj name="公式" r:id="rId7" imgW="1091565" imgH="393700" progId="Equation.3">
                    <p:embed/>
                    <p:pic>
                      <p:nvPicPr>
                        <p:cNvPr id="0" name="对象 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43" y="2754"/>
                          <a:ext cx="3074" cy="110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" name="组合 8"/>
          <p:cNvGrpSpPr/>
          <p:nvPr/>
        </p:nvGrpSpPr>
        <p:grpSpPr bwMode="auto">
          <a:xfrm>
            <a:off x="755735" y="2852960"/>
            <a:ext cx="6161087" cy="855662"/>
            <a:chOff x="1232" y="4507"/>
            <a:chExt cx="9704" cy="1349"/>
          </a:xfrm>
        </p:grpSpPr>
        <p:grpSp>
          <p:nvGrpSpPr>
            <p:cNvPr id="6163" name="组合 23601"/>
            <p:cNvGrpSpPr/>
            <p:nvPr/>
          </p:nvGrpSpPr>
          <p:grpSpPr bwMode="auto">
            <a:xfrm>
              <a:off x="1232" y="4852"/>
              <a:ext cx="5642" cy="697"/>
              <a:chOff x="312" y="1534"/>
              <a:chExt cx="2257" cy="279"/>
            </a:xfrm>
          </p:grpSpPr>
          <p:sp>
            <p:nvSpPr>
              <p:cNvPr id="6164" name="文本框 23595"/>
              <p:cNvSpPr txBox="1">
                <a:spLocks noChangeArrowheads="1"/>
              </p:cNvSpPr>
              <p:nvPr/>
            </p:nvSpPr>
            <p:spPr bwMode="auto">
              <a:xfrm>
                <a:off x="2294" y="1534"/>
                <a:ext cx="275" cy="25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  <a:ea typeface="华文中宋" panose="02010600040101010101" pitchFamily="2" charset="-122"/>
                  </a:defRPr>
                </a:lvl1pPr>
                <a:lvl2pPr marL="742950" indent="-285750" eaLnBrk="0" hangingPunct="0"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  <a:ea typeface="华文中宋" panose="02010600040101010101" pitchFamily="2" charset="-122"/>
                  </a:defRPr>
                </a:lvl2pPr>
                <a:lvl3pPr marL="1143000" indent="-228600" eaLnBrk="0" hangingPunct="0"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  <a:ea typeface="华文中宋" panose="02010600040101010101" pitchFamily="2" charset="-122"/>
                  </a:defRPr>
                </a:lvl3pPr>
                <a:lvl4pPr marL="1600200" indent="-228600" eaLnBrk="0" hangingPunct="0"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  <a:ea typeface="华文中宋" panose="02010600040101010101" pitchFamily="2" charset="-122"/>
                  </a:defRPr>
                </a:lvl4pPr>
                <a:lvl5pPr marL="2057400" indent="-228600" eaLnBrk="0" hangingPunct="0"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  <a:ea typeface="华文中宋" panose="0201060004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000">
                    <a:solidFill>
                      <a:srgbClr val="000099"/>
                    </a:solidFill>
                  </a:rPr>
                  <a:t>或</a:t>
                </a:r>
                <a:endParaRPr lang="zh-CN" altLang="en-US" sz="2000">
                  <a:solidFill>
                    <a:srgbClr val="000099"/>
                  </a:solidFill>
                </a:endParaRPr>
              </a:p>
            </p:txBody>
          </p:sp>
          <p:sp>
            <p:nvSpPr>
              <p:cNvPr id="6165" name="文本框 23597"/>
              <p:cNvSpPr txBox="1">
                <a:spLocks noChangeArrowheads="1"/>
              </p:cNvSpPr>
              <p:nvPr/>
            </p:nvSpPr>
            <p:spPr bwMode="auto">
              <a:xfrm>
                <a:off x="312" y="1562"/>
                <a:ext cx="595" cy="25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  <a:ea typeface="华文中宋" panose="02010600040101010101" pitchFamily="2" charset="-122"/>
                  </a:defRPr>
                </a:lvl1pPr>
                <a:lvl2pPr marL="742950" indent="-285750" eaLnBrk="0" hangingPunct="0"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  <a:ea typeface="华文中宋" panose="02010600040101010101" pitchFamily="2" charset="-122"/>
                  </a:defRPr>
                </a:lvl2pPr>
                <a:lvl3pPr marL="1143000" indent="-228600" eaLnBrk="0" hangingPunct="0"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  <a:ea typeface="华文中宋" panose="02010600040101010101" pitchFamily="2" charset="-122"/>
                  </a:defRPr>
                </a:lvl3pPr>
                <a:lvl4pPr marL="1600200" indent="-228600" eaLnBrk="0" hangingPunct="0"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  <a:ea typeface="华文中宋" panose="02010600040101010101" pitchFamily="2" charset="-122"/>
                  </a:defRPr>
                </a:lvl4pPr>
                <a:lvl5pPr marL="2057400" indent="-228600" eaLnBrk="0" hangingPunct="0"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  <a:ea typeface="华文中宋" panose="0201060004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000">
                    <a:solidFill>
                      <a:srgbClr val="000099"/>
                    </a:solidFill>
                    <a:latin typeface="华文中宋" panose="02010600040101010101" pitchFamily="2" charset="-122"/>
                  </a:rPr>
                  <a:t>可得：</a:t>
                </a:r>
                <a:endParaRPr lang="zh-CN" altLang="en-US" sz="2000">
                  <a:solidFill>
                    <a:srgbClr val="000099"/>
                  </a:solidFill>
                  <a:latin typeface="华文中宋" panose="02010600040101010101" pitchFamily="2" charset="-122"/>
                </a:endParaRPr>
              </a:p>
            </p:txBody>
          </p:sp>
        </p:grpSp>
        <p:graphicFrame>
          <p:nvGraphicFramePr>
            <p:cNvPr id="6146" name="对象 2">
              <a:hlinkClick r:id="" action="ppaction://ole?verb=1"/>
            </p:cNvPr>
            <p:cNvGraphicFramePr>
              <a:graphicFrameLocks noChangeAspect="1"/>
            </p:cNvGraphicFramePr>
            <p:nvPr/>
          </p:nvGraphicFramePr>
          <p:xfrm>
            <a:off x="3065" y="4622"/>
            <a:ext cx="2583" cy="12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71" name="" r:id="rId9" imgW="876300" imgH="419100" progId="Equation.KSEE3">
                    <p:embed/>
                  </p:oleObj>
                </mc:Choice>
                <mc:Fallback>
                  <p:oleObj name="" r:id="rId9" imgW="876300" imgH="419100" progId="Equation.KSEE3">
                    <p:embed/>
                    <p:pic>
                      <p:nvPicPr>
                        <p:cNvPr id="0" name="对象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65" y="4622"/>
                          <a:ext cx="2583" cy="12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47" name="对象 5">
              <a:hlinkClick r:id="" action="ppaction://ole?verb=1"/>
            </p:cNvPr>
            <p:cNvGraphicFramePr>
              <a:graphicFrameLocks noChangeAspect="1"/>
            </p:cNvGraphicFramePr>
            <p:nvPr/>
          </p:nvGraphicFramePr>
          <p:xfrm>
            <a:off x="7502" y="4507"/>
            <a:ext cx="3434" cy="12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72" name="" r:id="rId11" imgW="1244600" imgH="444500" progId="Equation.KSEE3">
                    <p:embed/>
                  </p:oleObj>
                </mc:Choice>
                <mc:Fallback>
                  <p:oleObj name="" r:id="rId11" imgW="1244600" imgH="444500" progId="Equation.KSEE3">
                    <p:embed/>
                    <p:pic>
                      <p:nvPicPr>
                        <p:cNvPr id="0" name="对象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502" y="4507"/>
                          <a:ext cx="3434" cy="122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" name="文本框 57355"/>
          <p:cNvSpPr txBox="1">
            <a:spLocks noChangeArrowheads="1"/>
          </p:cNvSpPr>
          <p:nvPr/>
        </p:nvSpPr>
        <p:spPr bwMode="auto">
          <a:xfrm>
            <a:off x="169863" y="787400"/>
            <a:ext cx="4440237" cy="429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五、径向滑动轴承工作能计算简介</a:t>
            </a:r>
            <a:endParaRPr lang="zh-CN" altLang="en-US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文本框 57355"/>
          <p:cNvSpPr txBox="1">
            <a:spLocks noChangeArrowheads="1"/>
          </p:cNvSpPr>
          <p:nvPr/>
        </p:nvSpPr>
        <p:spPr bwMode="auto">
          <a:xfrm>
            <a:off x="395710" y="1196845"/>
            <a:ext cx="4367213" cy="430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</a:rPr>
              <a:t>、轴承的承载量计算和承载量系数</a:t>
            </a:r>
            <a:endParaRPr lang="zh-CN" altLang="en-US" sz="2000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6162" name="直接连接符 6"/>
          <p:cNvSpPr>
            <a:spLocks noChangeShapeType="1"/>
          </p:cNvSpPr>
          <p:nvPr/>
        </p:nvSpPr>
        <p:spPr bwMode="auto">
          <a:xfrm>
            <a:off x="0" y="765175"/>
            <a:ext cx="9144000" cy="0"/>
          </a:xfrm>
          <a:prstGeom prst="line">
            <a:avLst/>
          </a:prstGeom>
          <a:noFill/>
          <a:ln w="28575">
            <a:solidFill>
              <a:srgbClr val="C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" name="Rectangle 2"/>
          <p:cNvSpPr>
            <a:spLocks noGrp="1" noChangeArrowheads="1"/>
          </p:cNvSpPr>
          <p:nvPr/>
        </p:nvSpPr>
        <p:spPr bwMode="auto">
          <a:xfrm>
            <a:off x="2124075" y="188595"/>
            <a:ext cx="7128510" cy="490855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kumimoji="1" lang="en-US" altLang="zh-CN" sz="3000" kern="1200" dirty="0" smtClean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3.6-12 </a:t>
            </a:r>
            <a:r>
              <a:rPr lang="zh-CN" altLang="en-US" sz="3000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流体润滑滑动轴承的润滑机理</a:t>
            </a:r>
            <a:endParaRPr kumimoji="1" lang="zh-CN" altLang="en-US" sz="3000" kern="1200" dirty="0" smtClean="0">
              <a:solidFill>
                <a:srgbClr val="CC3300"/>
              </a:solidFill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  <p:transition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3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3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23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81" grpId="0"/>
      <p:bldP spid="23582" grpId="0"/>
      <p:bldP spid="23589" grpId="0" bldLvl="0" animBg="1"/>
      <p:bldP spid="7" grpId="0"/>
      <p:bldP spid="8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03" name="Picture 75" descr="NEXT1">
            <a:hlinkClick r:id="" action="ppaction://hlinkshowjump?jump=nextslide"/>
          </p:cNvPr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42363" y="6523038"/>
            <a:ext cx="287337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04" name="Picture 74" descr="back1">
            <a:hlinkClick r:id="" action="ppaction://hlinkshowjump?jump=previousslide"/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2788" y="6523038"/>
            <a:ext cx="287337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05" name="Picture 73" descr="rewind1">
            <a:hlinkClick r:id="rId3" action="ppaction://hlinksldjump"/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4800" y="6523038"/>
            <a:ext cx="287338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587" name="文本框 24586"/>
          <p:cNvSpPr txBox="1">
            <a:spLocks noChangeArrowheads="1"/>
          </p:cNvSpPr>
          <p:nvPr/>
        </p:nvSpPr>
        <p:spPr bwMode="auto">
          <a:xfrm>
            <a:off x="755735" y="1412860"/>
            <a:ext cx="486543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 sz="2000" dirty="0" smtClean="0">
                <a:solidFill>
                  <a:srgbClr val="000099"/>
                </a:solidFill>
                <a:latin typeface="Times New Roman" panose="02020603050405020304" pitchFamily="18" charset="0"/>
              </a:rPr>
              <a:t>流体动力</a:t>
            </a:r>
            <a:r>
              <a:rPr lang="zh-CN" altLang="en-US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润滑轴承的设计应保证：</a:t>
            </a:r>
            <a:r>
              <a:rPr lang="en-US" altLang="zh-CN" sz="2000" i="1" dirty="0" err="1">
                <a:solidFill>
                  <a:srgbClr val="000099"/>
                </a:solidFill>
                <a:latin typeface="Times New Roman" panose="02020603050405020304" pitchFamily="18" charset="0"/>
              </a:rPr>
              <a:t>h</a:t>
            </a:r>
            <a:r>
              <a:rPr lang="en-US" altLang="zh-CN" sz="2000" baseline="-30000" dirty="0" err="1">
                <a:solidFill>
                  <a:srgbClr val="000099"/>
                </a:solidFill>
                <a:latin typeface="Times New Roman" panose="02020603050405020304" pitchFamily="18" charset="0"/>
              </a:rPr>
              <a:t>min</a:t>
            </a:r>
            <a:r>
              <a:rPr lang="en-US" altLang="zh-CN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≥[</a:t>
            </a:r>
            <a:r>
              <a:rPr lang="en-US" altLang="zh-CN" sz="2000" i="1" dirty="0">
                <a:solidFill>
                  <a:srgbClr val="000099"/>
                </a:solidFill>
                <a:latin typeface="Times New Roman" panose="02020603050405020304" pitchFamily="18" charset="0"/>
              </a:rPr>
              <a:t>h</a:t>
            </a:r>
            <a:r>
              <a:rPr lang="en-US" altLang="zh-CN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]</a:t>
            </a:r>
            <a:endParaRPr lang="en-US" altLang="zh-CN" sz="2000" dirty="0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24588" name="文本框 24587"/>
          <p:cNvSpPr txBox="1">
            <a:spLocks noChangeArrowheads="1"/>
          </p:cNvSpPr>
          <p:nvPr/>
        </p:nvSpPr>
        <p:spPr bwMode="auto">
          <a:xfrm>
            <a:off x="514350" y="1919288"/>
            <a:ext cx="47656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 sz="2000" dirty="0">
                <a:solidFill>
                  <a:srgbClr val="000099"/>
                </a:solidFill>
              </a:rPr>
              <a:t>其中：                           </a:t>
            </a:r>
            <a:r>
              <a:rPr lang="en-US" altLang="zh-CN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[</a:t>
            </a:r>
            <a:r>
              <a:rPr lang="en-US" altLang="zh-CN" sz="2000" i="1" dirty="0">
                <a:solidFill>
                  <a:srgbClr val="000099"/>
                </a:solidFill>
                <a:latin typeface="Times New Roman" panose="02020603050405020304" pitchFamily="18" charset="0"/>
              </a:rPr>
              <a:t>h</a:t>
            </a:r>
            <a:r>
              <a:rPr lang="en-US" altLang="zh-CN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]=4</a:t>
            </a:r>
            <a:r>
              <a:rPr lang="en-US" altLang="zh-CN" sz="2000" i="1" dirty="0">
                <a:solidFill>
                  <a:srgbClr val="000099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CN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000" i="1" dirty="0">
                <a:solidFill>
                  <a:srgbClr val="000099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2000" i="1" baseline="-30000" dirty="0">
                <a:solidFill>
                  <a:srgbClr val="000099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000" baseline="-30000" dirty="0">
                <a:solidFill>
                  <a:srgbClr val="000099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+</a:t>
            </a:r>
            <a:r>
              <a:rPr lang="en-US" altLang="zh-CN" sz="2000" i="1" dirty="0">
                <a:solidFill>
                  <a:srgbClr val="000099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2000" i="1" baseline="-30000" dirty="0">
                <a:solidFill>
                  <a:srgbClr val="000099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000" baseline="-30000" dirty="0">
                <a:solidFill>
                  <a:srgbClr val="000099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)</a:t>
            </a:r>
            <a:endParaRPr lang="en-US" altLang="zh-CN" sz="2000" dirty="0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24589" name="文本框 24588"/>
          <p:cNvSpPr txBox="1">
            <a:spLocks noChangeArrowheads="1"/>
          </p:cNvSpPr>
          <p:nvPr/>
        </p:nvSpPr>
        <p:spPr bwMode="auto">
          <a:xfrm>
            <a:off x="539720" y="4149050"/>
            <a:ext cx="8077200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en-US" altLang="zh-CN" sz="2000" i="1" dirty="0">
                <a:solidFill>
                  <a:srgbClr val="000099"/>
                </a:solidFill>
                <a:latin typeface="Times New Roman" panose="02020603050405020304" pitchFamily="18" charset="0"/>
              </a:rPr>
              <a:t>S—— </a:t>
            </a:r>
            <a:r>
              <a:rPr lang="zh-CN" altLang="en-US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安全系数，考虑表面几何形状误差和轴颈挠曲变形等，常取</a:t>
            </a:r>
            <a:r>
              <a:rPr lang="en-US" altLang="zh-CN" sz="2000" i="1" dirty="0">
                <a:solidFill>
                  <a:srgbClr val="000099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CN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≥2</a:t>
            </a:r>
            <a:r>
              <a:rPr lang="zh-CN" altLang="en-US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。</a:t>
            </a:r>
            <a:endParaRPr lang="zh-CN" altLang="en-US" sz="2000" dirty="0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24590" name="文本框 24589"/>
          <p:cNvSpPr txBox="1">
            <a:spLocks noChangeArrowheads="1"/>
          </p:cNvSpPr>
          <p:nvPr/>
        </p:nvSpPr>
        <p:spPr bwMode="auto">
          <a:xfrm>
            <a:off x="1962150" y="3032125"/>
            <a:ext cx="5962650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对于一般轴承可取为</a:t>
            </a:r>
            <a:r>
              <a:rPr lang="en-US" altLang="zh-CN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0.8</a:t>
            </a:r>
            <a:r>
              <a:rPr lang="en-US" altLang="zh-CN" sz="1600" i="1" dirty="0">
                <a:solidFill>
                  <a:srgbClr val="000099"/>
                </a:solidFill>
                <a:latin typeface="Times New Roman" panose="02020603050405020304" pitchFamily="18" charset="0"/>
              </a:rPr>
              <a:t>μ</a:t>
            </a:r>
            <a:r>
              <a:rPr lang="en-US" altLang="zh-CN" sz="2000" i="1" dirty="0">
                <a:solidFill>
                  <a:srgbClr val="000099"/>
                </a:solidFill>
                <a:latin typeface="Times New Roman" panose="02020603050405020304" pitchFamily="18" charset="0"/>
              </a:rPr>
              <a:t>m</a:t>
            </a:r>
            <a:r>
              <a:rPr lang="zh-CN" altLang="en-US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和</a:t>
            </a:r>
            <a:r>
              <a:rPr lang="en-US" altLang="zh-CN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1.6</a:t>
            </a:r>
            <a:r>
              <a:rPr lang="en-US" altLang="zh-CN" sz="1600" i="1" dirty="0">
                <a:solidFill>
                  <a:srgbClr val="000099"/>
                </a:solidFill>
                <a:latin typeface="Times New Roman" panose="02020603050405020304" pitchFamily="18" charset="0"/>
              </a:rPr>
              <a:t>μ</a:t>
            </a:r>
            <a:r>
              <a:rPr lang="en-US" altLang="zh-CN" sz="2000" i="1" dirty="0">
                <a:solidFill>
                  <a:srgbClr val="000099"/>
                </a:solidFill>
                <a:latin typeface="Times New Roman" panose="02020603050405020304" pitchFamily="18" charset="0"/>
              </a:rPr>
              <a:t>m</a:t>
            </a:r>
            <a:r>
              <a:rPr lang="zh-CN" altLang="en-US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0.4 </a:t>
            </a:r>
            <a:r>
              <a:rPr lang="en-US" altLang="zh-CN" sz="1600" i="1" dirty="0" err="1">
                <a:solidFill>
                  <a:srgbClr val="000099"/>
                </a:solidFill>
                <a:latin typeface="Times New Roman" panose="02020603050405020304" pitchFamily="18" charset="0"/>
              </a:rPr>
              <a:t>μ</a:t>
            </a:r>
            <a:r>
              <a:rPr lang="en-US" altLang="zh-CN" sz="2000" i="1" dirty="0" err="1">
                <a:solidFill>
                  <a:srgbClr val="000099"/>
                </a:solidFill>
                <a:latin typeface="Times New Roman" panose="02020603050405020304" pitchFamily="18" charset="0"/>
              </a:rPr>
              <a:t>m</a:t>
            </a:r>
            <a:r>
              <a:rPr lang="zh-CN" altLang="en-US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和</a:t>
            </a:r>
            <a:r>
              <a:rPr lang="en-US" altLang="zh-CN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0.8</a:t>
            </a:r>
            <a:r>
              <a:rPr lang="en-US" altLang="zh-CN" sz="1600" i="1" dirty="0">
                <a:solidFill>
                  <a:srgbClr val="000099"/>
                </a:solidFill>
                <a:latin typeface="Times New Roman" panose="02020603050405020304" pitchFamily="18" charset="0"/>
              </a:rPr>
              <a:t>μ</a:t>
            </a:r>
            <a:r>
              <a:rPr lang="en-US" altLang="zh-CN" sz="2000" i="1" dirty="0">
                <a:solidFill>
                  <a:srgbClr val="000099"/>
                </a:solidFill>
                <a:latin typeface="Times New Roman" panose="02020603050405020304" pitchFamily="18" charset="0"/>
              </a:rPr>
              <a:t>m</a:t>
            </a:r>
            <a:r>
              <a:rPr lang="zh-CN" altLang="en-US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。</a:t>
            </a:r>
            <a:endParaRPr lang="zh-CN" altLang="en-US" sz="2000" dirty="0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24591" name="文本框 24590"/>
          <p:cNvSpPr txBox="1">
            <a:spLocks noChangeArrowheads="1"/>
          </p:cNvSpPr>
          <p:nvPr/>
        </p:nvSpPr>
        <p:spPr bwMode="auto">
          <a:xfrm>
            <a:off x="1907815" y="3573010"/>
            <a:ext cx="6372225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对于重要轴承可取为</a:t>
            </a:r>
            <a:r>
              <a:rPr lang="en-US" altLang="zh-CN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0.2</a:t>
            </a:r>
            <a:r>
              <a:rPr lang="en-US" altLang="zh-CN" sz="1600" i="1" dirty="0">
                <a:solidFill>
                  <a:srgbClr val="000099"/>
                </a:solidFill>
                <a:latin typeface="Times New Roman" panose="02020603050405020304" pitchFamily="18" charset="0"/>
              </a:rPr>
              <a:t>μ</a:t>
            </a:r>
            <a:r>
              <a:rPr lang="en-US" altLang="zh-CN" sz="2000" i="1" dirty="0">
                <a:solidFill>
                  <a:srgbClr val="000099"/>
                </a:solidFill>
                <a:latin typeface="Times New Roman" panose="02020603050405020304" pitchFamily="18" charset="0"/>
              </a:rPr>
              <a:t>m</a:t>
            </a:r>
            <a:r>
              <a:rPr lang="zh-CN" altLang="en-US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和</a:t>
            </a:r>
            <a:r>
              <a:rPr lang="en-US" altLang="zh-CN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0.4</a:t>
            </a:r>
            <a:r>
              <a:rPr lang="en-US" altLang="zh-CN" sz="1600" i="1" dirty="0">
                <a:solidFill>
                  <a:srgbClr val="000099"/>
                </a:solidFill>
                <a:latin typeface="Times New Roman" panose="02020603050405020304" pitchFamily="18" charset="0"/>
              </a:rPr>
              <a:t>μ</a:t>
            </a:r>
            <a:r>
              <a:rPr lang="en-US" altLang="zh-CN" sz="2000" i="1" dirty="0">
                <a:solidFill>
                  <a:srgbClr val="000099"/>
                </a:solidFill>
                <a:latin typeface="Times New Roman" panose="02020603050405020304" pitchFamily="18" charset="0"/>
              </a:rPr>
              <a:t>m</a:t>
            </a:r>
            <a:r>
              <a:rPr lang="zh-CN" altLang="en-US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，或</a:t>
            </a:r>
            <a:r>
              <a:rPr lang="en-US" altLang="zh-CN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0.05</a:t>
            </a:r>
            <a:r>
              <a:rPr lang="en-US" altLang="zh-CN" sz="1400" i="1" dirty="0">
                <a:solidFill>
                  <a:srgbClr val="000099"/>
                </a:solidFill>
                <a:latin typeface="Times New Roman" panose="02020603050405020304" pitchFamily="18" charset="0"/>
              </a:rPr>
              <a:t>μ</a:t>
            </a:r>
            <a:r>
              <a:rPr lang="en-US" altLang="zh-CN" sz="2000" i="1" dirty="0">
                <a:solidFill>
                  <a:srgbClr val="000099"/>
                </a:solidFill>
                <a:latin typeface="Times New Roman" panose="02020603050405020304" pitchFamily="18" charset="0"/>
              </a:rPr>
              <a:t>m</a:t>
            </a:r>
            <a:r>
              <a:rPr lang="zh-CN" altLang="en-US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和</a:t>
            </a:r>
            <a:r>
              <a:rPr lang="en-US" altLang="zh-CN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0.1</a:t>
            </a:r>
            <a:r>
              <a:rPr lang="en-US" altLang="zh-CN" sz="1600" i="1" dirty="0">
                <a:solidFill>
                  <a:srgbClr val="000099"/>
                </a:solidFill>
                <a:latin typeface="Times New Roman" panose="02020603050405020304" pitchFamily="18" charset="0"/>
              </a:rPr>
              <a:t>μ</a:t>
            </a:r>
            <a:r>
              <a:rPr lang="en-US" altLang="zh-CN" sz="2000" i="1" dirty="0">
                <a:solidFill>
                  <a:srgbClr val="000099"/>
                </a:solidFill>
                <a:latin typeface="Times New Roman" panose="02020603050405020304" pitchFamily="18" charset="0"/>
              </a:rPr>
              <a:t>m</a:t>
            </a:r>
            <a:r>
              <a:rPr lang="zh-CN" altLang="en-US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。</a:t>
            </a:r>
            <a:endParaRPr lang="zh-CN" altLang="en-US" sz="2000" dirty="0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24585" name="文本框 24584"/>
          <p:cNvSpPr txBox="1">
            <a:spLocks noChangeArrowheads="1"/>
          </p:cNvSpPr>
          <p:nvPr/>
        </p:nvSpPr>
        <p:spPr bwMode="auto">
          <a:xfrm>
            <a:off x="514350" y="2473325"/>
            <a:ext cx="8318500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en-US" altLang="zh-CN" sz="2000" i="1" dirty="0">
                <a:solidFill>
                  <a:srgbClr val="000099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2000" i="1" baseline="-30000" dirty="0">
                <a:solidFill>
                  <a:srgbClr val="000099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000" baseline="-30000" dirty="0">
                <a:solidFill>
                  <a:srgbClr val="000099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、</a:t>
            </a:r>
            <a:r>
              <a:rPr lang="en-US" altLang="zh-CN" sz="2000" i="1" dirty="0">
                <a:solidFill>
                  <a:srgbClr val="000099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2000" i="1" baseline="-30000" dirty="0">
                <a:solidFill>
                  <a:srgbClr val="000099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000" baseline="-30000" dirty="0">
                <a:solidFill>
                  <a:srgbClr val="000099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000" i="1" dirty="0">
                <a:solidFill>
                  <a:srgbClr val="000099"/>
                </a:solidFill>
                <a:latin typeface="Times New Roman" panose="02020603050405020304" pitchFamily="18" charset="0"/>
              </a:rPr>
              <a:t>—— </a:t>
            </a:r>
            <a:r>
              <a:rPr lang="zh-CN" altLang="en-US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分别为轴颈和轴承孔表面粗糙度十点高度。</a:t>
            </a:r>
            <a:endParaRPr lang="zh-CN" altLang="en-US" sz="2000" dirty="0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62467" name="文本框 57355"/>
          <p:cNvSpPr txBox="1">
            <a:spLocks noChangeArrowheads="1"/>
          </p:cNvSpPr>
          <p:nvPr/>
        </p:nvSpPr>
        <p:spPr bwMode="auto">
          <a:xfrm>
            <a:off x="352425" y="879475"/>
            <a:ext cx="3943350" cy="430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</a:rPr>
              <a:t>、最小油膜厚度</a:t>
            </a:r>
            <a:r>
              <a:rPr lang="zh-CN" altLang="en-US" sz="2000" i="1" dirty="0">
                <a:solidFill>
                  <a:srgbClr val="0000FF"/>
                </a:solidFill>
                <a:latin typeface="Times New Roman" panose="02020603050405020304" pitchFamily="18" charset="0"/>
              </a:rPr>
              <a:t>h</a:t>
            </a:r>
            <a:r>
              <a:rPr lang="zh-CN" altLang="en-US" sz="2000" i="1" baseline="-25000" dirty="0">
                <a:solidFill>
                  <a:srgbClr val="0000FF"/>
                </a:solidFill>
                <a:latin typeface="Times New Roman" panose="02020603050405020304" pitchFamily="18" charset="0"/>
              </a:rPr>
              <a:t>min</a:t>
            </a:r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</a:rPr>
              <a:t>的确定</a:t>
            </a:r>
            <a:endParaRPr lang="zh-CN" altLang="en-US" sz="2000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1213" name="直接连接符 6"/>
          <p:cNvSpPr>
            <a:spLocks noChangeShapeType="1"/>
          </p:cNvSpPr>
          <p:nvPr/>
        </p:nvSpPr>
        <p:spPr bwMode="auto">
          <a:xfrm>
            <a:off x="0" y="765175"/>
            <a:ext cx="9144000" cy="0"/>
          </a:xfrm>
          <a:prstGeom prst="line">
            <a:avLst/>
          </a:prstGeom>
          <a:noFill/>
          <a:ln w="28575">
            <a:solidFill>
              <a:srgbClr val="C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124075" y="188595"/>
            <a:ext cx="7128510" cy="490855"/>
          </a:xfr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eaLnBrk="1" hangingPunct="1">
              <a:defRPr/>
            </a:pPr>
            <a:r>
              <a:rPr kumimoji="1" lang="en-US" altLang="zh-CN" sz="3000" kern="1200" dirty="0" smtClean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3.6-12 </a:t>
            </a:r>
            <a:r>
              <a:rPr lang="zh-CN" altLang="en-US" sz="3000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流体润滑滑动轴承的润滑机理</a:t>
            </a:r>
            <a:endParaRPr kumimoji="1" lang="zh-CN" altLang="en-US" sz="3000" kern="1200" dirty="0" smtClean="0">
              <a:solidFill>
                <a:srgbClr val="CC3300"/>
              </a:solidFill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  <p:transition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2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4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4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4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24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24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24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87" grpId="0"/>
      <p:bldP spid="24588" grpId="0"/>
      <p:bldP spid="24589" grpId="0"/>
      <p:bldP spid="24590" grpId="0"/>
      <p:bldP spid="24591" grpId="0"/>
      <p:bldP spid="24585" grpId="0"/>
      <p:bldP spid="62467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7" name="Picture 75" descr="NEXT1">
            <a:hlinkClick r:id="" action="ppaction://hlinkshowjump?jump=nextslide"/>
          </p:cNvPr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42363" y="6523038"/>
            <a:ext cx="287337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8" name="Picture 74" descr="back1">
            <a:hlinkClick r:id="" action="ppaction://hlinkshowjump?jump=previousslide"/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2788" y="6523038"/>
            <a:ext cx="287337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9" name="Picture 73" descr="rewind1">
            <a:hlinkClick r:id="rId3" action="ppaction://hlinksldjump"/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4800" y="6523038"/>
            <a:ext cx="287338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文本框 57355"/>
          <p:cNvSpPr txBox="1">
            <a:spLocks noChangeArrowheads="1"/>
          </p:cNvSpPr>
          <p:nvPr/>
        </p:nvSpPr>
        <p:spPr bwMode="auto">
          <a:xfrm>
            <a:off x="352425" y="765175"/>
            <a:ext cx="3135313" cy="430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</a:rPr>
              <a:t>3</a:t>
            </a:r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</a:rPr>
              <a:t>、</a:t>
            </a:r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sym typeface="宋体" panose="02010600030101010101" pitchFamily="2" charset="-122"/>
              </a:rPr>
              <a:t>轴承的热平衡计算</a:t>
            </a:r>
            <a:endParaRPr lang="zh-CN" altLang="en-US" sz="2000" dirty="0">
              <a:solidFill>
                <a:srgbClr val="0000FF"/>
              </a:solidFill>
              <a:latin typeface="Times New Roman" panose="02020603050405020304" pitchFamily="18" charset="0"/>
              <a:sym typeface="宋体" panose="02010600030101010101" pitchFamily="2" charset="-122"/>
            </a:endParaRPr>
          </a:p>
        </p:txBody>
      </p:sp>
      <p:sp>
        <p:nvSpPr>
          <p:cNvPr id="101383" name="Rectangle 7"/>
          <p:cNvSpPr>
            <a:spLocks noChangeArrowheads="1"/>
          </p:cNvSpPr>
          <p:nvPr/>
        </p:nvSpPr>
        <p:spPr bwMode="auto">
          <a:xfrm>
            <a:off x="0" y="1143119"/>
            <a:ext cx="8929688" cy="861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indent="3048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en-US" altLang="zh-CN" sz="2000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zh-CN" sz="2000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轴承运转中达到热平衡状态的条件是：单位时间内轴承由于摩擦所产生的热量</a:t>
            </a:r>
            <a:r>
              <a:rPr lang="en-US" altLang="zh-CN" sz="2000" i="1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zh-CN" altLang="en-US" sz="2000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等于同时间内流动的油所带走的热量</a:t>
            </a:r>
            <a:r>
              <a:rPr lang="en-US" altLang="zh-CN" sz="20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000" i="1" baseline="-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000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与轴承散发的热量</a:t>
            </a:r>
            <a:r>
              <a:rPr lang="en-US" altLang="zh-CN" sz="20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sz="2000" i="1" baseline="-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000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之和，即</a:t>
            </a:r>
            <a:endParaRPr lang="zh-CN" altLang="en-US" sz="2000" dirty="0">
              <a:solidFill>
                <a:srgbClr val="000099"/>
              </a:solidFill>
            </a:endParaRPr>
          </a:p>
        </p:txBody>
      </p:sp>
      <p:sp>
        <p:nvSpPr>
          <p:cNvPr id="7182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183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3" name="文本框 57355"/>
          <p:cNvSpPr txBox="1">
            <a:spLocks noChangeArrowheads="1"/>
          </p:cNvSpPr>
          <p:nvPr/>
        </p:nvSpPr>
        <p:spPr bwMode="auto">
          <a:xfrm>
            <a:off x="0" y="2500313"/>
            <a:ext cx="34290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000">
                <a:solidFill>
                  <a:srgbClr val="000099"/>
                </a:solidFill>
                <a:latin typeface="Times New Roman" panose="02020603050405020304" pitchFamily="18" charset="0"/>
                <a:sym typeface="宋体" panose="02010600030101010101" pitchFamily="2" charset="-122"/>
              </a:rPr>
              <a:t>其中：轴承摩擦产生的热量</a:t>
            </a:r>
            <a:endParaRPr lang="zh-CN" altLang="en-US" sz="2000">
              <a:solidFill>
                <a:srgbClr val="000099"/>
              </a:solidFill>
              <a:latin typeface="Times New Roman" panose="02020603050405020304" pitchFamily="18" charset="0"/>
              <a:sym typeface="宋体" panose="02010600030101010101" pitchFamily="2" charset="-122"/>
            </a:endParaRPr>
          </a:p>
        </p:txBody>
      </p:sp>
      <p:sp>
        <p:nvSpPr>
          <p:cNvPr id="14" name="文本框 57355"/>
          <p:cNvSpPr txBox="1">
            <a:spLocks noChangeArrowheads="1"/>
          </p:cNvSpPr>
          <p:nvPr/>
        </p:nvSpPr>
        <p:spPr bwMode="auto">
          <a:xfrm>
            <a:off x="785813" y="2928938"/>
            <a:ext cx="3135312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000">
                <a:solidFill>
                  <a:srgbClr val="000099"/>
                </a:solidFill>
                <a:latin typeface="Times New Roman" panose="02020603050405020304" pitchFamily="18" charset="0"/>
                <a:sym typeface="宋体" panose="02010600030101010101" pitchFamily="2" charset="-122"/>
              </a:rPr>
              <a:t>流动的油带走的热量</a:t>
            </a:r>
            <a:endParaRPr lang="zh-CN" altLang="en-US" sz="2000">
              <a:solidFill>
                <a:srgbClr val="000099"/>
              </a:solidFill>
              <a:latin typeface="Times New Roman" panose="02020603050405020304" pitchFamily="18" charset="0"/>
              <a:sym typeface="宋体" panose="02010600030101010101" pitchFamily="2" charset="-122"/>
            </a:endParaRPr>
          </a:p>
        </p:txBody>
      </p:sp>
      <p:sp>
        <p:nvSpPr>
          <p:cNvPr id="7186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17" name="对象 1">
            <a:hlinkClick r:id="" action="ppaction://ole?verb=1"/>
          </p:cNvPr>
          <p:cNvGraphicFramePr>
            <a:graphicFrameLocks noChangeAspect="1"/>
          </p:cNvGraphicFramePr>
          <p:nvPr/>
        </p:nvGraphicFramePr>
        <p:xfrm>
          <a:off x="3571875" y="2071688"/>
          <a:ext cx="1316038" cy="385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84" name="公式" r:id="rId5" imgW="735965" imgH="215900" progId="Equation.3">
                  <p:embed/>
                </p:oleObj>
              </mc:Choice>
              <mc:Fallback>
                <p:oleObj name="公式" r:id="rId5" imgW="735965" imgH="215900" progId="Equation.3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1875" y="2071688"/>
                        <a:ext cx="1316038" cy="385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391" name="Object 15">
            <a:hlinkClick r:id="" action="ppaction://ole?verb=1"/>
          </p:cNvPr>
          <p:cNvGraphicFramePr>
            <a:graphicFrameLocks noChangeAspect="1"/>
          </p:cNvGraphicFramePr>
          <p:nvPr/>
        </p:nvGraphicFramePr>
        <p:xfrm>
          <a:off x="3571875" y="2571750"/>
          <a:ext cx="952500" cy="354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85" name="公式" r:id="rId7" imgW="545465" imgH="203200" progId="Equation.3">
                  <p:embed/>
                </p:oleObj>
              </mc:Choice>
              <mc:Fallback>
                <p:oleObj name="公式" r:id="rId7" imgW="545465" imgH="20320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1875" y="2571750"/>
                        <a:ext cx="952500" cy="354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392" name="Object 16">
            <a:hlinkClick r:id="" action="ppaction://ole?verb=1"/>
          </p:cNvPr>
          <p:cNvGraphicFramePr>
            <a:graphicFrameLocks noChangeAspect="1"/>
          </p:cNvGraphicFramePr>
          <p:nvPr/>
        </p:nvGraphicFramePr>
        <p:xfrm>
          <a:off x="3571875" y="3000375"/>
          <a:ext cx="1768475" cy="407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86" name="公式" r:id="rId9" imgW="990600" imgH="228600" progId="Equation.3">
                  <p:embed/>
                </p:oleObj>
              </mc:Choice>
              <mc:Fallback>
                <p:oleObj name="公式" r:id="rId9" imgW="990600" imgH="22860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1875" y="3000375"/>
                        <a:ext cx="1768475" cy="407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文本框 57355"/>
          <p:cNvSpPr txBox="1">
            <a:spLocks noChangeArrowheads="1"/>
          </p:cNvSpPr>
          <p:nvPr/>
        </p:nvSpPr>
        <p:spPr bwMode="auto">
          <a:xfrm>
            <a:off x="785813" y="3357563"/>
            <a:ext cx="34290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000">
                <a:solidFill>
                  <a:srgbClr val="000099"/>
                </a:solidFill>
                <a:latin typeface="Times New Roman" panose="02020603050405020304" pitchFamily="18" charset="0"/>
                <a:sym typeface="宋体" panose="02010600030101010101" pitchFamily="2" charset="-122"/>
              </a:rPr>
              <a:t>轴承散发的热量</a:t>
            </a:r>
            <a:endParaRPr lang="zh-CN" altLang="en-US" sz="2000">
              <a:solidFill>
                <a:srgbClr val="000099"/>
              </a:solidFill>
              <a:latin typeface="Times New Roman" panose="02020603050405020304" pitchFamily="18" charset="0"/>
              <a:sym typeface="宋体" panose="02010600030101010101" pitchFamily="2" charset="-122"/>
            </a:endParaRPr>
          </a:p>
        </p:txBody>
      </p:sp>
      <p:graphicFrame>
        <p:nvGraphicFramePr>
          <p:cNvPr id="101393" name="Object 17">
            <a:hlinkClick r:id="" action="ppaction://ole?verb=1"/>
          </p:cNvPr>
          <p:cNvGraphicFramePr>
            <a:graphicFrameLocks noChangeAspect="1"/>
          </p:cNvGraphicFramePr>
          <p:nvPr/>
        </p:nvGraphicFramePr>
        <p:xfrm>
          <a:off x="3571875" y="3429000"/>
          <a:ext cx="2063750" cy="407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87" name="公式" r:id="rId11" imgW="1155700" imgH="228600" progId="Equation.3">
                  <p:embed/>
                </p:oleObj>
              </mc:Choice>
              <mc:Fallback>
                <p:oleObj name="公式" r:id="rId11" imgW="1155700" imgH="22860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1875" y="3429000"/>
                        <a:ext cx="2063750" cy="407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857250" y="3786188"/>
            <a:ext cx="7715250" cy="43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000099"/>
                </a:solidFill>
              </a:rPr>
              <a:t>达到热平衡时润滑油的温升</a:t>
            </a:r>
            <a:r>
              <a:rPr lang="en-US" altLang="zh-CN" i="1">
                <a:solidFill>
                  <a:srgbClr val="000099"/>
                </a:solidFill>
              </a:rPr>
              <a:t>Δt</a:t>
            </a:r>
            <a:r>
              <a:rPr lang="zh-CN" altLang="en-US">
                <a:solidFill>
                  <a:srgbClr val="000099"/>
                </a:solidFill>
              </a:rPr>
              <a:t>（单位为℃）为</a:t>
            </a:r>
            <a:endParaRPr lang="zh-CN" altLang="en-US">
              <a:solidFill>
                <a:srgbClr val="000099"/>
              </a:solidFill>
            </a:endParaRPr>
          </a:p>
        </p:txBody>
      </p:sp>
      <p:graphicFrame>
        <p:nvGraphicFramePr>
          <p:cNvPr id="101394" name="Object 18">
            <a:hlinkClick r:id="" action="ppaction://ole?verb=1"/>
          </p:cNvPr>
          <p:cNvGraphicFramePr>
            <a:graphicFrameLocks noChangeAspect="1"/>
          </p:cNvGraphicFramePr>
          <p:nvPr/>
        </p:nvGraphicFramePr>
        <p:xfrm>
          <a:off x="1970723" y="4216083"/>
          <a:ext cx="3143250" cy="1400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88" name="公式" r:id="rId13" imgW="1993900" imgH="889000" progId="Equation.3">
                  <p:embed/>
                </p:oleObj>
              </mc:Choice>
              <mc:Fallback>
                <p:oleObj name="公式" r:id="rId13" imgW="1993900" imgH="88900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0723" y="4216083"/>
                        <a:ext cx="3143250" cy="1400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89" name="Rectangle 2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1397" name="Rectangle 21"/>
              <p:cNvSpPr>
                <a:spLocks noChangeArrowheads="1"/>
              </p:cNvSpPr>
              <p:nvPr/>
            </p:nvSpPr>
            <p:spPr bwMode="auto">
              <a:xfrm>
                <a:off x="285750" y="5766341"/>
                <a:ext cx="8501063" cy="9387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  <a:ea typeface="华文中宋" panose="02010600040101010101" pitchFamily="2" charset="-122"/>
                  </a:defRPr>
                </a:lvl1pPr>
                <a:lvl2pPr marL="742950" indent="-285750" eaLnBrk="0" hangingPunct="0"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  <a:ea typeface="华文中宋" panose="02010600040101010101" pitchFamily="2" charset="-122"/>
                  </a:defRPr>
                </a:lvl2pPr>
                <a:lvl3pPr marL="1143000" indent="-228600" eaLnBrk="0" hangingPunct="0"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  <a:ea typeface="华文中宋" panose="02010600040101010101" pitchFamily="2" charset="-122"/>
                  </a:defRPr>
                </a:lvl3pPr>
                <a:lvl4pPr marL="1600200" indent="-228600" eaLnBrk="0" hangingPunct="0"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  <a:ea typeface="华文中宋" panose="02010600040101010101" pitchFamily="2" charset="-122"/>
                  </a:defRPr>
                </a:lvl4pPr>
                <a:lvl5pPr marL="2057400" indent="-228600" eaLnBrk="0" hangingPunct="0"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200">
                    <a:solidFill>
                      <a:schemeClr val="tx1"/>
                    </a:solidFill>
                    <a:latin typeface="Tahoma" panose="020B0604030504040204" pitchFamily="34" charset="0"/>
                    <a:ea typeface="华文中宋" panose="02010600040101010101" pitchFamily="2" charset="-122"/>
                  </a:defRPr>
                </a:lvl9pPr>
              </a:lstStyle>
              <a:p>
                <a:pPr eaLnBrk="1" hangingPunct="1">
                  <a:lnSpc>
                    <a:spcPct val="125000"/>
                  </a:lnSpc>
                </a:pPr>
                <a:r>
                  <a:rPr lang="zh-CN" altLang="en-US" dirty="0">
                    <a:solidFill>
                      <a:srgbClr val="000099"/>
                    </a:solidFill>
                  </a:rPr>
                  <a:t>        为润滑油流量系数，是一个无量纲数，可根据轴承的宽径比</a:t>
                </a:r>
                <a:r>
                  <a:rPr lang="en-US" altLang="zh-CN" i="1" dirty="0">
                    <a:solidFill>
                      <a:srgbClr val="000099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en-US" altLang="zh-CN" dirty="0">
                    <a:solidFill>
                      <a:srgbClr val="000099"/>
                    </a:solidFill>
                  </a:rPr>
                  <a:t>/</a:t>
                </a:r>
                <a:r>
                  <a:rPr lang="en-US" altLang="zh-CN" i="1" dirty="0">
                    <a:solidFill>
                      <a:srgbClr val="000099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  <a:r>
                  <a:rPr lang="zh-CN" altLang="en-US" dirty="0">
                    <a:solidFill>
                      <a:srgbClr val="000099"/>
                    </a:solidFill>
                  </a:rPr>
                  <a:t>及偏心率</a:t>
                </a:r>
                <a14:m>
                  <m:oMath xmlns:m="http://schemas.openxmlformats.org/officeDocument/2006/math">
                    <m:r>
                      <a:rPr lang="zh-CN" altLang="en-US" i="1" dirty="0" smtClean="0">
                        <a:solidFill>
                          <a:srgbClr val="000099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𝜀</m:t>
                    </m:r>
                  </m:oMath>
                </a14:m>
                <a:r>
                  <a:rPr lang="zh-CN" altLang="en-US" dirty="0">
                    <a:solidFill>
                      <a:srgbClr val="000099"/>
                    </a:solidFill>
                  </a:rPr>
                  <a:t>由</a:t>
                </a:r>
                <a:r>
                  <a:rPr lang="zh-CN" altLang="en-US" dirty="0">
                    <a:solidFill>
                      <a:srgbClr val="000099"/>
                    </a:solidFill>
                    <a:hlinkClick r:id="rId15" action="ppaction://hlinksldjump"/>
                  </a:rPr>
                  <a:t>润滑油流量系数线图</a:t>
                </a:r>
                <a:r>
                  <a:rPr lang="zh-CN" altLang="en-US" dirty="0">
                    <a:solidFill>
                      <a:srgbClr val="000099"/>
                    </a:solidFill>
                  </a:rPr>
                  <a:t>查出 </a:t>
                </a:r>
                <a:endParaRPr lang="zh-CN" altLang="en-US" dirty="0">
                  <a:solidFill>
                    <a:srgbClr val="000099"/>
                  </a:solidFill>
                </a:endParaRPr>
              </a:p>
            </p:txBody>
          </p:sp>
        </mc:Choice>
        <mc:Fallback>
          <p:sp>
            <p:nvSpPr>
              <p:cNvPr id="101397" name="Rectangle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5750" y="5766341"/>
                <a:ext cx="8501063" cy="938719"/>
              </a:xfrm>
              <a:prstGeom prst="rect">
                <a:avLst/>
              </a:prstGeom>
              <a:blipFill rotWithShape="1">
                <a:blip r:embed="rId16"/>
                <a:stretch>
                  <a:fillRect t="-58" r="4" b="1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01398" name="Object 22">
            <a:hlinkClick r:id="" action="ppaction://ole?verb=1"/>
          </p:cNvPr>
          <p:cNvGraphicFramePr>
            <a:graphicFrameLocks noChangeAspect="1"/>
          </p:cNvGraphicFramePr>
          <p:nvPr/>
        </p:nvGraphicFramePr>
        <p:xfrm>
          <a:off x="214313" y="5643563"/>
          <a:ext cx="803275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89" name="公式" r:id="rId17" imgW="546100" imgH="457200" progId="Equation.3">
                  <p:embed/>
                </p:oleObj>
              </mc:Choice>
              <mc:Fallback>
                <p:oleObj name="公式" r:id="rId17" imgW="546100" imgH="457200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313" y="5643563"/>
                        <a:ext cx="803275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91" name="直接连接符 6"/>
          <p:cNvSpPr>
            <a:spLocks noChangeShapeType="1"/>
          </p:cNvSpPr>
          <p:nvPr/>
        </p:nvSpPr>
        <p:spPr bwMode="auto">
          <a:xfrm>
            <a:off x="0" y="765175"/>
            <a:ext cx="9144000" cy="0"/>
          </a:xfrm>
          <a:prstGeom prst="line">
            <a:avLst/>
          </a:prstGeom>
          <a:noFill/>
          <a:ln w="28575">
            <a:solidFill>
              <a:srgbClr val="C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124075" y="188595"/>
            <a:ext cx="7128510" cy="490855"/>
          </a:xfr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eaLnBrk="1" hangingPunct="1">
              <a:defRPr/>
            </a:pPr>
            <a:r>
              <a:rPr kumimoji="1" lang="en-US" altLang="zh-CN" sz="3000" kern="1200" dirty="0" smtClean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3.6-12 </a:t>
            </a:r>
            <a:r>
              <a:rPr lang="zh-CN" altLang="en-US" sz="3000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流体润滑滑动轴承的润滑机理</a:t>
            </a:r>
            <a:endParaRPr kumimoji="1" lang="zh-CN" altLang="en-US" sz="3000" kern="1200" dirty="0" smtClean="0">
              <a:solidFill>
                <a:srgbClr val="CC3300"/>
              </a:solidFill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  <p:transition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1383" grpId="0"/>
      <p:bldP spid="13" grpId="0"/>
      <p:bldP spid="14" grpId="0"/>
      <p:bldP spid="20" grpId="0"/>
      <p:bldP spid="22" grpId="0"/>
      <p:bldP spid="101397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6738" name="文本框 116737"/>
          <p:cNvSpPr txBox="1"/>
          <p:nvPr/>
        </p:nvSpPr>
        <p:spPr>
          <a:xfrm>
            <a:off x="2668588" y="1687513"/>
            <a:ext cx="38925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p>
            <a:r>
              <a:rPr lang="en-US" altLang="zh-CN" b="1">
                <a:latin typeface="华文中宋" panose="02010600040101010101" pitchFamily="2" charset="-122"/>
                <a:ea typeface="华文中宋" panose="02010600040101010101" pitchFamily="2" charset="-122"/>
              </a:rPr>
              <a:t>Δt</a:t>
            </a:r>
            <a:r>
              <a:rPr lang="en-US" altLang="zh-CN" b="1">
                <a:latin typeface="Times New Roman" panose="02020603050405020304" pitchFamily="18" charset="0"/>
                <a:ea typeface="华文中宋" panose="02010600040101010101" pitchFamily="2" charset="-122"/>
              </a:rPr>
              <a:t>—</a:t>
            </a:r>
            <a:r>
              <a:rPr lang="en-US" altLang="zh-CN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油温升 </a:t>
            </a:r>
            <a:r>
              <a:rPr lang="en-US" altLang="zh-CN" b="1">
                <a:latin typeface="华文中宋" panose="02010600040101010101" pitchFamily="2" charset="-122"/>
                <a:ea typeface="华文中宋" panose="02010600040101010101" pitchFamily="2" charset="-122"/>
              </a:rPr>
              <a:t>Δt = t</a:t>
            </a:r>
            <a:r>
              <a:rPr lang="en-US" altLang="zh-CN" b="1" baseline="-25000">
                <a:latin typeface="华文中宋" panose="02010600040101010101" pitchFamily="2" charset="-122"/>
                <a:ea typeface="华文中宋" panose="02010600040101010101" pitchFamily="2" charset="-122"/>
              </a:rPr>
              <a:t>2</a:t>
            </a:r>
            <a:r>
              <a:rPr lang="zh-CN" altLang="en-US" b="1">
                <a:latin typeface="华文中宋" panose="02010600040101010101" pitchFamily="2" charset="-122"/>
                <a:ea typeface="华文中宋" panose="02010600040101010101" pitchFamily="2" charset="-122"/>
              </a:rPr>
              <a:t>－</a:t>
            </a:r>
            <a:r>
              <a:rPr lang="en-US" altLang="zh-CN" b="1">
                <a:latin typeface="华文中宋" panose="02010600040101010101" pitchFamily="2" charset="-122"/>
                <a:ea typeface="华文中宋" panose="02010600040101010101" pitchFamily="2" charset="-122"/>
              </a:rPr>
              <a:t>t</a:t>
            </a:r>
            <a:r>
              <a:rPr lang="en-US" altLang="zh-CN" b="1" baseline="-25000">
                <a:latin typeface="华文中宋" panose="02010600040101010101" pitchFamily="2" charset="-122"/>
                <a:ea typeface="华文中宋" panose="02010600040101010101" pitchFamily="2" charset="-122"/>
              </a:rPr>
              <a:t>1</a:t>
            </a:r>
            <a:endParaRPr lang="en-US" altLang="zh-CN" b="1" baseline="-2500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grpSp>
        <p:nvGrpSpPr>
          <p:cNvPr id="116739" name="组合 116738"/>
          <p:cNvGrpSpPr/>
          <p:nvPr/>
        </p:nvGrpSpPr>
        <p:grpSpPr>
          <a:xfrm>
            <a:off x="5110163" y="2144713"/>
            <a:ext cx="860425" cy="647700"/>
            <a:chOff x="3587" y="3016"/>
            <a:chExt cx="542" cy="408"/>
          </a:xfrm>
        </p:grpSpPr>
        <p:sp>
          <p:nvSpPr>
            <p:cNvPr id="116740" name="直接连接符 116739"/>
            <p:cNvSpPr/>
            <p:nvPr/>
          </p:nvSpPr>
          <p:spPr>
            <a:xfrm>
              <a:off x="3587" y="3016"/>
              <a:ext cx="100" cy="13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6741" name="文本框 116740"/>
            <p:cNvSpPr txBox="1"/>
            <p:nvPr/>
          </p:nvSpPr>
          <p:spPr>
            <a:xfrm>
              <a:off x="3629" y="3136"/>
              <a:ext cx="50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p>
              <a:r>
                <a:rPr lang="zh-CN" altLang="en-US" b="1" dirty="0">
                  <a:latin typeface="华文中宋" panose="02010600040101010101" pitchFamily="2" charset="-122"/>
                  <a:ea typeface="华文中宋" panose="02010600040101010101" pitchFamily="2" charset="-122"/>
                </a:rPr>
                <a:t>流出</a:t>
              </a:r>
              <a:endPara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</p:grpSp>
      <p:grpSp>
        <p:nvGrpSpPr>
          <p:cNvPr id="116742" name="组合 116741"/>
          <p:cNvGrpSpPr/>
          <p:nvPr/>
        </p:nvGrpSpPr>
        <p:grpSpPr>
          <a:xfrm>
            <a:off x="5683250" y="2030413"/>
            <a:ext cx="1344613" cy="514350"/>
            <a:chOff x="3926" y="3002"/>
            <a:chExt cx="847" cy="324"/>
          </a:xfrm>
        </p:grpSpPr>
        <p:sp>
          <p:nvSpPr>
            <p:cNvPr id="116743" name="直接连接符 116742"/>
            <p:cNvSpPr/>
            <p:nvPr/>
          </p:nvSpPr>
          <p:spPr>
            <a:xfrm>
              <a:off x="3926" y="3002"/>
              <a:ext cx="367" cy="18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6744" name="文本框 116743"/>
            <p:cNvSpPr txBox="1"/>
            <p:nvPr/>
          </p:nvSpPr>
          <p:spPr>
            <a:xfrm>
              <a:off x="4273" y="3038"/>
              <a:ext cx="50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p>
              <a:r>
                <a:rPr lang="zh-CN" altLang="en-US" b="1" dirty="0">
                  <a:latin typeface="华文中宋" panose="02010600040101010101" pitchFamily="2" charset="-122"/>
                  <a:ea typeface="华文中宋" panose="02010600040101010101" pitchFamily="2" charset="-122"/>
                </a:rPr>
                <a:t>流入</a:t>
              </a:r>
              <a:endPara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</p:grpSp>
      <p:grpSp>
        <p:nvGrpSpPr>
          <p:cNvPr id="116745" name="组合 116744"/>
          <p:cNvGrpSpPr/>
          <p:nvPr/>
        </p:nvGrpSpPr>
        <p:grpSpPr>
          <a:xfrm>
            <a:off x="1436688" y="2825750"/>
            <a:ext cx="5753100" cy="804863"/>
            <a:chOff x="1049" y="3375"/>
            <a:chExt cx="3624" cy="507"/>
          </a:xfrm>
        </p:grpSpPr>
        <p:sp>
          <p:nvSpPr>
            <p:cNvPr id="116746" name="文本框 116745"/>
            <p:cNvSpPr txBox="1"/>
            <p:nvPr/>
          </p:nvSpPr>
          <p:spPr>
            <a:xfrm>
              <a:off x="1049" y="3497"/>
              <a:ext cx="107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p>
              <a:r>
                <a:rPr lang="zh-CN" altLang="en-US" b="1" dirty="0">
                  <a:latin typeface="华文中宋" panose="02010600040101010101" pitchFamily="2" charset="-122"/>
                  <a:ea typeface="华文中宋" panose="02010600040101010101" pitchFamily="2" charset="-122"/>
                </a:rPr>
                <a:t>平均温度</a:t>
              </a:r>
              <a:r>
                <a:rPr lang="zh-CN" altLang="en-US" dirty="0">
                  <a:latin typeface="华文中宋" panose="02010600040101010101" pitchFamily="2" charset="-122"/>
                  <a:ea typeface="华文中宋" panose="02010600040101010101" pitchFamily="2" charset="-122"/>
                </a:rPr>
                <a:t>：</a:t>
              </a:r>
              <a:endPara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graphicFrame>
          <p:nvGraphicFramePr>
            <p:cNvPr id="116747" name="对象 116746"/>
            <p:cNvGraphicFramePr/>
            <p:nvPr/>
          </p:nvGraphicFramePr>
          <p:xfrm>
            <a:off x="2033" y="3375"/>
            <a:ext cx="2640" cy="5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4" name="" r:id="rId1" imgW="2044700" imgH="393700" progId="Equation.3">
                    <p:embed/>
                  </p:oleObj>
                </mc:Choice>
                <mc:Fallback>
                  <p:oleObj name="" r:id="rId1" imgW="2044700" imgH="393700" progId="Equation.3">
                    <p:embed/>
                    <p:pic>
                      <p:nvPicPr>
                        <p:cNvPr id="0" name="图片 3083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2033" y="3375"/>
                          <a:ext cx="2640" cy="50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16748" name="组合 116747"/>
          <p:cNvGrpSpPr/>
          <p:nvPr/>
        </p:nvGrpSpPr>
        <p:grpSpPr>
          <a:xfrm>
            <a:off x="4866958" y="3873818"/>
            <a:ext cx="2554288" cy="466725"/>
            <a:chOff x="2055" y="3954"/>
            <a:chExt cx="1609" cy="294"/>
          </a:xfrm>
        </p:grpSpPr>
        <p:graphicFrame>
          <p:nvGraphicFramePr>
            <p:cNvPr id="116749" name="对象 116748"/>
            <p:cNvGraphicFramePr/>
            <p:nvPr/>
          </p:nvGraphicFramePr>
          <p:xfrm>
            <a:off x="2055" y="3976"/>
            <a:ext cx="1361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5" name="" r:id="rId3" imgW="1079500" imgH="215900" progId="Equation.3">
                    <p:embed/>
                  </p:oleObj>
                </mc:Choice>
                <mc:Fallback>
                  <p:oleObj name="" r:id="rId3" imgW="1079500" imgH="215900" progId="Equation.3">
                    <p:embed/>
                    <p:pic>
                      <p:nvPicPr>
                        <p:cNvPr id="0" name="图片 3084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055" y="3976"/>
                          <a:ext cx="1361" cy="27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6750" name="文本框 116749"/>
            <p:cNvSpPr txBox="1"/>
            <p:nvPr/>
          </p:nvSpPr>
          <p:spPr>
            <a:xfrm>
              <a:off x="3469" y="3954"/>
              <a:ext cx="195" cy="27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p>
              <a:endParaRPr lang="en-US" altLang="zh-CN" b="1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</p:grpSp>
      <p:sp>
        <p:nvSpPr>
          <p:cNvPr id="116751" name="文本框 116750"/>
          <p:cNvSpPr txBox="1"/>
          <p:nvPr/>
        </p:nvSpPr>
        <p:spPr>
          <a:xfrm>
            <a:off x="578485" y="940435"/>
            <a:ext cx="1583055" cy="42989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p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热平衡计算</a:t>
            </a:r>
            <a:endParaRPr lang="zh-CN" altLang="en-US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16752" name="右箭头 116751"/>
          <p:cNvSpPr/>
          <p:nvPr/>
        </p:nvSpPr>
        <p:spPr>
          <a:xfrm>
            <a:off x="1628775" y="1802130"/>
            <a:ext cx="887413" cy="228600"/>
          </a:xfrm>
          <a:prstGeom prst="rightArrow">
            <a:avLst>
              <a:gd name="adj1" fmla="val 50000"/>
              <a:gd name="adj2" fmla="val 97048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grpSp>
        <p:nvGrpSpPr>
          <p:cNvPr id="116753" name="组合 116752"/>
          <p:cNvGrpSpPr/>
          <p:nvPr/>
        </p:nvGrpSpPr>
        <p:grpSpPr>
          <a:xfrm>
            <a:off x="1014730" y="4606325"/>
            <a:ext cx="7817348" cy="1710494"/>
            <a:chOff x="639" y="2907"/>
            <a:chExt cx="4312" cy="1072"/>
          </a:xfrm>
        </p:grpSpPr>
        <p:sp>
          <p:nvSpPr>
            <p:cNvPr id="116754" name="文本框 116753"/>
            <p:cNvSpPr txBox="1"/>
            <p:nvPr/>
          </p:nvSpPr>
          <p:spPr>
            <a:xfrm>
              <a:off x="2517" y="2907"/>
              <a:ext cx="2434" cy="48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 algn="ctr">
                <a:spcBef>
                  <a:spcPct val="50000"/>
                </a:spcBef>
              </a:pPr>
              <a:r>
                <a:rPr lang="zh-CN" altLang="en-US" dirty="0">
                  <a:latin typeface="黑体" panose="02010609060101010101" pitchFamily="49" charset="-122"/>
                  <a:ea typeface="黑体" panose="02010609060101010101" pitchFamily="49" charset="-122"/>
                  <a:sym typeface="+mn-ea"/>
                </a:rPr>
                <a:t>轴承热平衡易于建立，降低平均温度、加大轴瓦和轴颈的表面粗糙度</a:t>
              </a:r>
              <a:endPara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116755" name="对象 116754"/>
            <p:cNvGraphicFramePr/>
            <p:nvPr/>
          </p:nvGraphicFramePr>
          <p:xfrm>
            <a:off x="1271" y="3566"/>
            <a:ext cx="1189" cy="2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6" name="" r:id="rId5" imgW="888365" imgH="241300" progId="Equation.DSMT4">
                    <p:embed/>
                  </p:oleObj>
                </mc:Choice>
                <mc:Fallback>
                  <p:oleObj name="" r:id="rId5" imgW="888365" imgH="241300" progId="Equation.DSMT4">
                    <p:embed/>
                    <p:pic>
                      <p:nvPicPr>
                        <p:cNvPr id="0" name="图片 3085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271" y="3566"/>
                          <a:ext cx="1189" cy="27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6756" name="文本框 116755"/>
            <p:cNvSpPr txBox="1"/>
            <p:nvPr/>
          </p:nvSpPr>
          <p:spPr>
            <a:xfrm>
              <a:off x="2523" y="3497"/>
              <a:ext cx="2428" cy="48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 algn="ctr">
                <a:spcBef>
                  <a:spcPct val="50000"/>
                </a:spcBef>
              </a:pPr>
              <a:r>
                <a:rPr lang="zh-CN" altLang="en-US" dirty="0">
                  <a:latin typeface="黑体" panose="02010609060101010101" pitchFamily="49" charset="-122"/>
                  <a:ea typeface="黑体" panose="02010609060101010101" pitchFamily="49" charset="-122"/>
                </a:rPr>
                <a:t>轴承不易达到热平衡状态，加大间隙、降低轴瓦和轴颈的表面粗糙度</a:t>
              </a:r>
              <a:endParaRPr lang="zh-CN" altLang="en-US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aphicFrame>
          <p:nvGraphicFramePr>
            <p:cNvPr id="116757" name="对象 116756"/>
            <p:cNvGraphicFramePr/>
            <p:nvPr/>
          </p:nvGraphicFramePr>
          <p:xfrm>
            <a:off x="1354" y="3010"/>
            <a:ext cx="1106" cy="2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7" name="" r:id="rId7" imgW="901065" imgH="241300" progId="Equation.DSMT4">
                    <p:embed/>
                  </p:oleObj>
                </mc:Choice>
                <mc:Fallback>
                  <p:oleObj name="" r:id="rId7" imgW="901065" imgH="241300" progId="Equation.DSMT4">
                    <p:embed/>
                    <p:pic>
                      <p:nvPicPr>
                        <p:cNvPr id="0" name="图片 3086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354" y="3010"/>
                          <a:ext cx="1106" cy="27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6758" name="文本框 116757"/>
            <p:cNvSpPr txBox="1"/>
            <p:nvPr/>
          </p:nvSpPr>
          <p:spPr>
            <a:xfrm>
              <a:off x="639" y="2981"/>
              <a:ext cx="946" cy="28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ctr">
                <a:spcBef>
                  <a:spcPct val="50000"/>
                </a:spcBef>
              </a:pPr>
              <a:r>
                <a:rPr lang="zh-CN" altLang="en-US" sz="2400" b="1" dirty="0">
                  <a:solidFill>
                    <a:srgbClr val="FF505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提问</a:t>
              </a:r>
              <a:r>
                <a:rPr lang="zh-CN" altLang="en-US" sz="2400" dirty="0">
                  <a:solidFill>
                    <a:srgbClr val="FF505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：</a:t>
              </a:r>
              <a:endParaRPr lang="zh-CN" altLang="en-US" sz="2400">
                <a:solidFill>
                  <a:srgbClr val="FF505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7191" name="直接连接符 6"/>
          <p:cNvSpPr>
            <a:spLocks noChangeShapeType="1"/>
          </p:cNvSpPr>
          <p:nvPr/>
        </p:nvSpPr>
        <p:spPr bwMode="auto">
          <a:xfrm>
            <a:off x="0" y="765175"/>
            <a:ext cx="9144000" cy="0"/>
          </a:xfrm>
          <a:prstGeom prst="line">
            <a:avLst/>
          </a:prstGeom>
          <a:noFill/>
          <a:ln w="28575">
            <a:solidFill>
              <a:srgbClr val="C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2066608" y="3695383"/>
            <a:ext cx="2185988" cy="787400"/>
            <a:chOff x="2287" y="3864"/>
            <a:chExt cx="1377" cy="496"/>
          </a:xfrm>
        </p:grpSpPr>
        <p:graphicFrame>
          <p:nvGraphicFramePr>
            <p:cNvPr id="3" name="对象 2"/>
            <p:cNvGraphicFramePr/>
            <p:nvPr/>
          </p:nvGraphicFramePr>
          <p:xfrm>
            <a:off x="2287" y="3864"/>
            <a:ext cx="897" cy="4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" name="" r:id="rId9" imgW="711200" imgH="393700" progId="Equation.3">
                    <p:embed/>
                  </p:oleObj>
                </mc:Choice>
                <mc:Fallback>
                  <p:oleObj name="" r:id="rId9" imgW="711200" imgH="393700" progId="Equation.3">
                    <p:embed/>
                    <p:pic>
                      <p:nvPicPr>
                        <p:cNvPr id="0" name="图片 3084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2287" y="3864"/>
                          <a:ext cx="897" cy="49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" name="文本框 5"/>
            <p:cNvSpPr txBox="1"/>
            <p:nvPr/>
          </p:nvSpPr>
          <p:spPr>
            <a:xfrm>
              <a:off x="3469" y="3954"/>
              <a:ext cx="195" cy="27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p>
              <a:endParaRPr lang="en-US" altLang="zh-CN" b="1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</p:grpSp>
      <p:sp>
        <p:nvSpPr>
          <p:cNvPr id="7" name="Rectangle 2"/>
          <p:cNvSpPr>
            <a:spLocks noGrp="1" noChangeArrowheads="1"/>
          </p:cNvSpPr>
          <p:nvPr/>
        </p:nvSpPr>
        <p:spPr bwMode="auto">
          <a:xfrm>
            <a:off x="2124075" y="188595"/>
            <a:ext cx="7128510" cy="490855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kumimoji="1" lang="en-US" altLang="zh-CN" sz="3000" kern="1200" dirty="0" smtClean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3.6-12 </a:t>
            </a:r>
            <a:r>
              <a:rPr lang="zh-CN" altLang="en-US" sz="3000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流体润滑滑动轴承的润滑机理</a:t>
            </a:r>
            <a:endParaRPr kumimoji="1" lang="zh-CN" altLang="en-US" sz="3000" kern="1200" dirty="0" smtClean="0">
              <a:solidFill>
                <a:srgbClr val="CC3300"/>
              </a:solidFill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  <p:transition>
    <p:random/>
    <p:sndAc>
      <p:stSnd>
        <p:snd r:embed="rId11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16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16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16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167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16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167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167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738" grpId="0"/>
      <p:bldP spid="116751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27" name="Picture 75" descr="NEXT1">
            <a:hlinkClick r:id="" action="ppaction://hlinkshowjump?jump=nextslide"/>
          </p:cNvPr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42363" y="6523038"/>
            <a:ext cx="287337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2228" name="Picture 74" descr="back1">
            <a:hlinkClick r:id="" action="ppaction://hlinkshowjump?jump=previousslide"/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2788" y="6523038"/>
            <a:ext cx="287337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2229" name="Picture 73" descr="rewind1">
            <a:hlinkClick r:id="rId3" action="ppaction://hlinksldjump"/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4800" y="6523038"/>
            <a:ext cx="287338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文本框 57355"/>
          <p:cNvSpPr txBox="1">
            <a:spLocks noChangeArrowheads="1"/>
          </p:cNvSpPr>
          <p:nvPr/>
        </p:nvSpPr>
        <p:spPr bwMode="auto">
          <a:xfrm>
            <a:off x="107690" y="836820"/>
            <a:ext cx="2060575" cy="429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六、参数选择</a:t>
            </a:r>
            <a:endParaRPr lang="zh-CN" altLang="en-US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文本框 57355"/>
          <p:cNvSpPr txBox="1">
            <a:spLocks noChangeArrowheads="1"/>
          </p:cNvSpPr>
          <p:nvPr/>
        </p:nvSpPr>
        <p:spPr bwMode="auto">
          <a:xfrm>
            <a:off x="352425" y="2757488"/>
            <a:ext cx="2203450" cy="43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</a:rPr>
              <a:t>、相对间隙</a:t>
            </a:r>
            <a:r>
              <a:rPr lang="zh-CN" altLang="en-US" sz="2000" i="1" dirty="0">
                <a:solidFill>
                  <a:srgbClr val="0000FF"/>
                </a:solidFill>
                <a:latin typeface="Times New Roman" panose="02020603050405020304" pitchFamily="18" charset="0"/>
              </a:rPr>
              <a:t>ψ</a:t>
            </a:r>
            <a:endParaRPr lang="zh-CN" altLang="en-US" sz="2000" i="1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8" name="文本框 57355"/>
          <p:cNvSpPr txBox="1">
            <a:spLocks noChangeArrowheads="1"/>
          </p:cNvSpPr>
          <p:nvPr/>
        </p:nvSpPr>
        <p:spPr bwMode="auto">
          <a:xfrm>
            <a:off x="352425" y="1149350"/>
            <a:ext cx="2203450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</a:rPr>
              <a:t>、宽径比</a:t>
            </a:r>
            <a:r>
              <a:rPr lang="zh-CN" altLang="en-US" sz="20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</a:rPr>
              <a:t>/</a:t>
            </a:r>
            <a:r>
              <a:rPr lang="zh-CN" altLang="en-US" sz="2000" i="1" dirty="0">
                <a:solidFill>
                  <a:srgbClr val="0000FF"/>
                </a:solidFill>
                <a:latin typeface="Times New Roman" panose="02020603050405020304" pitchFamily="18" charset="0"/>
              </a:rPr>
              <a:t>d</a:t>
            </a:r>
            <a:endParaRPr lang="zh-CN" altLang="en-US" sz="2000" i="1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9" name="文本框 57355"/>
          <p:cNvSpPr txBox="1">
            <a:spLocks noChangeArrowheads="1"/>
          </p:cNvSpPr>
          <p:nvPr/>
        </p:nvSpPr>
        <p:spPr bwMode="auto">
          <a:xfrm>
            <a:off x="395710" y="4653085"/>
            <a:ext cx="3135313" cy="43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</a:rPr>
              <a:t>3</a:t>
            </a:r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</a:rPr>
              <a:t>、黏</a:t>
            </a:r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sym typeface="宋体" panose="02010600030101010101" pitchFamily="2" charset="-122"/>
              </a:rPr>
              <a:t>度</a:t>
            </a:r>
            <a:r>
              <a:rPr lang="zh-CN" altLang="en-US" sz="2000" i="1" dirty="0">
                <a:solidFill>
                  <a:srgbClr val="0000FF"/>
                </a:solidFill>
                <a:latin typeface="Times New Roman" panose="02020603050405020304" pitchFamily="18" charset="0"/>
                <a:sym typeface="宋体" panose="02010600030101010101" pitchFamily="2" charset="-122"/>
              </a:rPr>
              <a:t>η</a:t>
            </a:r>
            <a:endParaRPr lang="zh-CN" altLang="en-US" sz="2000" i="1" dirty="0">
              <a:solidFill>
                <a:srgbClr val="0000FF"/>
              </a:solidFill>
              <a:latin typeface="Times New Roman" panose="02020603050405020304" pitchFamily="18" charset="0"/>
              <a:sym typeface="宋体" panose="02010600030101010101" pitchFamily="2" charset="-122"/>
            </a:endParaRPr>
          </a:p>
        </p:txBody>
      </p:sp>
      <p:sp>
        <p:nvSpPr>
          <p:cNvPr id="62469" name="矩形 57356"/>
          <p:cNvSpPr>
            <a:spLocks noChangeArrowheads="1"/>
          </p:cNvSpPr>
          <p:nvPr/>
        </p:nvSpPr>
        <p:spPr bwMode="auto">
          <a:xfrm>
            <a:off x="412750" y="1549400"/>
            <a:ext cx="8432800" cy="1308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indent="4572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轴承的宽径比</a:t>
            </a:r>
            <a:r>
              <a:rPr lang="zh-CN" altLang="en-US" sz="2000" i="1" dirty="0">
                <a:solidFill>
                  <a:srgbClr val="000099"/>
                </a:solidFill>
                <a:latin typeface="Times New Roman" panose="02020603050405020304" pitchFamily="18" charset="0"/>
              </a:rPr>
              <a:t>B</a:t>
            </a:r>
            <a:r>
              <a:rPr lang="zh-CN" altLang="en-US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/</a:t>
            </a:r>
            <a:r>
              <a:rPr lang="zh-CN" altLang="en-US" sz="2000" i="1" dirty="0">
                <a:solidFill>
                  <a:srgbClr val="000099"/>
                </a:solidFill>
                <a:latin typeface="Times New Roman" panose="02020603050405020304" pitchFamily="18" charset="0"/>
              </a:rPr>
              <a:t>d</a:t>
            </a:r>
            <a:r>
              <a:rPr lang="zh-CN" altLang="en-US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对承载能力和温升有直接影响。一般轴承的宽径比</a:t>
            </a:r>
            <a:r>
              <a:rPr lang="zh-CN" altLang="en-US" sz="2000" i="1" dirty="0">
                <a:solidFill>
                  <a:srgbClr val="C00000"/>
                </a:solidFill>
                <a:latin typeface="Times New Roman" panose="02020603050405020304" pitchFamily="18" charset="0"/>
              </a:rPr>
              <a:t>B</a:t>
            </a:r>
            <a:r>
              <a:rPr lang="zh-CN" altLang="en-US" sz="2000" dirty="0">
                <a:solidFill>
                  <a:srgbClr val="C00000"/>
                </a:solidFill>
                <a:latin typeface="Times New Roman" panose="02020603050405020304" pitchFamily="18" charset="0"/>
              </a:rPr>
              <a:t>/</a:t>
            </a:r>
            <a:r>
              <a:rPr lang="zh-CN" altLang="en-US" sz="2000" i="1" dirty="0">
                <a:solidFill>
                  <a:srgbClr val="C00000"/>
                </a:solidFill>
                <a:latin typeface="Times New Roman" panose="02020603050405020304" pitchFamily="18" charset="0"/>
              </a:rPr>
              <a:t>d</a:t>
            </a:r>
            <a:r>
              <a:rPr lang="zh-CN" altLang="en-US" sz="2000" dirty="0">
                <a:solidFill>
                  <a:srgbClr val="C00000"/>
                </a:solidFill>
                <a:latin typeface="Times New Roman" panose="02020603050405020304" pitchFamily="18" charset="0"/>
              </a:rPr>
              <a:t>在0. 3～1. 5</a:t>
            </a:r>
            <a:r>
              <a:rPr lang="zh-CN" altLang="en-US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范围内。宽径比小，有利于提高运转稳定性，增大端泄量以降低温升。但轴承宽度减小，轴承承载能力也随之降低。</a:t>
            </a:r>
            <a:endParaRPr lang="zh-CN" altLang="en-US" sz="2000" dirty="0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62471" name="矩形 57356"/>
          <p:cNvSpPr>
            <a:spLocks noChangeArrowheads="1"/>
          </p:cNvSpPr>
          <p:nvPr/>
        </p:nvSpPr>
        <p:spPr bwMode="auto">
          <a:xfrm>
            <a:off x="395288" y="3146425"/>
            <a:ext cx="8432800" cy="159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indent="4572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轴承的相对间隙ψ对轴承的承载能力、温升及回转精度等有重要影响。相对间隙主要根据载荷和速度选取。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速度愈高，</a:t>
            </a:r>
            <a:r>
              <a:rPr lang="zh-CN" altLang="en-US" sz="2000" i="1" dirty="0">
                <a:solidFill>
                  <a:srgbClr val="FF0000"/>
                </a:solidFill>
                <a:latin typeface="Times New Roman" panose="02020603050405020304" pitchFamily="18" charset="0"/>
              </a:rPr>
              <a:t>ψ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值应愈大；载荷愈大，</a:t>
            </a:r>
            <a:r>
              <a:rPr lang="zh-CN" altLang="en-US" sz="2000" i="1" dirty="0">
                <a:solidFill>
                  <a:srgbClr val="FF0000"/>
                </a:solidFill>
                <a:latin typeface="Times New Roman" panose="02020603050405020304" pitchFamily="18" charset="0"/>
              </a:rPr>
              <a:t>ψ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值应愈小。</a:t>
            </a:r>
            <a:r>
              <a:rPr lang="zh-CN" altLang="en-US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此外，直径大、宽径比小，调心性能好，加工精度高时，</a:t>
            </a:r>
            <a:r>
              <a:rPr lang="zh-CN" altLang="en-US" sz="2000" i="1" dirty="0">
                <a:solidFill>
                  <a:srgbClr val="000099"/>
                </a:solidFill>
                <a:latin typeface="Times New Roman" panose="02020603050405020304" pitchFamily="18" charset="0"/>
              </a:rPr>
              <a:t>ψ</a:t>
            </a:r>
            <a:r>
              <a:rPr lang="zh-CN" altLang="en-US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值取小值，反之取大值。</a:t>
            </a:r>
            <a:endParaRPr lang="zh-CN" altLang="en-US" sz="2000" dirty="0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62473" name="矩形 57356"/>
          <p:cNvSpPr>
            <a:spLocks noChangeArrowheads="1"/>
          </p:cNvSpPr>
          <p:nvPr/>
        </p:nvSpPr>
        <p:spPr bwMode="auto">
          <a:xfrm>
            <a:off x="395710" y="5085115"/>
            <a:ext cx="8432800" cy="1509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indent="4572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润滑油黏度</a:t>
            </a:r>
            <a:r>
              <a:rPr lang="zh-CN" altLang="en-US" sz="2000" i="1" dirty="0">
                <a:solidFill>
                  <a:srgbClr val="000099"/>
                </a:solidFill>
                <a:latin typeface="Times New Roman" panose="02020603050405020304" pitchFamily="18" charset="0"/>
              </a:rPr>
              <a:t>η</a:t>
            </a:r>
            <a:r>
              <a:rPr lang="zh-CN" altLang="en-US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是轴承设计中的一个重要参数，它对轴承的承载能力、功耗和轴承温升都有不可忽视的影响。平均温度的计算是否准确，将直接影响到润滑油黏度的大小。平均温度过低，则油的黏度较大，算出的承载能力偏高；反之，则承载能力偏低。</a:t>
            </a:r>
            <a:endParaRPr lang="zh-CN" altLang="en-US" sz="2000" dirty="0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52237" name="直接连接符 6"/>
          <p:cNvSpPr>
            <a:spLocks noChangeShapeType="1"/>
          </p:cNvSpPr>
          <p:nvPr/>
        </p:nvSpPr>
        <p:spPr bwMode="auto">
          <a:xfrm>
            <a:off x="0" y="765175"/>
            <a:ext cx="9144000" cy="0"/>
          </a:xfrm>
          <a:prstGeom prst="line">
            <a:avLst/>
          </a:prstGeom>
          <a:noFill/>
          <a:ln w="28575">
            <a:solidFill>
              <a:srgbClr val="C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124075" y="188595"/>
            <a:ext cx="7128510" cy="490855"/>
          </a:xfr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eaLnBrk="1" hangingPunct="1">
              <a:defRPr/>
            </a:pPr>
            <a:r>
              <a:rPr kumimoji="1" lang="en-US" altLang="zh-CN" sz="3000" kern="1200" dirty="0" smtClean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3.6-12 </a:t>
            </a:r>
            <a:r>
              <a:rPr lang="zh-CN" altLang="en-US" sz="3000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流体润滑滑动轴承的润滑机理</a:t>
            </a:r>
            <a:endParaRPr kumimoji="1" lang="zh-CN" altLang="en-US" sz="3000" kern="1200" dirty="0" smtClean="0">
              <a:solidFill>
                <a:srgbClr val="CC3300"/>
              </a:solidFill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  <p:transition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2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2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62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  <p:bldP spid="8" grpId="0"/>
      <p:bldP spid="9" grpId="0"/>
      <p:bldP spid="62469" grpId="0"/>
      <p:bldP spid="62471" grpId="0"/>
      <p:bldP spid="62473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117765" name="对象 117764"/>
          <p:cNvGraphicFramePr/>
          <p:nvPr/>
        </p:nvGraphicFramePr>
        <p:xfrm>
          <a:off x="908050" y="1867059"/>
          <a:ext cx="1855470" cy="6115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8" name="" r:id="rId1" imgW="927100" imgH="304800" progId="Equation.3">
                  <p:embed/>
                </p:oleObj>
              </mc:Choice>
              <mc:Fallback>
                <p:oleObj name="" r:id="rId1" imgW="927100" imgH="304800" progId="Equation.3">
                  <p:embed/>
                  <p:pic>
                    <p:nvPicPr>
                      <p:cNvPr id="0" name="图片 308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908050" y="1867059"/>
                        <a:ext cx="1855470" cy="61150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7766" name="组合 117765"/>
          <p:cNvGrpSpPr/>
          <p:nvPr/>
        </p:nvGrpSpPr>
        <p:grpSpPr>
          <a:xfrm>
            <a:off x="2960370" y="1124585"/>
            <a:ext cx="5321300" cy="1516063"/>
            <a:chOff x="2444" y="3022"/>
            <a:chExt cx="3352" cy="955"/>
          </a:xfrm>
        </p:grpSpPr>
        <p:sp>
          <p:nvSpPr>
            <p:cNvPr id="117767" name="文本框 117766"/>
            <p:cNvSpPr txBox="1"/>
            <p:nvPr/>
          </p:nvSpPr>
          <p:spPr>
            <a:xfrm>
              <a:off x="2713" y="3022"/>
              <a:ext cx="3083" cy="95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marL="1049655" indent="-1049655">
                <a:lnSpc>
                  <a:spcPct val="130000"/>
                </a:lnSpc>
              </a:pPr>
              <a:r>
                <a:rPr lang="en-US" altLang="zh-CN" b="1">
                  <a:latin typeface="华文中宋" panose="02010600040101010101" pitchFamily="2" charset="-122"/>
                  <a:ea typeface="华文中宋" panose="02010600040101010101" pitchFamily="2" charset="-122"/>
                </a:rPr>
                <a:t>B/d↑</a:t>
              </a:r>
              <a:r>
                <a:rPr lang="en-US" altLang="zh-CN" b="1">
                  <a:latin typeface="Times New Roman" panose="02020603050405020304" pitchFamily="18" charset="0"/>
                  <a:ea typeface="华文中宋" panose="02010600040101010101" pitchFamily="2" charset="-122"/>
                </a:rPr>
                <a:t>—</a:t>
              </a:r>
              <a:r>
                <a:rPr lang="en-US" altLang="zh-CN" b="1" dirty="0">
                  <a:latin typeface="华文中宋" panose="02010600040101010101" pitchFamily="2" charset="-122"/>
                  <a:ea typeface="华文中宋" panose="02010600040101010101" pitchFamily="2" charset="-122"/>
                </a:rPr>
                <a:t> </a:t>
              </a:r>
              <a:r>
                <a:rPr lang="zh-CN" altLang="en-US" b="1" dirty="0">
                  <a:latin typeface="华文中宋" panose="02010600040101010101" pitchFamily="2" charset="-122"/>
                  <a:ea typeface="华文中宋" panose="02010600040101010101" pitchFamily="2" charset="-122"/>
                </a:rPr>
                <a:t>端泄量</a:t>
              </a:r>
              <a:r>
                <a:rPr lang="en-US" altLang="zh-CN" b="1" dirty="0">
                  <a:latin typeface="华文中宋" panose="02010600040101010101" pitchFamily="2" charset="-122"/>
                  <a:ea typeface="华文中宋" panose="02010600040101010101" pitchFamily="2" charset="-122"/>
                </a:rPr>
                <a:t>↓</a:t>
              </a:r>
              <a:r>
                <a:rPr lang="zh-CN" altLang="en-US" b="1" dirty="0">
                  <a:latin typeface="华文中宋" panose="02010600040101010101" pitchFamily="2" charset="-122"/>
                  <a:ea typeface="华文中宋" panose="02010600040101010101" pitchFamily="2" charset="-122"/>
                </a:rPr>
                <a:t>，承载能力</a:t>
              </a:r>
              <a:r>
                <a:rPr lang="en-US" altLang="zh-CN" b="1" dirty="0">
                  <a:latin typeface="华文中宋" panose="02010600040101010101" pitchFamily="2" charset="-122"/>
                  <a:ea typeface="华文中宋" panose="02010600040101010101" pitchFamily="2" charset="-122"/>
                </a:rPr>
                <a:t>↑ </a:t>
              </a:r>
              <a:r>
                <a:rPr lang="zh-CN" altLang="en-US" b="1" dirty="0">
                  <a:latin typeface="华文中宋" panose="02010600040101010101" pitchFamily="2" charset="-122"/>
                  <a:ea typeface="华文中宋" panose="02010600040101010101" pitchFamily="2" charset="-122"/>
                </a:rPr>
                <a:t>，轴承刚度</a:t>
              </a:r>
              <a:r>
                <a:rPr lang="en-US" altLang="zh-CN" b="1">
                  <a:latin typeface="华文中宋" panose="02010600040101010101" pitchFamily="2" charset="-122"/>
                  <a:ea typeface="华文中宋" panose="02010600040101010101" pitchFamily="2" charset="-122"/>
                </a:rPr>
                <a:t>↑</a:t>
              </a:r>
              <a:r>
                <a:rPr lang="zh-CN" altLang="en-US" b="1">
                  <a:latin typeface="华文中宋" panose="02010600040101010101" pitchFamily="2" charset="-122"/>
                  <a:ea typeface="华文中宋" panose="02010600040101010101" pitchFamily="2" charset="-122"/>
                </a:rPr>
                <a:t>，</a:t>
              </a:r>
              <a:r>
                <a:rPr lang="en-US" altLang="zh-CN" b="1">
                  <a:latin typeface="华文中宋" panose="02010600040101010101" pitchFamily="2" charset="-122"/>
                  <a:ea typeface="华文中宋" panose="02010600040101010101" pitchFamily="2" charset="-122"/>
                </a:rPr>
                <a:t>Δt↑</a:t>
              </a:r>
              <a:r>
                <a:rPr lang="zh-CN" altLang="en-US" b="1">
                  <a:latin typeface="华文中宋" panose="02010600040101010101" pitchFamily="2" charset="-122"/>
                  <a:ea typeface="华文中宋" panose="02010600040101010101" pitchFamily="2" charset="-122"/>
                </a:rPr>
                <a:t>，</a:t>
              </a:r>
              <a:r>
                <a:rPr lang="en-US" altLang="zh-CN" b="1">
                  <a:latin typeface="华文中宋" panose="02010600040101010101" pitchFamily="2" charset="-122"/>
                  <a:ea typeface="华文中宋" panose="02010600040101010101" pitchFamily="2" charset="-122"/>
                </a:rPr>
                <a:t>η↓</a:t>
              </a:r>
              <a:endParaRPr lang="en-US" altLang="zh-CN" b="1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117768" name="直接连接符 117767"/>
            <p:cNvSpPr/>
            <p:nvPr/>
          </p:nvSpPr>
          <p:spPr>
            <a:xfrm flipV="1">
              <a:off x="2444" y="3221"/>
              <a:ext cx="325" cy="32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17769" name="组合 117768"/>
          <p:cNvGrpSpPr/>
          <p:nvPr/>
        </p:nvGrpSpPr>
        <p:grpSpPr>
          <a:xfrm>
            <a:off x="2960370" y="2177098"/>
            <a:ext cx="5264150" cy="1208087"/>
            <a:chOff x="2444" y="3571"/>
            <a:chExt cx="3316" cy="761"/>
          </a:xfrm>
        </p:grpSpPr>
        <p:sp>
          <p:nvSpPr>
            <p:cNvPr id="117770" name="矩形 117769"/>
            <p:cNvSpPr/>
            <p:nvPr/>
          </p:nvSpPr>
          <p:spPr>
            <a:xfrm>
              <a:off x="2723" y="3630"/>
              <a:ext cx="3037" cy="70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marL="1049655" indent="-1049655">
                <a:lnSpc>
                  <a:spcPct val="140000"/>
                </a:lnSpc>
              </a:pPr>
              <a:r>
                <a:rPr lang="en-US" altLang="zh-CN" b="1">
                  <a:latin typeface="华文中宋" panose="02010600040101010101" pitchFamily="2" charset="-122"/>
                  <a:ea typeface="华文中宋" panose="02010600040101010101" pitchFamily="2" charset="-122"/>
                </a:rPr>
                <a:t>B/d↓</a:t>
              </a:r>
              <a:r>
                <a:rPr lang="en-US" altLang="zh-CN" b="1">
                  <a:latin typeface="Times New Roman" panose="02020603050405020304" pitchFamily="18" charset="0"/>
                  <a:ea typeface="华文中宋" panose="02010600040101010101" pitchFamily="2" charset="-122"/>
                </a:rPr>
                <a:t>—</a:t>
              </a:r>
              <a:r>
                <a:rPr lang="zh-CN" altLang="en-US" b="1" dirty="0">
                  <a:latin typeface="华文中宋" panose="02010600040101010101" pitchFamily="2" charset="-122"/>
                  <a:ea typeface="华文中宋" panose="02010600040101010101" pitchFamily="2" charset="-122"/>
                </a:rPr>
                <a:t>端泄量</a:t>
              </a:r>
              <a:r>
                <a:rPr lang="en-US" altLang="zh-CN" b="1" dirty="0">
                  <a:latin typeface="华文中宋" panose="02010600040101010101" pitchFamily="2" charset="-122"/>
                  <a:ea typeface="华文中宋" panose="02010600040101010101" pitchFamily="2" charset="-122"/>
                </a:rPr>
                <a:t>↑</a:t>
              </a:r>
              <a:r>
                <a:rPr lang="zh-CN" altLang="en-US" b="1" dirty="0">
                  <a:latin typeface="华文中宋" panose="02010600040101010101" pitchFamily="2" charset="-122"/>
                  <a:ea typeface="华文中宋" panose="02010600040101010101" pitchFamily="2" charset="-122"/>
                </a:rPr>
                <a:t>，承载能力</a:t>
              </a:r>
              <a:r>
                <a:rPr lang="en-US" altLang="zh-CN" b="1" dirty="0">
                  <a:latin typeface="华文中宋" panose="02010600040101010101" pitchFamily="2" charset="-122"/>
                  <a:ea typeface="华文中宋" panose="02010600040101010101" pitchFamily="2" charset="-122"/>
                </a:rPr>
                <a:t>↓</a:t>
              </a:r>
              <a:r>
                <a:rPr lang="zh-CN" altLang="en-US" b="1" dirty="0">
                  <a:latin typeface="华文中宋" panose="02010600040101010101" pitchFamily="2" charset="-122"/>
                  <a:ea typeface="华文中宋" panose="02010600040101010101" pitchFamily="2" charset="-122"/>
                </a:rPr>
                <a:t>，运转稳定性</a:t>
              </a:r>
              <a:r>
                <a:rPr lang="en-US" altLang="zh-CN" b="1">
                  <a:latin typeface="华文中宋" panose="02010600040101010101" pitchFamily="2" charset="-122"/>
                  <a:ea typeface="华文中宋" panose="02010600040101010101" pitchFamily="2" charset="-122"/>
                </a:rPr>
                <a:t>↑</a:t>
              </a:r>
              <a:endParaRPr lang="en-US" altLang="zh-CN" b="1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117771" name="直接连接符 117770"/>
            <p:cNvSpPr/>
            <p:nvPr/>
          </p:nvSpPr>
          <p:spPr>
            <a:xfrm>
              <a:off x="2444" y="3571"/>
              <a:ext cx="331" cy="27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52237" name="直接连接符 6"/>
          <p:cNvSpPr>
            <a:spLocks noChangeShapeType="1"/>
          </p:cNvSpPr>
          <p:nvPr/>
        </p:nvSpPr>
        <p:spPr bwMode="auto">
          <a:xfrm>
            <a:off x="0" y="765175"/>
            <a:ext cx="9144000" cy="0"/>
          </a:xfrm>
          <a:prstGeom prst="line">
            <a:avLst/>
          </a:prstGeom>
          <a:noFill/>
          <a:ln w="28575">
            <a:solidFill>
              <a:srgbClr val="C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" name="文本框 57355"/>
          <p:cNvSpPr txBox="1">
            <a:spLocks noChangeArrowheads="1"/>
          </p:cNvSpPr>
          <p:nvPr/>
        </p:nvSpPr>
        <p:spPr bwMode="auto">
          <a:xfrm>
            <a:off x="352425" y="1149350"/>
            <a:ext cx="2203450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</a:rPr>
              <a:t>、宽径比</a:t>
            </a:r>
            <a:r>
              <a:rPr lang="zh-CN" altLang="en-US" sz="20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</a:rPr>
              <a:t>/</a:t>
            </a:r>
            <a:r>
              <a:rPr lang="zh-CN" altLang="en-US" sz="2000" i="1" dirty="0">
                <a:solidFill>
                  <a:srgbClr val="0000FF"/>
                </a:solidFill>
                <a:latin typeface="Times New Roman" panose="02020603050405020304" pitchFamily="18" charset="0"/>
              </a:rPr>
              <a:t>d</a:t>
            </a:r>
            <a:endParaRPr lang="zh-CN" altLang="en-US" sz="2000" i="1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7" name="文本框 57355"/>
          <p:cNvSpPr txBox="1">
            <a:spLocks noChangeArrowheads="1"/>
          </p:cNvSpPr>
          <p:nvPr/>
        </p:nvSpPr>
        <p:spPr bwMode="auto">
          <a:xfrm>
            <a:off x="352425" y="2757488"/>
            <a:ext cx="2203450" cy="43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</a:rPr>
              <a:t>、相对间隙</a:t>
            </a:r>
            <a:r>
              <a:rPr lang="zh-CN" altLang="en-US" sz="2000" i="1" dirty="0">
                <a:solidFill>
                  <a:srgbClr val="0000FF"/>
                </a:solidFill>
                <a:latin typeface="Times New Roman" panose="02020603050405020304" pitchFamily="18" charset="0"/>
              </a:rPr>
              <a:t>ψ</a:t>
            </a:r>
            <a:endParaRPr lang="zh-CN" altLang="en-US" sz="2000" i="1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8794" name="文本框 118793"/>
          <p:cNvSpPr txBox="1"/>
          <p:nvPr/>
        </p:nvSpPr>
        <p:spPr>
          <a:xfrm>
            <a:off x="742315" y="3992563"/>
            <a:ext cx="71945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p>
            <a:r>
              <a:rPr lang="zh-CN" altLang="en-US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高速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：发热严重</a:t>
            </a:r>
            <a:r>
              <a:rPr lang="en-US" altLang="zh-CN" b="1">
                <a:latin typeface="Times New Roman" panose="02020603050405020304" pitchFamily="18" charset="0"/>
                <a:ea typeface="华文中宋" panose="02010600040101010101" pitchFamily="2" charset="-122"/>
              </a:rPr>
              <a:t>—</a:t>
            </a:r>
            <a:r>
              <a:rPr lang="en-US" altLang="zh-CN" b="1"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zh-CN" altLang="en-US" b="1">
                <a:latin typeface="华文中宋" panose="02010600040101010101" pitchFamily="2" charset="-122"/>
                <a:ea typeface="华文中宋" panose="02010600040101010101" pitchFamily="2" charset="-122"/>
              </a:rPr>
              <a:t>使</a:t>
            </a:r>
            <a:r>
              <a:rPr lang="en-US" altLang="zh-CN" b="1">
                <a:latin typeface="华文中宋" panose="02010600040101010101" pitchFamily="2" charset="-122"/>
                <a:ea typeface="华文中宋" panose="02010600040101010101" pitchFamily="2" charset="-122"/>
              </a:rPr>
              <a:t>ψ↑</a:t>
            </a:r>
            <a:r>
              <a:rPr lang="en-US" altLang="zh-CN" b="1">
                <a:latin typeface="Times New Roman" panose="02020603050405020304" pitchFamily="18" charset="0"/>
                <a:ea typeface="华文中宋" panose="02010600040101010101" pitchFamily="2" charset="-122"/>
              </a:rPr>
              <a:t>—</a:t>
            </a:r>
            <a:r>
              <a:rPr lang="en-US" altLang="zh-CN" b="1">
                <a:latin typeface="华文中宋" panose="02010600040101010101" pitchFamily="2" charset="-122"/>
                <a:ea typeface="华文中宋" panose="02010600040101010101" pitchFamily="2" charset="-122"/>
              </a:rPr>
              <a:t> q↑</a:t>
            </a:r>
            <a:r>
              <a:rPr lang="en-US" altLang="zh-CN" b="1">
                <a:latin typeface="Times New Roman" panose="02020603050405020304" pitchFamily="18" charset="0"/>
                <a:ea typeface="华文中宋" panose="02010600040101010101" pitchFamily="2" charset="-122"/>
              </a:rPr>
              <a:t>—</a:t>
            </a:r>
            <a:r>
              <a:rPr lang="en-US" altLang="zh-CN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端泄</a:t>
            </a:r>
            <a:r>
              <a:rPr lang="en-US" altLang="zh-CN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↑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，温升</a:t>
            </a:r>
            <a:r>
              <a:rPr lang="en-US" altLang="zh-CN" b="1">
                <a:latin typeface="华文中宋" panose="02010600040101010101" pitchFamily="2" charset="-122"/>
                <a:ea typeface="华文中宋" panose="02010600040101010101" pitchFamily="2" charset="-122"/>
              </a:rPr>
              <a:t>↓</a:t>
            </a:r>
            <a:endParaRPr lang="en-US" altLang="zh-CN" b="1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grpSp>
        <p:nvGrpSpPr>
          <p:cNvPr id="118795" name="组合 118794"/>
          <p:cNvGrpSpPr/>
          <p:nvPr/>
        </p:nvGrpSpPr>
        <p:grpSpPr>
          <a:xfrm>
            <a:off x="589915" y="3306763"/>
            <a:ext cx="4130675" cy="949325"/>
            <a:chOff x="1140" y="811"/>
            <a:chExt cx="2602" cy="598"/>
          </a:xfrm>
        </p:grpSpPr>
        <p:sp>
          <p:nvSpPr>
            <p:cNvPr id="118796" name="文本框 118795"/>
            <p:cNvSpPr txBox="1"/>
            <p:nvPr/>
          </p:nvSpPr>
          <p:spPr>
            <a:xfrm>
              <a:off x="1226" y="811"/>
              <a:ext cx="251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p>
              <a:r>
                <a:rPr lang="zh-CN" altLang="en-US" b="1" dirty="0">
                  <a:solidFill>
                    <a:srgbClr val="FF00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重载</a:t>
              </a:r>
              <a:r>
                <a:rPr lang="zh-CN" altLang="en-US" b="1" dirty="0">
                  <a:latin typeface="华文中宋" panose="02010600040101010101" pitchFamily="2" charset="-122"/>
                  <a:ea typeface="华文中宋" panose="02010600040101010101" pitchFamily="2" charset="-122"/>
                </a:rPr>
                <a:t>：</a:t>
              </a:r>
              <a:r>
                <a:rPr lang="en-US" altLang="zh-CN" b="1" dirty="0">
                  <a:latin typeface="华文中宋" panose="02010600040101010101" pitchFamily="2" charset="-122"/>
                  <a:ea typeface="华文中宋" panose="02010600040101010101" pitchFamily="2" charset="-122"/>
                </a:rPr>
                <a:t>↑</a:t>
              </a:r>
              <a:r>
                <a:rPr lang="zh-CN" altLang="en-US" b="1" dirty="0">
                  <a:latin typeface="华文中宋" panose="02010600040101010101" pitchFamily="2" charset="-122"/>
                  <a:ea typeface="华文中宋" panose="02010600040101010101" pitchFamily="2" charset="-122"/>
                </a:rPr>
                <a:t>承载能力</a:t>
              </a:r>
              <a:r>
                <a:rPr lang="en-US" altLang="zh-CN" b="1">
                  <a:latin typeface="Times New Roman" panose="02020603050405020304" pitchFamily="18" charset="0"/>
                  <a:ea typeface="华文中宋" panose="02010600040101010101" pitchFamily="2" charset="-122"/>
                </a:rPr>
                <a:t>—</a:t>
              </a:r>
              <a:r>
                <a:rPr lang="en-US" altLang="zh-CN" b="1">
                  <a:latin typeface="华文中宋" panose="02010600040101010101" pitchFamily="2" charset="-122"/>
                  <a:ea typeface="华文中宋" panose="02010600040101010101" pitchFamily="2" charset="-122"/>
                </a:rPr>
                <a:t> </a:t>
              </a:r>
              <a:r>
                <a:rPr lang="zh-CN" altLang="en-US" b="1">
                  <a:latin typeface="华文中宋" panose="02010600040101010101" pitchFamily="2" charset="-122"/>
                  <a:ea typeface="华文中宋" panose="02010600040101010101" pitchFamily="2" charset="-122"/>
                </a:rPr>
                <a:t>选</a:t>
              </a:r>
              <a:r>
                <a:rPr lang="en-US" altLang="zh-CN" b="1">
                  <a:latin typeface="华文中宋" panose="02010600040101010101" pitchFamily="2" charset="-122"/>
                  <a:ea typeface="华文中宋" panose="02010600040101010101" pitchFamily="2" charset="-122"/>
                </a:rPr>
                <a:t>ψ↓</a:t>
              </a:r>
              <a:endParaRPr lang="en-US" altLang="zh-CN" b="1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118797" name="左大括号 118796"/>
            <p:cNvSpPr/>
            <p:nvPr/>
          </p:nvSpPr>
          <p:spPr>
            <a:xfrm>
              <a:off x="1140" y="929"/>
              <a:ext cx="96" cy="480"/>
            </a:xfrm>
            <a:prstGeom prst="leftBrace">
              <a:avLst>
                <a:gd name="adj1" fmla="val 41666"/>
                <a:gd name="adj2" fmla="val 50000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9" name="文本框 57355"/>
          <p:cNvSpPr txBox="1">
            <a:spLocks noChangeArrowheads="1"/>
          </p:cNvSpPr>
          <p:nvPr/>
        </p:nvSpPr>
        <p:spPr bwMode="auto">
          <a:xfrm>
            <a:off x="352530" y="4584505"/>
            <a:ext cx="3135313" cy="43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</a:rPr>
              <a:t>3</a:t>
            </a:r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</a:rPr>
              <a:t>、黏</a:t>
            </a:r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sym typeface="宋体" panose="02010600030101010101" pitchFamily="2" charset="-122"/>
              </a:rPr>
              <a:t>度</a:t>
            </a:r>
            <a:r>
              <a:rPr lang="zh-CN" altLang="en-US" sz="2000" i="1" dirty="0">
                <a:solidFill>
                  <a:srgbClr val="0000FF"/>
                </a:solidFill>
                <a:latin typeface="Times New Roman" panose="02020603050405020304" pitchFamily="18" charset="0"/>
                <a:sym typeface="宋体" panose="02010600030101010101" pitchFamily="2" charset="-122"/>
              </a:rPr>
              <a:t>η</a:t>
            </a:r>
            <a:endParaRPr lang="zh-CN" altLang="en-US" sz="2000" i="1" dirty="0">
              <a:solidFill>
                <a:srgbClr val="0000FF"/>
              </a:solidFill>
              <a:latin typeface="Times New Roman" panose="02020603050405020304" pitchFamily="18" charset="0"/>
              <a:sym typeface="宋体" panose="02010600030101010101" pitchFamily="2" charset="-122"/>
            </a:endParaRPr>
          </a:p>
        </p:txBody>
      </p:sp>
      <p:sp>
        <p:nvSpPr>
          <p:cNvPr id="118787" name="文本框 118786"/>
          <p:cNvSpPr txBox="1"/>
          <p:nvPr/>
        </p:nvSpPr>
        <p:spPr>
          <a:xfrm>
            <a:off x="907733" y="5147945"/>
            <a:ext cx="52133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p>
            <a:r>
              <a:rPr lang="en-US" altLang="zh-CN" b="1">
                <a:latin typeface="华文中宋" panose="02010600040101010101" pitchFamily="2" charset="-122"/>
                <a:ea typeface="华文中宋" panose="02010600040101010101" pitchFamily="2" charset="-122"/>
              </a:rPr>
              <a:t>η↑</a:t>
            </a:r>
            <a:r>
              <a:rPr lang="en-US" altLang="zh-CN" b="1">
                <a:latin typeface="Times New Roman" panose="02020603050405020304" pitchFamily="18" charset="0"/>
                <a:ea typeface="华文中宋" panose="02010600040101010101" pitchFamily="2" charset="-122"/>
              </a:rPr>
              <a:t>—</a:t>
            </a:r>
            <a:r>
              <a:rPr lang="en-US" altLang="zh-CN" b="1">
                <a:latin typeface="华文中宋" panose="02010600040101010101" pitchFamily="2" charset="-122"/>
                <a:ea typeface="华文中宋" panose="02010600040101010101" pitchFamily="2" charset="-122"/>
              </a:rPr>
              <a:t> F↑</a:t>
            </a:r>
            <a:r>
              <a:rPr lang="en-US" altLang="zh-CN" b="1">
                <a:latin typeface="Times New Roman" panose="02020603050405020304" pitchFamily="18" charset="0"/>
                <a:ea typeface="华文中宋" panose="02010600040101010101" pitchFamily="2" charset="-122"/>
              </a:rPr>
              <a:t>—</a:t>
            </a:r>
            <a:r>
              <a:rPr lang="en-US" altLang="zh-CN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承载能力</a:t>
            </a:r>
            <a:r>
              <a:rPr lang="en-US" altLang="zh-CN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↑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，但易发热</a:t>
            </a:r>
            <a:endParaRPr lang="zh-CN" altLang="en-US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62473" name="矩形 57356"/>
          <p:cNvSpPr>
            <a:spLocks noChangeArrowheads="1"/>
          </p:cNvSpPr>
          <p:nvPr/>
        </p:nvSpPr>
        <p:spPr bwMode="auto">
          <a:xfrm>
            <a:off x="355600" y="5605145"/>
            <a:ext cx="8432800" cy="8655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indent="4572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平均温度的计算是否准确，将直接影响到润滑油黏度的大小。平均温度过低，则油的黏度较大，算出的承载能力偏高；反之，则承载能力偏低。</a:t>
            </a:r>
            <a:endParaRPr lang="zh-CN" altLang="en-US" sz="2000" dirty="0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2" name="Rectangle 2"/>
          <p:cNvSpPr>
            <a:spLocks noGrp="1" noChangeArrowheads="1"/>
          </p:cNvSpPr>
          <p:nvPr/>
        </p:nvSpPr>
        <p:spPr bwMode="auto">
          <a:xfrm>
            <a:off x="2124075" y="188595"/>
            <a:ext cx="7128510" cy="490855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kumimoji="1" lang="en-US" altLang="zh-CN" sz="3000" kern="1200" dirty="0" smtClean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3.6-12 </a:t>
            </a:r>
            <a:r>
              <a:rPr lang="zh-CN" altLang="en-US" sz="3000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流体润滑滑动轴承的润滑机理</a:t>
            </a:r>
            <a:endParaRPr kumimoji="1" lang="zh-CN" altLang="en-US" sz="3000" kern="1200" dirty="0" smtClean="0">
              <a:solidFill>
                <a:srgbClr val="CC3300"/>
              </a:solidFill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  <p:transition>
    <p:random/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7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7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7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8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8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18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62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7" grpId="0"/>
      <p:bldP spid="118794" grpId="0"/>
      <p:bldP spid="9" grpId="0"/>
      <p:bldP spid="118787" grpId="0"/>
      <p:bldP spid="62473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9810" name="文本框 119809"/>
          <p:cNvSpPr txBox="1"/>
          <p:nvPr/>
        </p:nvSpPr>
        <p:spPr>
          <a:xfrm>
            <a:off x="1257300" y="4794250"/>
            <a:ext cx="7377113" cy="18446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485775" indent="-485775">
              <a:lnSpc>
                <a:spcPct val="160000"/>
              </a:lnSpc>
            </a:pPr>
            <a:r>
              <a:rPr lang="en-US" altLang="en-US" b="1">
                <a:latin typeface="Times New Roman" panose="02020603050405020304" pitchFamily="18" charset="0"/>
                <a:ea typeface="宋体" panose="02010600030101010101" pitchFamily="2" charset="-122"/>
              </a:rPr>
              <a:t>③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由于影响液体动压轴承的</a:t>
            </a:r>
            <a:r>
              <a:rPr lang="zh-CN" altLang="en-US" b="1" dirty="0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rPr>
              <a:t>参数较多，相互影响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，所以设计中若调整了某一参数，将会影响其它参数，凡受到影响的参数都应重新计算。</a:t>
            </a:r>
            <a:endParaRPr lang="zh-CN" altLang="en-US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19811" name="文本框 119810"/>
          <p:cNvSpPr txBox="1"/>
          <p:nvPr/>
        </p:nvSpPr>
        <p:spPr>
          <a:xfrm>
            <a:off x="557530" y="952183"/>
            <a:ext cx="10985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p>
            <a:r>
              <a:rPr lang="zh-CN" altLang="en-US" b="1" dirty="0">
                <a:solidFill>
                  <a:srgbClr val="3333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注意</a:t>
            </a:r>
            <a:r>
              <a:rPr lang="zh-CN" altLang="en-US" dirty="0">
                <a:solidFill>
                  <a:srgbClr val="3333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：</a:t>
            </a:r>
            <a:endParaRPr lang="zh-CN" altLang="en-US" dirty="0">
              <a:solidFill>
                <a:srgbClr val="3333CC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19812" name="文本框 119811"/>
          <p:cNvSpPr txBox="1"/>
          <p:nvPr/>
        </p:nvSpPr>
        <p:spPr>
          <a:xfrm>
            <a:off x="1238250" y="1409700"/>
            <a:ext cx="7651750" cy="12604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485775" indent="-485775">
              <a:lnSpc>
                <a:spcPct val="160000"/>
              </a:lnSpc>
            </a:pPr>
            <a:r>
              <a:rPr lang="zh-CN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①</a:t>
            </a:r>
            <a:r>
              <a:rPr lang="en-US" altLang="zh-CN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液体动力润滑轴承在</a:t>
            </a:r>
            <a:r>
              <a:rPr lang="zh-CN" altLang="en-US" b="1" dirty="0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rPr>
              <a:t>启动，停车阶段处于非液体摩擦状态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，设计时，应验算</a:t>
            </a:r>
            <a:r>
              <a:rPr lang="en-US" altLang="zh-CN" b="1">
                <a:latin typeface="华文中宋" panose="02010600040101010101" pitchFamily="2" charset="-122"/>
                <a:ea typeface="华文中宋" panose="02010600040101010101" pitchFamily="2" charset="-122"/>
              </a:rPr>
              <a:t>p≤[p]</a:t>
            </a:r>
            <a:r>
              <a:rPr lang="zh-CN" altLang="en-US" b="1">
                <a:latin typeface="华文中宋" panose="02010600040101010101" pitchFamily="2" charset="-122"/>
                <a:ea typeface="华文中宋" panose="02010600040101010101" pitchFamily="2" charset="-122"/>
              </a:rPr>
              <a:t>，</a:t>
            </a:r>
            <a:r>
              <a:rPr lang="en-US" altLang="zh-CN" b="1">
                <a:latin typeface="华文中宋" panose="02010600040101010101" pitchFamily="2" charset="-122"/>
                <a:ea typeface="华文中宋" panose="02010600040101010101" pitchFamily="2" charset="-122"/>
              </a:rPr>
              <a:t>v≤[v]</a:t>
            </a:r>
            <a:r>
              <a:rPr lang="zh-CN" altLang="en-US" b="1">
                <a:latin typeface="华文中宋" panose="02010600040101010101" pitchFamily="2" charset="-122"/>
                <a:ea typeface="华文中宋" panose="02010600040101010101" pitchFamily="2" charset="-122"/>
              </a:rPr>
              <a:t>，</a:t>
            </a:r>
            <a:r>
              <a:rPr lang="en-US" altLang="zh-CN" b="1">
                <a:latin typeface="华文中宋" panose="02010600040101010101" pitchFamily="2" charset="-122"/>
                <a:ea typeface="华文中宋" panose="02010600040101010101" pitchFamily="2" charset="-122"/>
              </a:rPr>
              <a:t>pv≤[pv]</a:t>
            </a:r>
            <a:endParaRPr lang="en-US" altLang="zh-CN" b="1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19813" name="文本框 119812"/>
          <p:cNvSpPr txBox="1"/>
          <p:nvPr/>
        </p:nvSpPr>
        <p:spPr>
          <a:xfrm>
            <a:off x="1246188" y="2876550"/>
            <a:ext cx="7897812" cy="17351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485775" indent="-485775">
              <a:lnSpc>
                <a:spcPct val="150000"/>
              </a:lnSpc>
            </a:pP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②  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零件有制造误差，计算时应分别对</a:t>
            </a:r>
            <a:r>
              <a:rPr lang="zh-CN" altLang="en-US" b="1" dirty="0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rPr>
              <a:t>上偏差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对应的</a:t>
            </a:r>
            <a:r>
              <a:rPr lang="en-US" altLang="zh-CN" b="1">
                <a:latin typeface="华文中宋" panose="02010600040101010101" pitchFamily="2" charset="-122"/>
                <a:ea typeface="华文中宋" panose="02010600040101010101" pitchFamily="2" charset="-122"/>
              </a:rPr>
              <a:t>ψ</a:t>
            </a:r>
            <a:r>
              <a:rPr lang="en-US" altLang="zh-CN" b="1" baseline="-25000">
                <a:latin typeface="华文中宋" panose="02010600040101010101" pitchFamily="2" charset="-122"/>
                <a:ea typeface="华文中宋" panose="02010600040101010101" pitchFamily="2" charset="-122"/>
              </a:rPr>
              <a:t>max</a:t>
            </a:r>
            <a:r>
              <a:rPr lang="zh-CN" altLang="en-US" b="1" dirty="0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rPr>
              <a:t>下偏差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对应的</a:t>
            </a:r>
            <a:r>
              <a:rPr lang="en-US" altLang="zh-CN" b="1">
                <a:latin typeface="华文中宋" panose="02010600040101010101" pitchFamily="2" charset="-122"/>
                <a:ea typeface="华文中宋" panose="02010600040101010101" pitchFamily="2" charset="-122"/>
              </a:rPr>
              <a:t>ψ</a:t>
            </a:r>
            <a:r>
              <a:rPr lang="en-US" altLang="zh-CN" b="1" baseline="-25000">
                <a:latin typeface="华文中宋" panose="02010600040101010101" pitchFamily="2" charset="-122"/>
                <a:ea typeface="华文中宋" panose="02010600040101010101" pitchFamily="2" charset="-122"/>
              </a:rPr>
              <a:t>min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两种状态进行计算，必须同时满足液体动压状态的充分条件。</a:t>
            </a:r>
            <a:endParaRPr lang="zh-CN" altLang="en-US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52237" name="直接连接符 6"/>
          <p:cNvSpPr>
            <a:spLocks noChangeShapeType="1"/>
          </p:cNvSpPr>
          <p:nvPr/>
        </p:nvSpPr>
        <p:spPr bwMode="auto">
          <a:xfrm>
            <a:off x="0" y="765175"/>
            <a:ext cx="9144000" cy="0"/>
          </a:xfrm>
          <a:prstGeom prst="line">
            <a:avLst/>
          </a:prstGeom>
          <a:noFill/>
          <a:ln w="28575">
            <a:solidFill>
              <a:srgbClr val="C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" name="Rectangle 2"/>
          <p:cNvSpPr>
            <a:spLocks noGrp="1" noChangeArrowheads="1"/>
          </p:cNvSpPr>
          <p:nvPr/>
        </p:nvSpPr>
        <p:spPr bwMode="auto">
          <a:xfrm>
            <a:off x="2124075" y="188595"/>
            <a:ext cx="7128510" cy="490855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kumimoji="1" lang="en-US" altLang="zh-CN" sz="3000" kern="1200" dirty="0" smtClean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3.6-12 </a:t>
            </a:r>
            <a:r>
              <a:rPr lang="zh-CN" altLang="en-US" sz="3000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流体润滑滑动轴承的润滑机理</a:t>
            </a:r>
            <a:endParaRPr kumimoji="1" lang="zh-CN" altLang="en-US" sz="3000" kern="1200" dirty="0" smtClean="0">
              <a:solidFill>
                <a:srgbClr val="CC3300"/>
              </a:solidFill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  <p:transition>
    <p:random/>
    <p:sndAc>
      <p:stSnd>
        <p:snd r:embed="rId1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9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9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9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98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9810" grpId="0"/>
      <p:bldP spid="119811" grpId="0"/>
      <p:bldP spid="119812" grpId="0"/>
      <p:bldP spid="119813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/>
              <p:cNvSpPr txBox="1"/>
              <p:nvPr/>
            </p:nvSpPr>
            <p:spPr>
              <a:xfrm>
                <a:off x="539720" y="620805"/>
                <a:ext cx="7632530" cy="18528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dirty="0" smtClean="0"/>
                  <a:t>一液体摩擦径向滑动轴承，已知轴颈直径</a:t>
                </a:r>
                <a:r>
                  <a:rPr lang="en-US" altLang="zh-CN" dirty="0" smtClean="0"/>
                  <a:t>d=80mm,</a:t>
                </a:r>
                <a:r>
                  <a:rPr lang="zh-CN" altLang="en-US" dirty="0" smtClean="0"/>
                  <a:t>轴承宽度</a:t>
                </a:r>
                <a:r>
                  <a:rPr lang="en-US" altLang="zh-CN" dirty="0" smtClean="0"/>
                  <a:t>B=80mm</a:t>
                </a:r>
                <a:r>
                  <a:rPr lang="zh-CN" altLang="en-US" dirty="0" smtClean="0"/>
                  <a:t>，轴的转速</a:t>
                </a:r>
                <a:r>
                  <a:rPr lang="en-US" altLang="zh-CN" dirty="0" smtClean="0"/>
                  <a:t>n=1500r/min</a:t>
                </a:r>
                <a:r>
                  <a:rPr lang="zh-CN" altLang="en-US" dirty="0" smtClean="0"/>
                  <a:t>，半径装配间隙为</a:t>
                </a:r>
                <a:r>
                  <a:rPr lang="en-US" altLang="zh-CN" dirty="0" smtClean="0"/>
                  <a:t>0.06mm</a:t>
                </a:r>
                <a:r>
                  <a:rPr lang="zh-CN" altLang="en-US" dirty="0" smtClean="0"/>
                  <a:t>，偏心率</a:t>
                </a:r>
                <a14:m>
                  <m:oMath xmlns:m="http://schemas.openxmlformats.org/officeDocument/2006/math"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altLang="zh-CN" dirty="0" smtClean="0"/>
                  <a:t>=0.6</a:t>
                </a:r>
                <a:r>
                  <a:rPr lang="zh-CN" altLang="en-US" dirty="0" smtClean="0"/>
                  <a:t>，采用</a:t>
                </a:r>
                <a:r>
                  <a:rPr lang="en-US" altLang="zh-CN" dirty="0" smtClean="0"/>
                  <a:t>30</a:t>
                </a:r>
                <a:r>
                  <a:rPr lang="zh-CN" altLang="en-US" dirty="0" smtClean="0"/>
                  <a:t>号机械油润滑，润滑油在</a:t>
                </a:r>
                <a:r>
                  <a:rPr lang="en-US" altLang="zh-CN" dirty="0" smtClean="0"/>
                  <a:t>50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℃</m:t>
                    </m:r>
                  </m:oMath>
                </a14:m>
                <a:r>
                  <a:rPr lang="zh-CN" altLang="en-US" dirty="0" smtClean="0"/>
                  <a:t>时的粘度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𝜂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dirty="0" smtClean="0"/>
                  <a:t>0.02Pa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m:rPr>
                        <m:sty m:val="p"/>
                      </m:rPr>
                      <a:rPr lang="en-US" altLang="zh-CN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s</m:t>
                    </m:r>
                    <m:r>
                      <a:rPr lang="zh-CN" alt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。试求</m:t>
                    </m:r>
                  </m:oMath>
                </a14:m>
                <a:r>
                  <a:rPr lang="zh-CN" altLang="en-US" dirty="0" smtClean="0"/>
                  <a:t>该轴承能承受的最大径向载荷。</a:t>
                </a:r>
                <a:endParaRPr lang="zh-CN" altLang="en-US" dirty="0"/>
              </a:p>
            </p:txBody>
          </p:sp>
        </mc:Choice>
        <mc:Fallback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720" y="620805"/>
                <a:ext cx="7632530" cy="1852815"/>
              </a:xfrm>
              <a:prstGeom prst="rect">
                <a:avLst/>
              </a:prstGeom>
              <a:blipFill rotWithShape="1">
                <a:blip r:embed="rId1"/>
                <a:stretch>
                  <a:fillRect l="-8" t="-22" r="-2024" b="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/>
              <p:cNvSpPr txBox="1"/>
              <p:nvPr/>
            </p:nvSpPr>
            <p:spPr>
              <a:xfrm>
                <a:off x="2123830" y="2564940"/>
                <a:ext cx="6192430" cy="5883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𝜓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i="1" smtClean="0">
                            <a:latin typeface="Cambria Math" panose="02040503050406030204" pitchFamily="18" charset="0"/>
                          </a:rPr>
                          <m:t>𝛿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</m:oMath>
                </a14:m>
                <a:r>
                  <a:rPr lang="en-US" altLang="zh-CN" dirty="0" smtClean="0"/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</m:num>
                      <m:den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𝑑</m:t>
                        </m:r>
                      </m:den>
                    </m:f>
                  </m:oMath>
                </a14:m>
                <a:r>
                  <a:rPr lang="en-US" altLang="zh-CN" dirty="0" smtClean="0"/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06</m:t>
                        </m:r>
                      </m:num>
                      <m:den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80</m:t>
                        </m:r>
                      </m:den>
                    </m:f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0015</m:t>
                    </m:r>
                  </m:oMath>
                </a14:m>
                <a:endParaRPr lang="zh-CN" altLang="en-US" dirty="0"/>
              </a:p>
            </p:txBody>
          </p:sp>
        </mc:Choice>
        <mc:Fallback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3830" y="2564940"/>
                <a:ext cx="6192430" cy="588303"/>
              </a:xfrm>
              <a:prstGeom prst="rect">
                <a:avLst/>
              </a:prstGeom>
              <a:blipFill rotWithShape="1">
                <a:blip r:embed="rId2"/>
                <a:stretch>
                  <a:fillRect l="-6" t="-30" r="5" b="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/>
              <p:cNvSpPr txBox="1"/>
              <p:nvPr/>
            </p:nvSpPr>
            <p:spPr>
              <a:xfrm>
                <a:off x="2051825" y="3212985"/>
                <a:ext cx="4608320" cy="6010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𝑑𝑛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60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1000</m:t>
                        </m:r>
                      </m:den>
                    </m:f>
                  </m:oMath>
                </a14:m>
                <a:r>
                  <a:rPr lang="en-US" altLang="zh-CN" dirty="0" smtClean="0"/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14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80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15000</m:t>
                        </m:r>
                      </m:num>
                      <m:den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60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1000</m:t>
                        </m:r>
                      </m:den>
                    </m:f>
                  </m:oMath>
                </a14:m>
                <a:r>
                  <a:rPr lang="en-US" altLang="zh-CN" dirty="0" smtClean="0"/>
                  <a:t>=6.28m/s</a:t>
                </a:r>
                <a:endParaRPr lang="zh-CN" altLang="en-US" dirty="0"/>
              </a:p>
            </p:txBody>
          </p:sp>
        </mc:Choice>
        <mc:Fallback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1825" y="3212985"/>
                <a:ext cx="4608320" cy="601062"/>
              </a:xfrm>
              <a:prstGeom prst="rect">
                <a:avLst/>
              </a:prstGeom>
              <a:blipFill rotWithShape="1">
                <a:blip r:embed="rId3"/>
                <a:stretch>
                  <a:fillRect l="-3" t="-87" r="6" b="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/>
              <p:cNvSpPr txBox="1"/>
              <p:nvPr/>
            </p:nvSpPr>
            <p:spPr>
              <a:xfrm>
                <a:off x="1691800" y="4005040"/>
                <a:ext cx="5184360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 smtClean="0"/>
                  <a:t>由</a:t>
                </a:r>
                <a:r>
                  <a:rPr lang="en-US" altLang="zh-CN" dirty="0" smtClean="0"/>
                  <a:t>B/d=80/80=1</a:t>
                </a:r>
                <a:r>
                  <a:rPr lang="zh-CN" altLang="en-US" dirty="0" smtClean="0"/>
                  <a:t>，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𝜀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endParaRPr lang="zh-CN" altLang="en-US" dirty="0"/>
              </a:p>
            </p:txBody>
          </p:sp>
        </mc:Choice>
        <mc:Fallback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1800" y="4005040"/>
                <a:ext cx="5184360" cy="430887"/>
              </a:xfrm>
              <a:prstGeom prst="rect">
                <a:avLst/>
              </a:prstGeom>
              <a:blipFill rotWithShape="1">
                <a:blip r:embed="rId4"/>
                <a:stretch>
                  <a:fillRect l="-3" t="-22" r="7" b="10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文本框 8"/>
          <p:cNvSpPr txBox="1"/>
          <p:nvPr/>
        </p:nvSpPr>
        <p:spPr>
          <a:xfrm>
            <a:off x="2339960" y="4509075"/>
            <a:ext cx="5544385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查表</a:t>
            </a:r>
            <a:r>
              <a:rPr lang="en-US" altLang="zh-CN" dirty="0" smtClean="0"/>
              <a:t>12-6</a:t>
            </a:r>
            <a:r>
              <a:rPr lang="zh-CN" altLang="en-US" dirty="0" smtClean="0"/>
              <a:t>得轴承承载量系数 </a:t>
            </a:r>
            <a:r>
              <a:rPr lang="en-US" altLang="zh-CN" i="1" dirty="0" err="1" smtClean="0"/>
              <a:t>C</a:t>
            </a:r>
            <a:r>
              <a:rPr lang="en-US" altLang="zh-CN" i="1" baseline="-25000" dirty="0" err="1" smtClean="0"/>
              <a:t>p</a:t>
            </a:r>
            <a:r>
              <a:rPr lang="en-US" altLang="zh-CN" dirty="0" smtClean="0"/>
              <a:t>=1.253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本框 9"/>
              <p:cNvSpPr txBox="1"/>
              <p:nvPr/>
            </p:nvSpPr>
            <p:spPr>
              <a:xfrm>
                <a:off x="1187765" y="5013110"/>
                <a:ext cx="2232155" cy="8289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b="0" i="1" smtClean="0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b="0" i="1" smtClean="0">
                              <a:latin typeface="Cambria Math" panose="02040503050406030204" pitchFamily="18" charset="0"/>
                            </a:rPr>
                            <m:t>𝜂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𝑣𝐵</m:t>
                          </m:r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7765" y="5013110"/>
                <a:ext cx="2232155" cy="828945"/>
              </a:xfrm>
              <a:prstGeom prst="rect">
                <a:avLst/>
              </a:prstGeom>
              <a:blipFill rotWithShape="1">
                <a:blip r:embed="rId5"/>
                <a:stretch>
                  <a:fillRect l="-14" t="-51" r="20"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本框 10"/>
              <p:cNvSpPr txBox="1"/>
              <p:nvPr/>
            </p:nvSpPr>
            <p:spPr>
              <a:xfrm>
                <a:off x="1835810" y="5877170"/>
                <a:ext cx="6552455" cy="6362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i="1">
                                <a:latin typeface="Cambria Math" panose="02040503050406030204" pitchFamily="18" charset="0"/>
                              </a:rPr>
                              <m:t>p</m:t>
                            </m:r>
                          </m:sub>
                        </m:s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𝜂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𝑣𝐵</m:t>
                        </m:r>
                      </m:num>
                      <m:den>
                        <m:sSup>
                          <m:s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b="0" i="1" smtClean="0"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altLang="zh-CN" dirty="0" smtClean="0"/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253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02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28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08</m:t>
                        </m:r>
                      </m:num>
                      <m:den>
                        <m:sSup>
                          <m:sSup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0015</m:t>
                            </m:r>
                          </m:e>
                          <m:sup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altLang="zh-CN" dirty="0" smtClean="0"/>
                  <a:t>=11191N</a:t>
                </a:r>
                <a:endParaRPr lang="zh-CN" altLang="en-US" dirty="0"/>
              </a:p>
            </p:txBody>
          </p:sp>
        </mc:Choice>
        <mc:Fallback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5810" y="5877170"/>
                <a:ext cx="6552455" cy="636200"/>
              </a:xfrm>
              <a:prstGeom prst="rect">
                <a:avLst/>
              </a:prstGeom>
              <a:blipFill rotWithShape="1">
                <a:blip r:embed="rId6"/>
                <a:stretch>
                  <a:fillRect t="-39" r="8" b="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右箭头 11"/>
          <p:cNvSpPr/>
          <p:nvPr/>
        </p:nvSpPr>
        <p:spPr bwMode="auto">
          <a:xfrm>
            <a:off x="1259770" y="6093185"/>
            <a:ext cx="504035" cy="216015"/>
          </a:xfrm>
          <a:prstGeom prst="rightArrow">
            <a:avLst/>
          </a:prstGeom>
          <a:noFill/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0000" tIns="46800" rIns="90000" bIns="4680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2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华文中宋" panose="02010600040101010101" pitchFamily="2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79695" y="260780"/>
            <a:ext cx="252017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rgbClr val="FF0000"/>
                </a:solidFill>
              </a:rPr>
              <a:t>[</a:t>
            </a:r>
            <a:r>
              <a:rPr lang="zh-CN" altLang="en-US" dirty="0" smtClean="0">
                <a:solidFill>
                  <a:srgbClr val="FF0000"/>
                </a:solidFill>
              </a:rPr>
              <a:t>例</a:t>
            </a:r>
            <a:r>
              <a:rPr lang="en-US" altLang="zh-CN" dirty="0" smtClean="0">
                <a:solidFill>
                  <a:srgbClr val="FF0000"/>
                </a:solidFill>
              </a:rPr>
              <a:t>12-1]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11725" y="2636945"/>
            <a:ext cx="100807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rgbClr val="FF0000"/>
                </a:solidFill>
              </a:rPr>
              <a:t>解：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  <p:bldP spid="7" grpId="0" bldLvl="0" animBg="1"/>
      <p:bldP spid="8" grpId="0"/>
      <p:bldP spid="9" grpId="0"/>
      <p:bldP spid="10" grpId="0"/>
      <p:bldP spid="11" grpId="0"/>
      <p:bldP spid="12" grpId="0" animBg="1"/>
      <p:bldP spid="14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20909" name="组合 120908"/>
          <p:cNvGrpSpPr/>
          <p:nvPr/>
        </p:nvGrpSpPr>
        <p:grpSpPr>
          <a:xfrm>
            <a:off x="385763" y="613093"/>
            <a:ext cx="8372475" cy="5559425"/>
            <a:chOff x="243" y="397"/>
            <a:chExt cx="5274" cy="3502"/>
          </a:xfrm>
        </p:grpSpPr>
        <p:sp>
          <p:nvSpPr>
            <p:cNvPr id="120836" name="矩形 120835"/>
            <p:cNvSpPr/>
            <p:nvPr/>
          </p:nvSpPr>
          <p:spPr>
            <a:xfrm>
              <a:off x="243" y="397"/>
              <a:ext cx="5274" cy="193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>
              <a:spAutoFit/>
            </a:bodyPr>
            <a:p>
              <a:pPr>
                <a:lnSpc>
                  <a:spcPct val="110000"/>
                </a:lnSpc>
              </a:pPr>
              <a:r>
                <a:rPr lang="en-US" altLang="zh-CN">
                  <a:latin typeface="Arial" panose="020B0604020202020204" pitchFamily="34" charset="0"/>
                  <a:ea typeface="楷体_GB2312" pitchFamily="49" charset="-122"/>
                </a:rPr>
                <a:t>[</a:t>
              </a:r>
              <a:r>
                <a:rPr lang="zh-CN" altLang="en-US" dirty="0">
                  <a:solidFill>
                    <a:srgbClr val="FF0000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例</a:t>
              </a:r>
              <a:r>
                <a:rPr lang="en-US" altLang="zh-CN" dirty="0">
                  <a:solidFill>
                    <a:srgbClr val="FF0000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12-2</a:t>
              </a:r>
              <a:r>
                <a:rPr lang="en-US" altLang="zh-CN">
                  <a:latin typeface="Arial" panose="020B0604020202020204" pitchFamily="34" charset="0"/>
                  <a:ea typeface="楷体_GB2312" pitchFamily="49" charset="-122"/>
                </a:rPr>
                <a:t>]</a:t>
              </a:r>
              <a:r>
                <a:rPr lang="en-US" altLang="zh-CN" dirty="0">
                  <a:latin typeface="幼圆" panose="02010509060101010101" pitchFamily="49" charset="-122"/>
                  <a:ea typeface="幼圆" panose="02010509060101010101" pitchFamily="49" charset="-122"/>
                </a:rPr>
                <a:t> </a:t>
              </a:r>
              <a:r>
                <a:rPr lang="zh-CN" altLang="en-US" b="1" dirty="0">
                  <a:latin typeface="+mn-ea"/>
                  <a:ea typeface="+mn-ea"/>
                  <a:cs typeface="+mn-ea"/>
                </a:rPr>
                <a:t>某径向滑动轴承，宽径比</a:t>
              </a:r>
              <a:r>
                <a:rPr lang="en-US" altLang="zh-CN" b="1" dirty="0">
                  <a:latin typeface="+mn-ea"/>
                  <a:ea typeface="+mn-ea"/>
                  <a:cs typeface="+mn-ea"/>
                </a:rPr>
                <a:t>B/d=1</a:t>
              </a:r>
              <a:r>
                <a:rPr lang="zh-CN" altLang="en-US" b="1" dirty="0">
                  <a:latin typeface="+mn-ea"/>
                  <a:ea typeface="+mn-ea"/>
                  <a:cs typeface="+mn-ea"/>
                </a:rPr>
                <a:t>，轴颈和轴瓦的公称直径</a:t>
              </a:r>
              <a:r>
                <a:rPr lang="en-US" altLang="zh-CN" b="1" dirty="0">
                  <a:latin typeface="+mn-ea"/>
                  <a:ea typeface="+mn-ea"/>
                  <a:cs typeface="+mn-ea"/>
                </a:rPr>
                <a:t>d=80mm</a:t>
              </a:r>
              <a:r>
                <a:rPr lang="zh-CN" altLang="en-US" b="1" dirty="0">
                  <a:latin typeface="+mn-ea"/>
                  <a:ea typeface="+mn-ea"/>
                  <a:cs typeface="+mn-ea"/>
                </a:rPr>
                <a:t>，轴承相对间隙</a:t>
              </a:r>
              <a:r>
                <a:rPr lang="en-US" altLang="zh-CN" b="1" dirty="0">
                  <a:latin typeface="+mn-ea"/>
                  <a:ea typeface="+mn-ea"/>
                  <a:cs typeface="+mn-ea"/>
                </a:rPr>
                <a:t>ψ=0.0015,</a:t>
              </a:r>
              <a:r>
                <a:rPr lang="zh-CN" altLang="en-US" b="1" dirty="0">
                  <a:latin typeface="+mn-ea"/>
                  <a:ea typeface="+mn-ea"/>
                  <a:cs typeface="+mn-ea"/>
                </a:rPr>
                <a:t>轴颈和轴瓦表面微观不平度十点平均高度分别为</a:t>
              </a:r>
              <a:r>
                <a:rPr lang="en-US" altLang="zh-CN" b="1">
                  <a:latin typeface="+mn-ea"/>
                  <a:ea typeface="+mn-ea"/>
                  <a:cs typeface="+mn-ea"/>
                </a:rPr>
                <a:t>R</a:t>
              </a:r>
              <a:r>
                <a:rPr lang="en-US" altLang="zh-CN" sz="2400" b="1" baseline="-30000">
                  <a:latin typeface="+mn-ea"/>
                  <a:ea typeface="+mn-ea"/>
                  <a:cs typeface="+mn-ea"/>
                </a:rPr>
                <a:t>z1</a:t>
              </a:r>
              <a:r>
                <a:rPr lang="en-US" altLang="zh-CN" b="1">
                  <a:latin typeface="+mn-ea"/>
                  <a:ea typeface="+mn-ea"/>
                  <a:cs typeface="+mn-ea"/>
                </a:rPr>
                <a:t>=1.6μm,</a:t>
              </a:r>
              <a:r>
                <a:rPr lang="en-US" altLang="zh-CN" b="1">
                  <a:latin typeface="+mn-ea"/>
                  <a:ea typeface="+mn-ea"/>
                  <a:cs typeface="+mn-ea"/>
                  <a:sym typeface="+mn-ea"/>
                </a:rPr>
                <a:t>R</a:t>
              </a:r>
              <a:r>
                <a:rPr lang="en-US" altLang="zh-CN" b="1" baseline="-30000">
                  <a:latin typeface="+mn-ea"/>
                  <a:ea typeface="+mn-ea"/>
                  <a:cs typeface="+mn-ea"/>
                  <a:sym typeface="+mn-ea"/>
                </a:rPr>
                <a:t>z2</a:t>
              </a:r>
              <a:r>
                <a:rPr lang="en-US" altLang="zh-CN" b="1" dirty="0">
                  <a:latin typeface="+mn-ea"/>
                  <a:ea typeface="+mn-ea"/>
                  <a:cs typeface="+mn-ea"/>
                  <a:sym typeface="+mn-ea"/>
                </a:rPr>
                <a:t>=3.2μm,</a:t>
              </a:r>
              <a:br>
                <a:rPr lang="en-US" altLang="zh-CN" b="1">
                  <a:latin typeface="+mn-ea"/>
                  <a:ea typeface="+mn-ea"/>
                  <a:cs typeface="+mn-ea"/>
                </a:rPr>
              </a:br>
              <a:r>
                <a:rPr lang="zh-CN" altLang="en-US" b="1" dirty="0">
                  <a:latin typeface="+mn-ea"/>
                  <a:ea typeface="+mn-ea"/>
                  <a:cs typeface="+mn-ea"/>
                </a:rPr>
                <a:t>在径向工作载荷</a:t>
              </a:r>
              <a:r>
                <a:rPr lang="en-US" altLang="zh-CN" b="1" dirty="0">
                  <a:latin typeface="+mn-ea"/>
                  <a:ea typeface="+mn-ea"/>
                  <a:cs typeface="+mn-ea"/>
                </a:rPr>
                <a:t>F</a:t>
              </a:r>
              <a:r>
                <a:rPr lang="zh-CN" altLang="en-US" b="1" dirty="0">
                  <a:latin typeface="+mn-ea"/>
                  <a:ea typeface="+mn-ea"/>
                  <a:cs typeface="+mn-ea"/>
                </a:rPr>
                <a:t>、轴颈转速</a:t>
              </a:r>
              <a:r>
                <a:rPr lang="en-US" altLang="zh-CN" b="1">
                  <a:latin typeface="+mn-ea"/>
                  <a:ea typeface="+mn-ea"/>
                  <a:cs typeface="+mn-ea"/>
                </a:rPr>
                <a:t>n</a:t>
              </a:r>
              <a:r>
                <a:rPr lang="zh-CN" altLang="en-US" b="1" dirty="0">
                  <a:latin typeface="+mn-ea"/>
                  <a:ea typeface="+mn-ea"/>
                  <a:cs typeface="+mn-ea"/>
                </a:rPr>
                <a:t>的工作条件下，偏心率</a:t>
              </a:r>
              <a:r>
                <a:rPr lang="en-US" altLang="zh-CN" b="1" dirty="0">
                  <a:latin typeface="+mn-ea"/>
                  <a:ea typeface="+mn-ea"/>
                  <a:cs typeface="+mn-ea"/>
                </a:rPr>
                <a:t>ε=0.8,</a:t>
              </a:r>
              <a:r>
                <a:rPr lang="zh-CN" altLang="en-US" b="1" dirty="0">
                  <a:latin typeface="+mn-ea"/>
                  <a:ea typeface="+mn-ea"/>
                  <a:cs typeface="+mn-ea"/>
                </a:rPr>
                <a:t>能形成液体动力润滑。其它条件不变，试求：</a:t>
              </a:r>
              <a:endParaRPr lang="zh-CN" altLang="en-US" b="1" dirty="0">
                <a:latin typeface="+mn-ea"/>
                <a:ea typeface="+mn-ea"/>
                <a:cs typeface="+mn-ea"/>
              </a:endParaRPr>
            </a:p>
            <a:p>
              <a:pPr>
                <a:lnSpc>
                  <a:spcPct val="110000"/>
                </a:lnSpc>
              </a:pPr>
              <a:r>
                <a:rPr lang="en-US" altLang="zh-CN" b="1" dirty="0">
                  <a:latin typeface="+mn-ea"/>
                  <a:ea typeface="+mn-ea"/>
                  <a:cs typeface="+mn-ea"/>
                </a:rPr>
                <a:t>⑴ </a:t>
              </a:r>
              <a:r>
                <a:rPr lang="zh-CN" altLang="en-US" b="1" dirty="0">
                  <a:latin typeface="+mn-ea"/>
                  <a:ea typeface="+mn-ea"/>
                  <a:cs typeface="+mn-ea"/>
                </a:rPr>
                <a:t>当轴颈转速提高到</a:t>
              </a:r>
              <a:r>
                <a:rPr lang="en-US" altLang="zh-CN" b="1">
                  <a:latin typeface="+mn-ea"/>
                  <a:ea typeface="+mn-ea"/>
                  <a:cs typeface="+mn-ea"/>
                </a:rPr>
                <a:t>n′=1.7n</a:t>
              </a:r>
              <a:r>
                <a:rPr lang="zh-CN" altLang="en-US" b="1" dirty="0">
                  <a:latin typeface="+mn-ea"/>
                  <a:ea typeface="+mn-ea"/>
                  <a:cs typeface="+mn-ea"/>
                </a:rPr>
                <a:t>时，轴承的最小油膜厚度为多少？</a:t>
              </a:r>
              <a:endParaRPr lang="zh-CN" altLang="en-US" b="1" dirty="0">
                <a:latin typeface="+mn-ea"/>
                <a:ea typeface="+mn-ea"/>
                <a:cs typeface="+mn-ea"/>
              </a:endParaRPr>
            </a:p>
            <a:p>
              <a:pPr>
                <a:lnSpc>
                  <a:spcPct val="110000"/>
                </a:lnSpc>
              </a:pPr>
              <a:r>
                <a:rPr lang="en-US" altLang="zh-CN" b="1" dirty="0">
                  <a:latin typeface="+mn-ea"/>
                  <a:ea typeface="+mn-ea"/>
                  <a:cs typeface="+mn-ea"/>
                </a:rPr>
                <a:t>⑵ </a:t>
              </a:r>
              <a:r>
                <a:rPr lang="zh-CN" altLang="en-US" b="1" dirty="0">
                  <a:latin typeface="+mn-ea"/>
                  <a:ea typeface="+mn-ea"/>
                  <a:cs typeface="+mn-ea"/>
                </a:rPr>
                <a:t>当轴颈转速降低为</a:t>
              </a:r>
              <a:r>
                <a:rPr lang="en-US" altLang="zh-CN" b="1">
                  <a:latin typeface="+mn-ea"/>
                  <a:ea typeface="+mn-ea"/>
                  <a:cs typeface="+mn-ea"/>
                </a:rPr>
                <a:t>n′=0.7n</a:t>
              </a:r>
              <a:r>
                <a:rPr lang="zh-CN" altLang="en-US" b="1" dirty="0">
                  <a:latin typeface="+mn-ea"/>
                  <a:ea typeface="+mn-ea"/>
                  <a:cs typeface="+mn-ea"/>
                </a:rPr>
                <a:t>时，该轴承能否达到液体动力润滑状态？     附：承载量系数表</a:t>
              </a:r>
              <a:r>
                <a:rPr lang="en-US" altLang="zh-CN" b="1">
                  <a:latin typeface="+mn-ea"/>
                  <a:ea typeface="+mn-ea"/>
                  <a:cs typeface="+mn-ea"/>
                </a:rPr>
                <a:t>(B/d=1)</a:t>
              </a:r>
              <a:r>
                <a:rPr lang="zh-CN" altLang="en-US" b="1" dirty="0">
                  <a:latin typeface="+mn-ea"/>
                  <a:ea typeface="+mn-ea"/>
                  <a:cs typeface="+mn-ea"/>
                </a:rPr>
                <a:t>如下</a:t>
              </a:r>
              <a:endParaRPr lang="zh-CN" altLang="en-US" b="1" dirty="0">
                <a:latin typeface="+mn-ea"/>
                <a:ea typeface="+mn-ea"/>
                <a:cs typeface="+mn-ea"/>
              </a:endParaRPr>
            </a:p>
          </p:txBody>
        </p:sp>
        <p:sp>
          <p:nvSpPr>
            <p:cNvPr id="120839" name="矩形 120838"/>
            <p:cNvSpPr/>
            <p:nvPr/>
          </p:nvSpPr>
          <p:spPr>
            <a:xfrm>
              <a:off x="4625" y="3611"/>
              <a:ext cx="53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46800" rIns="0" bIns="46800" anchor="ctr"/>
            <a:lstStyle>
              <a:lvl1pPr marL="342900" lvl="0" indent="-3429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Char char="•"/>
                <a:defRPr sz="280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lvl="1" indent="-28575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Char char="–"/>
                <a:defRPr sz="2400"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lvl="2" indent="-2286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Char char="•"/>
                <a:defRPr sz="2000"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lvl="3" indent="-2286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Char char="–"/>
                <a:defRPr sz="1800"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lvl="4" indent="-2286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Char char="»"/>
                <a:defRPr sz="1800"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2400" b="0"/>
                <a:t>17.18</a:t>
              </a:r>
              <a:endParaRPr lang="en-US" altLang="zh-CN" sz="2400" b="0"/>
            </a:p>
          </p:txBody>
        </p:sp>
        <p:sp>
          <p:nvSpPr>
            <p:cNvPr id="120840" name="矩形 120839"/>
            <p:cNvSpPr/>
            <p:nvPr/>
          </p:nvSpPr>
          <p:spPr>
            <a:xfrm>
              <a:off x="4063" y="3611"/>
              <a:ext cx="56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46800" rIns="0" bIns="46800" anchor="ctr"/>
            <a:lstStyle>
              <a:lvl1pPr marL="342900" lvl="0" indent="-3429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Char char="•"/>
                <a:defRPr sz="280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lvl="1" indent="-28575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Char char="–"/>
                <a:defRPr sz="2400"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lvl="2" indent="-2286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Char char="•"/>
                <a:defRPr sz="2000"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lvl="3" indent="-2286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Char char="–"/>
                <a:defRPr sz="1800"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lvl="4" indent="-2286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Char char="»"/>
                <a:defRPr sz="1800"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2400" b="0"/>
                <a:t>7.772</a:t>
              </a:r>
              <a:endParaRPr lang="en-US" altLang="zh-CN" sz="2400" b="0"/>
            </a:p>
          </p:txBody>
        </p:sp>
        <p:sp>
          <p:nvSpPr>
            <p:cNvPr id="120841" name="矩形 120840"/>
            <p:cNvSpPr/>
            <p:nvPr/>
          </p:nvSpPr>
          <p:spPr>
            <a:xfrm>
              <a:off x="3520" y="3611"/>
              <a:ext cx="54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46800" rIns="0" bIns="46800" anchor="ctr"/>
            <a:lstStyle>
              <a:lvl1pPr marL="342900" lvl="0" indent="-3429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Char char="•"/>
                <a:defRPr sz="280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lvl="1" indent="-28575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Char char="–"/>
                <a:defRPr sz="2400"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lvl="2" indent="-2286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Char char="•"/>
                <a:defRPr sz="2000"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lvl="3" indent="-2286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Char char="–"/>
                <a:defRPr sz="1800"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lvl="4" indent="-2286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Char char="»"/>
                <a:defRPr sz="1800"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2400" b="0"/>
                <a:t>4.808</a:t>
              </a:r>
              <a:endParaRPr lang="en-US" altLang="zh-CN" sz="2400" b="0"/>
            </a:p>
          </p:txBody>
        </p:sp>
        <p:sp>
          <p:nvSpPr>
            <p:cNvPr id="120842" name="矩形 120841"/>
            <p:cNvSpPr/>
            <p:nvPr/>
          </p:nvSpPr>
          <p:spPr>
            <a:xfrm>
              <a:off x="2977" y="3611"/>
              <a:ext cx="54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46800" rIns="0" bIns="46800" anchor="ctr"/>
            <a:lstStyle>
              <a:lvl1pPr marL="342900" lvl="0" indent="-3429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Char char="•"/>
                <a:defRPr sz="280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lvl="1" indent="-28575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Char char="–"/>
                <a:defRPr sz="2400"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lvl="2" indent="-2286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Char char="•"/>
                <a:defRPr sz="2000"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lvl="3" indent="-2286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Char char="–"/>
                <a:defRPr sz="1800"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lvl="4" indent="-2286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Char char="»"/>
                <a:defRPr sz="1800"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2400" b="0"/>
                <a:t>3.372</a:t>
              </a:r>
              <a:endParaRPr lang="en-US" altLang="zh-CN" sz="2400" b="0"/>
            </a:p>
          </p:txBody>
        </p:sp>
        <p:sp>
          <p:nvSpPr>
            <p:cNvPr id="120843" name="矩形 120842"/>
            <p:cNvSpPr/>
            <p:nvPr/>
          </p:nvSpPr>
          <p:spPr>
            <a:xfrm>
              <a:off x="2433" y="3611"/>
              <a:ext cx="54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46800" rIns="0" bIns="46800" anchor="ctr"/>
            <a:lstStyle>
              <a:lvl1pPr marL="342900" lvl="0" indent="-3429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Char char="•"/>
                <a:defRPr sz="280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lvl="1" indent="-28575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Char char="–"/>
                <a:defRPr sz="2400"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lvl="2" indent="-2286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Char char="•"/>
                <a:defRPr sz="2000"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lvl="3" indent="-2286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Char char="–"/>
                <a:defRPr sz="1800"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lvl="4" indent="-2286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Char char="»"/>
                <a:defRPr sz="1800"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2400" b="0"/>
                <a:t>2.469</a:t>
              </a:r>
              <a:endParaRPr lang="en-US" altLang="zh-CN" sz="2400" b="0"/>
            </a:p>
          </p:txBody>
        </p:sp>
        <p:sp>
          <p:nvSpPr>
            <p:cNvPr id="120844" name="矩形 120843"/>
            <p:cNvSpPr/>
            <p:nvPr/>
          </p:nvSpPr>
          <p:spPr>
            <a:xfrm>
              <a:off x="1890" y="3611"/>
              <a:ext cx="54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46800" rIns="0" bIns="46800" anchor="ctr"/>
            <a:lstStyle>
              <a:lvl1pPr marL="342900" lvl="0" indent="-3429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Char char="•"/>
                <a:defRPr sz="280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lvl="1" indent="-28575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Char char="–"/>
                <a:defRPr sz="2400"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lvl="2" indent="-2286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Char char="•"/>
                <a:defRPr sz="2000"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lvl="3" indent="-2286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Char char="–"/>
                <a:defRPr sz="1800"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lvl="4" indent="-2286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Char char="»"/>
                <a:defRPr sz="1800"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2400" b="0"/>
                <a:t>1.929</a:t>
              </a:r>
              <a:endParaRPr lang="en-US" altLang="zh-CN" sz="2400" b="0"/>
            </a:p>
          </p:txBody>
        </p:sp>
        <p:sp>
          <p:nvSpPr>
            <p:cNvPr id="120845" name="矩形 120844"/>
            <p:cNvSpPr/>
            <p:nvPr/>
          </p:nvSpPr>
          <p:spPr>
            <a:xfrm>
              <a:off x="1347" y="3611"/>
              <a:ext cx="54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46800" rIns="0" bIns="46800" anchor="ctr"/>
            <a:lstStyle>
              <a:lvl1pPr marL="342900" lvl="0" indent="-3429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Char char="•"/>
                <a:defRPr sz="280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lvl="1" indent="-28575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Char char="–"/>
                <a:defRPr sz="2400"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lvl="2" indent="-2286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Char char="•"/>
                <a:defRPr sz="2000"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lvl="3" indent="-2286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Char char="–"/>
                <a:defRPr sz="1800"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lvl="4" indent="-2286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Char char="»"/>
                <a:defRPr sz="1800"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2400" b="0"/>
                <a:t>1.528</a:t>
              </a:r>
              <a:endParaRPr lang="en-US" altLang="zh-CN" sz="2400" b="0"/>
            </a:p>
          </p:txBody>
        </p:sp>
        <p:sp>
          <p:nvSpPr>
            <p:cNvPr id="120846" name="矩形 120845"/>
            <p:cNvSpPr/>
            <p:nvPr/>
          </p:nvSpPr>
          <p:spPr>
            <a:xfrm>
              <a:off x="803" y="3611"/>
              <a:ext cx="54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46800" rIns="0" bIns="46800" anchor="ctr"/>
            <a:lstStyle>
              <a:lvl1pPr marL="342900" lvl="0" indent="-3429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Char char="•"/>
                <a:defRPr sz="280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lvl="1" indent="-28575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Char char="–"/>
                <a:defRPr sz="2400"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lvl="2" indent="-2286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Char char="•"/>
                <a:defRPr sz="2000"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lvl="3" indent="-2286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Char char="–"/>
                <a:defRPr sz="1800"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lvl="4" indent="-2286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Char char="»"/>
                <a:defRPr sz="1800"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2400" b="0"/>
                <a:t>1.253</a:t>
              </a:r>
              <a:endParaRPr lang="en-US" altLang="zh-CN" sz="2400" b="0"/>
            </a:p>
          </p:txBody>
        </p:sp>
        <p:sp>
          <p:nvSpPr>
            <p:cNvPr id="120847" name="矩形 120846"/>
            <p:cNvSpPr/>
            <p:nvPr/>
          </p:nvSpPr>
          <p:spPr>
            <a:xfrm>
              <a:off x="443" y="3611"/>
              <a:ext cx="36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46800" rIns="0" bIns="46800" anchor="ctr"/>
            <a:lstStyle>
              <a:lvl1pPr marL="342900" lvl="0" indent="-3429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Char char="•"/>
                <a:defRPr sz="280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lvl="1" indent="-28575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Char char="–"/>
                <a:defRPr sz="2400"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lvl="2" indent="-2286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Char char="•"/>
                <a:defRPr sz="2000"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lvl="3" indent="-2286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Char char="–"/>
                <a:defRPr sz="1800"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lvl="4" indent="-2286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Char char="»"/>
                <a:defRPr sz="1800"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2400" b="0"/>
                <a:t>C</a:t>
              </a:r>
              <a:r>
                <a:rPr lang="en-US" altLang="zh-CN" sz="2400" b="0" baseline="-25000">
                  <a:solidFill>
                    <a:schemeClr val="tx1"/>
                  </a:solidFill>
                  <a:uFillTx/>
                </a:rPr>
                <a:t>p</a:t>
              </a:r>
              <a:endParaRPr lang="en-US" altLang="zh-CN" sz="2400" b="0" baseline="-25000">
                <a:solidFill>
                  <a:schemeClr val="tx1"/>
                </a:solidFill>
                <a:uFillTx/>
              </a:endParaRPr>
            </a:p>
          </p:txBody>
        </p:sp>
        <p:sp>
          <p:nvSpPr>
            <p:cNvPr id="120848" name="矩形 120847"/>
            <p:cNvSpPr/>
            <p:nvPr/>
          </p:nvSpPr>
          <p:spPr>
            <a:xfrm>
              <a:off x="4625" y="3323"/>
              <a:ext cx="53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46800" rIns="0" bIns="46800" anchor="ctr"/>
            <a:lstStyle>
              <a:lvl1pPr marL="342900" lvl="0" indent="-3429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Char char="•"/>
                <a:defRPr sz="280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lvl="1" indent="-28575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Char char="–"/>
                <a:defRPr sz="2400"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lvl="2" indent="-2286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Char char="•"/>
                <a:defRPr sz="2000"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lvl="3" indent="-2286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Char char="–"/>
                <a:defRPr sz="1800"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lvl="4" indent="-2286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Char char="»"/>
                <a:defRPr sz="1800"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2400" b="0"/>
                <a:t>0.95</a:t>
              </a:r>
              <a:endParaRPr lang="en-US" altLang="zh-CN" sz="2400" b="0"/>
            </a:p>
          </p:txBody>
        </p:sp>
        <p:sp>
          <p:nvSpPr>
            <p:cNvPr id="120849" name="矩形 120848"/>
            <p:cNvSpPr/>
            <p:nvPr/>
          </p:nvSpPr>
          <p:spPr>
            <a:xfrm>
              <a:off x="4063" y="3323"/>
              <a:ext cx="56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46800" rIns="0" bIns="46800" anchor="ctr"/>
            <a:lstStyle>
              <a:lvl1pPr marL="342900" lvl="0" indent="-3429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Char char="•"/>
                <a:defRPr sz="280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lvl="1" indent="-28575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Char char="–"/>
                <a:defRPr sz="2400"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lvl="2" indent="-2286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Char char="•"/>
                <a:defRPr sz="2000"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lvl="3" indent="-2286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Char char="–"/>
                <a:defRPr sz="1800"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lvl="4" indent="-2286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Char char="»"/>
                <a:defRPr sz="1800"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2400" b="0"/>
                <a:t>0.9</a:t>
              </a:r>
              <a:endParaRPr lang="en-US" altLang="zh-CN" sz="2400" b="0"/>
            </a:p>
          </p:txBody>
        </p:sp>
        <p:sp>
          <p:nvSpPr>
            <p:cNvPr id="120850" name="矩形 120849"/>
            <p:cNvSpPr/>
            <p:nvPr/>
          </p:nvSpPr>
          <p:spPr>
            <a:xfrm>
              <a:off x="3520" y="3323"/>
              <a:ext cx="54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46800" rIns="0" bIns="46800" anchor="ctr"/>
            <a:lstStyle>
              <a:lvl1pPr marL="342900" lvl="0" indent="-3429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Char char="•"/>
                <a:defRPr sz="280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lvl="1" indent="-28575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Char char="–"/>
                <a:defRPr sz="2400"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lvl="2" indent="-2286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Char char="•"/>
                <a:defRPr sz="2000"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lvl="3" indent="-2286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Char char="–"/>
                <a:defRPr sz="1800"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lvl="4" indent="-2286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Char char="»"/>
                <a:defRPr sz="1800"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2400" b="0"/>
                <a:t>0.85</a:t>
              </a:r>
              <a:endParaRPr lang="en-US" altLang="zh-CN" sz="2400" b="0"/>
            </a:p>
          </p:txBody>
        </p:sp>
        <p:sp>
          <p:nvSpPr>
            <p:cNvPr id="120851" name="矩形 120850"/>
            <p:cNvSpPr/>
            <p:nvPr/>
          </p:nvSpPr>
          <p:spPr>
            <a:xfrm>
              <a:off x="2977" y="3323"/>
              <a:ext cx="54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46800" rIns="0" bIns="46800" anchor="ctr"/>
            <a:lstStyle>
              <a:lvl1pPr marL="342900" lvl="0" indent="-3429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Char char="•"/>
                <a:defRPr sz="280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lvl="1" indent="-28575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Char char="–"/>
                <a:defRPr sz="2400"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lvl="2" indent="-2286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Char char="•"/>
                <a:defRPr sz="2000"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lvl="3" indent="-2286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Char char="–"/>
                <a:defRPr sz="1800"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lvl="4" indent="-2286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Char char="»"/>
                <a:defRPr sz="1800"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2400" b="0"/>
                <a:t>0.8</a:t>
              </a:r>
              <a:endParaRPr lang="en-US" altLang="zh-CN" sz="2400" b="0"/>
            </a:p>
          </p:txBody>
        </p:sp>
        <p:sp>
          <p:nvSpPr>
            <p:cNvPr id="120852" name="矩形 120851"/>
            <p:cNvSpPr/>
            <p:nvPr/>
          </p:nvSpPr>
          <p:spPr>
            <a:xfrm>
              <a:off x="2433" y="3323"/>
              <a:ext cx="54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46800" rIns="0" bIns="46800" anchor="ctr"/>
            <a:lstStyle>
              <a:lvl1pPr marL="342900" lvl="0" indent="-3429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Char char="•"/>
                <a:defRPr sz="280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lvl="1" indent="-28575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Char char="–"/>
                <a:defRPr sz="2400"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lvl="2" indent="-2286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Char char="•"/>
                <a:defRPr sz="2000"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lvl="3" indent="-2286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Char char="–"/>
                <a:defRPr sz="1800"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lvl="4" indent="-2286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Char char="»"/>
                <a:defRPr sz="1800"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2400" b="0"/>
                <a:t>0.75</a:t>
              </a:r>
              <a:endParaRPr lang="en-US" altLang="zh-CN" sz="2400" b="0"/>
            </a:p>
          </p:txBody>
        </p:sp>
        <p:sp>
          <p:nvSpPr>
            <p:cNvPr id="120853" name="矩形 120852"/>
            <p:cNvSpPr/>
            <p:nvPr/>
          </p:nvSpPr>
          <p:spPr>
            <a:xfrm>
              <a:off x="1890" y="3323"/>
              <a:ext cx="54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46800" rIns="0" bIns="46800" anchor="ctr"/>
            <a:lstStyle>
              <a:lvl1pPr marL="342900" lvl="0" indent="-3429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Char char="•"/>
                <a:defRPr sz="280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lvl="1" indent="-28575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Char char="–"/>
                <a:defRPr sz="2400"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lvl="2" indent="-2286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Char char="•"/>
                <a:defRPr sz="2000"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lvl="3" indent="-2286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Char char="–"/>
                <a:defRPr sz="1800"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lvl="4" indent="-2286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Char char="»"/>
                <a:defRPr sz="1800"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2400" b="0"/>
                <a:t>0.7</a:t>
              </a:r>
              <a:endParaRPr lang="en-US" altLang="zh-CN" sz="2400" b="0"/>
            </a:p>
          </p:txBody>
        </p:sp>
        <p:sp>
          <p:nvSpPr>
            <p:cNvPr id="120854" name="矩形 120853"/>
            <p:cNvSpPr/>
            <p:nvPr/>
          </p:nvSpPr>
          <p:spPr>
            <a:xfrm>
              <a:off x="1347" y="3323"/>
              <a:ext cx="54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46800" rIns="0" bIns="46800" anchor="ctr"/>
            <a:lstStyle>
              <a:lvl1pPr marL="342900" lvl="0" indent="-3429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Char char="•"/>
                <a:defRPr sz="280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lvl="1" indent="-28575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Char char="–"/>
                <a:defRPr sz="2400"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lvl="2" indent="-2286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Char char="•"/>
                <a:defRPr sz="2000"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lvl="3" indent="-2286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Char char="–"/>
                <a:defRPr sz="1800"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lvl="4" indent="-2286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Char char="»"/>
                <a:defRPr sz="1800"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2400" b="0"/>
                <a:t>0.65</a:t>
              </a:r>
              <a:endParaRPr lang="en-US" altLang="zh-CN" sz="2400" b="0"/>
            </a:p>
          </p:txBody>
        </p:sp>
        <p:sp>
          <p:nvSpPr>
            <p:cNvPr id="120855" name="矩形 120854"/>
            <p:cNvSpPr/>
            <p:nvPr/>
          </p:nvSpPr>
          <p:spPr>
            <a:xfrm>
              <a:off x="803" y="3323"/>
              <a:ext cx="54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46800" rIns="0" bIns="46800" anchor="ctr"/>
            <a:lstStyle>
              <a:lvl1pPr marL="342900" lvl="0" indent="-3429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Char char="•"/>
                <a:defRPr sz="280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lvl="1" indent="-28575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Char char="–"/>
                <a:defRPr sz="2400"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lvl="2" indent="-2286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Char char="•"/>
                <a:defRPr sz="2000"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lvl="3" indent="-2286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Char char="–"/>
                <a:defRPr sz="1800"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lvl="4" indent="-2286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Char char="»"/>
                <a:defRPr sz="1800"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2400" b="0"/>
                <a:t>0.6</a:t>
              </a:r>
              <a:endParaRPr lang="en-US" altLang="zh-CN" sz="2400" b="0"/>
            </a:p>
          </p:txBody>
        </p:sp>
        <p:sp>
          <p:nvSpPr>
            <p:cNvPr id="120856" name="矩形 120855"/>
            <p:cNvSpPr/>
            <p:nvPr/>
          </p:nvSpPr>
          <p:spPr>
            <a:xfrm>
              <a:off x="443" y="3323"/>
              <a:ext cx="36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46800" rIns="0" bIns="46800" anchor="ctr"/>
            <a:lstStyle>
              <a:lvl1pPr marL="342900" lvl="0" indent="-3429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Char char="•"/>
                <a:defRPr sz="280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lvl="1" indent="-28575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Char char="–"/>
                <a:defRPr sz="2400"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lvl="2" indent="-2286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Char char="•"/>
                <a:defRPr sz="2000"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lvl="3" indent="-2286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Char char="–"/>
                <a:defRPr sz="1800"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lvl="4" indent="-22860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Char char="»"/>
                <a:defRPr sz="1800" b="0" i="0" u="none" kern="1200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2400" b="0"/>
                <a:t>ε</a:t>
              </a:r>
              <a:endParaRPr lang="en-US" altLang="zh-CN" sz="2400" b="0"/>
            </a:p>
          </p:txBody>
        </p:sp>
        <p:sp>
          <p:nvSpPr>
            <p:cNvPr id="120858" name="直接连接符 120857"/>
            <p:cNvSpPr/>
            <p:nvPr/>
          </p:nvSpPr>
          <p:spPr>
            <a:xfrm>
              <a:off x="803" y="3323"/>
              <a:ext cx="0" cy="576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0859" name="直接连接符 120858"/>
            <p:cNvSpPr/>
            <p:nvPr/>
          </p:nvSpPr>
          <p:spPr>
            <a:xfrm>
              <a:off x="1347" y="3323"/>
              <a:ext cx="0" cy="576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0860" name="直接连接符 120859"/>
            <p:cNvSpPr/>
            <p:nvPr/>
          </p:nvSpPr>
          <p:spPr>
            <a:xfrm>
              <a:off x="1890" y="3323"/>
              <a:ext cx="0" cy="576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0861" name="直接连接符 120860"/>
            <p:cNvSpPr/>
            <p:nvPr/>
          </p:nvSpPr>
          <p:spPr>
            <a:xfrm>
              <a:off x="2433" y="3323"/>
              <a:ext cx="0" cy="576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0862" name="直接连接符 120861"/>
            <p:cNvSpPr/>
            <p:nvPr/>
          </p:nvSpPr>
          <p:spPr>
            <a:xfrm>
              <a:off x="2977" y="3323"/>
              <a:ext cx="0" cy="576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0863" name="直接连接符 120862"/>
            <p:cNvSpPr/>
            <p:nvPr/>
          </p:nvSpPr>
          <p:spPr>
            <a:xfrm>
              <a:off x="3520" y="3323"/>
              <a:ext cx="0" cy="576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0864" name="直接连接符 120863"/>
            <p:cNvSpPr/>
            <p:nvPr/>
          </p:nvSpPr>
          <p:spPr>
            <a:xfrm>
              <a:off x="4063" y="3323"/>
              <a:ext cx="0" cy="576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0866" name="直接连接符 120865"/>
            <p:cNvSpPr/>
            <p:nvPr/>
          </p:nvSpPr>
          <p:spPr>
            <a:xfrm>
              <a:off x="4625" y="3323"/>
              <a:ext cx="0" cy="576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0868" name="直接连接符 120867"/>
            <p:cNvSpPr/>
            <p:nvPr/>
          </p:nvSpPr>
          <p:spPr>
            <a:xfrm>
              <a:off x="443" y="3611"/>
              <a:ext cx="4720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0857" name="直接连接符 120856"/>
            <p:cNvSpPr/>
            <p:nvPr/>
          </p:nvSpPr>
          <p:spPr>
            <a:xfrm>
              <a:off x="443" y="3323"/>
              <a:ext cx="0" cy="576"/>
            </a:xfrm>
            <a:prstGeom prst="line">
              <a:avLst/>
            </a:prstGeom>
            <a:ln w="19050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0865" name="直接连接符 120864"/>
            <p:cNvSpPr/>
            <p:nvPr/>
          </p:nvSpPr>
          <p:spPr>
            <a:xfrm>
              <a:off x="443" y="3323"/>
              <a:ext cx="4720" cy="0"/>
            </a:xfrm>
            <a:prstGeom prst="line">
              <a:avLst/>
            </a:prstGeom>
            <a:ln w="19050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0867" name="直接连接符 120866"/>
            <p:cNvSpPr/>
            <p:nvPr/>
          </p:nvSpPr>
          <p:spPr>
            <a:xfrm>
              <a:off x="5163" y="3323"/>
              <a:ext cx="0" cy="576"/>
            </a:xfrm>
            <a:prstGeom prst="line">
              <a:avLst/>
            </a:prstGeom>
            <a:ln w="19050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0869" name="直接连接符 120868"/>
            <p:cNvSpPr/>
            <p:nvPr/>
          </p:nvSpPr>
          <p:spPr>
            <a:xfrm>
              <a:off x="443" y="3899"/>
              <a:ext cx="4720" cy="0"/>
            </a:xfrm>
            <a:prstGeom prst="line">
              <a:avLst/>
            </a:prstGeom>
            <a:ln w="19050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2" name="文本框 1"/>
          <p:cNvSpPr txBox="1"/>
          <p:nvPr/>
        </p:nvSpPr>
        <p:spPr>
          <a:xfrm>
            <a:off x="1040130" y="4726305"/>
            <a:ext cx="2933065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摘自表</a:t>
            </a:r>
            <a:r>
              <a:rPr lang="en-US" altLang="zh-CN"/>
              <a:t>12-6      </a:t>
            </a:r>
            <a:r>
              <a:rPr lang="en-US" altLang="zh-CN">
                <a:solidFill>
                  <a:srgbClr val="FF0000"/>
                </a:solidFill>
              </a:rPr>
              <a:t>P303</a:t>
            </a:r>
            <a:endParaRPr lang="en-US" altLang="zh-CN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09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387" name="矩形 122386"/>
          <p:cNvSpPr/>
          <p:nvPr/>
        </p:nvSpPr>
        <p:spPr>
          <a:xfrm>
            <a:off x="376238" y="705485"/>
            <a:ext cx="8597900" cy="3881755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p>
            <a:pPr>
              <a:lnSpc>
                <a:spcPct val="140000"/>
              </a:lnSpc>
            </a:pPr>
            <a:r>
              <a:rPr lang="en-US" altLang="zh-CN">
                <a:latin typeface="幼圆" panose="02010509060101010101" pitchFamily="49" charset="-122"/>
                <a:ea typeface="幼圆" panose="02010509060101010101" pitchFamily="49" charset="-122"/>
              </a:rPr>
              <a:t>[</a:t>
            </a:r>
            <a:r>
              <a:rPr lang="zh-CN" altLang="en-US" dirty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解</a:t>
            </a:r>
            <a:r>
              <a:rPr lang="en-US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]</a:t>
            </a: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：</a:t>
            </a:r>
            <a:endParaRPr lang="zh-CN" altLang="en-US" sz="2100" dirty="0"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eaLnBrk="0" hangingPunct="0">
              <a:lnSpc>
                <a:spcPct val="140000"/>
              </a:lnSpc>
            </a:pPr>
            <a:r>
              <a:rPr lang="zh-CN" altLang="en-US" dirty="0">
                <a:solidFill>
                  <a:srgbClr val="FF00FF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　</a:t>
            </a:r>
            <a:r>
              <a:rPr lang="en-US" altLang="zh-CN" dirty="0">
                <a:solidFill>
                  <a:srgbClr val="0000FF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1</a:t>
            </a:r>
            <a:r>
              <a:rPr lang="en-US" altLang="zh-CN" b="1" dirty="0">
                <a:solidFill>
                  <a:srgbClr val="0000FF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.</a:t>
            </a:r>
            <a:r>
              <a:rPr lang="zh-CN" altLang="en-US" b="1" dirty="0">
                <a:solidFill>
                  <a:srgbClr val="0000FF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最小油膜厚度</a:t>
            </a:r>
            <a:endParaRPr lang="zh-CN" altLang="en-US" sz="2100" b="1" dirty="0">
              <a:solidFill>
                <a:srgbClr val="0000FF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eaLnBrk="0" hangingPunct="0">
              <a:lnSpc>
                <a:spcPct val="140000"/>
              </a:lnSpc>
            </a:pP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　　</a:t>
            </a:r>
            <a:r>
              <a:rPr lang="en-US" altLang="zh-CN" dirty="0" err="1">
                <a:latin typeface="幼圆" panose="02010509060101010101" pitchFamily="49" charset="-122"/>
                <a:ea typeface="幼圆" panose="02010509060101010101" pitchFamily="49" charset="-122"/>
              </a:rPr>
              <a:t>h</a:t>
            </a:r>
            <a:r>
              <a:rPr lang="en-US" altLang="zh-CN" sz="2400" baseline="-30000" dirty="0" err="1">
                <a:latin typeface="幼圆" panose="02010509060101010101" pitchFamily="49" charset="-122"/>
                <a:ea typeface="幼圆" panose="02010509060101010101" pitchFamily="49" charset="-122"/>
              </a:rPr>
              <a:t>min</a:t>
            </a:r>
            <a:r>
              <a:rPr lang="en-US" altLang="zh-CN">
                <a:latin typeface="幼圆" panose="02010509060101010101" pitchFamily="49" charset="-122"/>
                <a:ea typeface="幼圆" panose="02010509060101010101" pitchFamily="49" charset="-122"/>
              </a:rPr>
              <a:t>=rψ(1-ε)=40×0.0015×(1-0.8)=0.012mm</a:t>
            </a:r>
            <a:endParaRPr lang="en-US" altLang="zh-CN" sz="2100"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eaLnBrk="0" hangingPunct="0">
              <a:lnSpc>
                <a:spcPct val="140000"/>
              </a:lnSpc>
            </a:pPr>
            <a:r>
              <a:rPr lang="zh-CN" altLang="en-US" dirty="0">
                <a:solidFill>
                  <a:srgbClr val="FF00FF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　</a:t>
            </a:r>
            <a:r>
              <a:rPr lang="en-US" altLang="zh-CN" b="1">
                <a:solidFill>
                  <a:srgbClr val="0000FF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2.</a:t>
            </a:r>
            <a:r>
              <a:rPr lang="zh-CN" altLang="en-US" b="1">
                <a:solidFill>
                  <a:srgbClr val="0000FF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承载量系数</a:t>
            </a:r>
            <a:r>
              <a:rPr lang="en-US" altLang="zh-CN" b="1">
                <a:solidFill>
                  <a:srgbClr val="0000FF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Cp</a:t>
            </a:r>
            <a:endParaRPr lang="en-US" altLang="zh-CN" sz="2100" b="1" baseline="-25000">
              <a:solidFill>
                <a:srgbClr val="0000FF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eaLnBrk="0" hangingPunct="0">
              <a:lnSpc>
                <a:spcPct val="140000"/>
              </a:lnSpc>
            </a:pP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　　由</a:t>
            </a:r>
            <a:r>
              <a:rPr lang="en-US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ε=0.8</a:t>
            </a: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，查得： </a:t>
            </a:r>
            <a:r>
              <a:rPr lang="en-US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C</a:t>
            </a:r>
            <a:r>
              <a:rPr lang="en-US" altLang="zh-CN" baseline="-25000" dirty="0">
                <a:latin typeface="幼圆" panose="02010509060101010101" pitchFamily="49" charset="-122"/>
                <a:ea typeface="幼圆" panose="02010509060101010101" pitchFamily="49" charset="-122"/>
              </a:rPr>
              <a:t>p</a:t>
            </a:r>
            <a:r>
              <a:rPr lang="en-US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 =3.372</a:t>
            </a: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。</a:t>
            </a:r>
            <a:endParaRPr lang="zh-CN" altLang="en-US" sz="2100" dirty="0"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eaLnBrk="0" hangingPunct="0">
              <a:lnSpc>
                <a:spcPct val="140000"/>
              </a:lnSpc>
            </a:pPr>
            <a:r>
              <a:rPr lang="zh-CN" altLang="en-US" dirty="0">
                <a:solidFill>
                  <a:srgbClr val="0000FF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　</a:t>
            </a:r>
            <a:r>
              <a:rPr lang="en-US" altLang="zh-CN" b="1">
                <a:solidFill>
                  <a:srgbClr val="0000FF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3.</a:t>
            </a:r>
            <a:r>
              <a:rPr lang="zh-CN" altLang="en-US" b="1" dirty="0">
                <a:solidFill>
                  <a:srgbClr val="0000FF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许用最小油膜厚度</a:t>
            </a:r>
            <a:r>
              <a:rPr lang="en-US" altLang="zh-CN" b="1" dirty="0">
                <a:solidFill>
                  <a:srgbClr val="0000FF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(</a:t>
            </a:r>
            <a:r>
              <a:rPr lang="zh-CN" altLang="en-US" b="1" dirty="0">
                <a:solidFill>
                  <a:srgbClr val="0000FF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取</a:t>
            </a:r>
            <a:r>
              <a:rPr lang="en-US" altLang="zh-CN" b="1">
                <a:solidFill>
                  <a:srgbClr val="0000FF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S=2.0)</a:t>
            </a:r>
            <a:endParaRPr lang="en-US" altLang="zh-CN" sz="2100" b="1">
              <a:solidFill>
                <a:srgbClr val="0000FF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eaLnBrk="0" hangingPunct="0">
              <a:lnSpc>
                <a:spcPct val="140000"/>
              </a:lnSpc>
            </a:pP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　　</a:t>
            </a:r>
            <a:r>
              <a:rPr lang="en-US" altLang="zh-CN" dirty="0" err="1">
                <a:latin typeface="幼圆" panose="02010509060101010101" pitchFamily="49" charset="-122"/>
                <a:ea typeface="幼圆" panose="02010509060101010101" pitchFamily="49" charset="-122"/>
              </a:rPr>
              <a:t>[h</a:t>
            </a:r>
            <a:r>
              <a:rPr lang="en-US" altLang="zh-CN" baseline="-25000" dirty="0" err="1">
                <a:latin typeface="幼圆" panose="02010509060101010101" pitchFamily="49" charset="-122"/>
                <a:ea typeface="幼圆" panose="02010509060101010101" pitchFamily="49" charset="-122"/>
              </a:rPr>
              <a:t>min</a:t>
            </a:r>
            <a:r>
              <a:rPr lang="en-US" altLang="zh-CN">
                <a:latin typeface="幼圆" panose="02010509060101010101" pitchFamily="49" charset="-122"/>
                <a:ea typeface="幼圆" panose="02010509060101010101" pitchFamily="49" charset="-122"/>
              </a:rPr>
              <a:t>]=S(R</a:t>
            </a:r>
            <a:r>
              <a:rPr lang="en-US" altLang="zh-CN" sz="2400" baseline="-30000">
                <a:latin typeface="幼圆" panose="02010509060101010101" pitchFamily="49" charset="-122"/>
                <a:ea typeface="幼圆" panose="02010509060101010101" pitchFamily="49" charset="-122"/>
              </a:rPr>
              <a:t>z1</a:t>
            </a:r>
            <a:r>
              <a:rPr lang="en-US" altLang="zh-CN">
                <a:latin typeface="幼圆" panose="02010509060101010101" pitchFamily="49" charset="-122"/>
                <a:ea typeface="幼圆" panose="02010509060101010101" pitchFamily="49" charset="-122"/>
              </a:rPr>
              <a:t>+R</a:t>
            </a:r>
            <a:r>
              <a:rPr lang="en-US" altLang="zh-CN" sz="2400" baseline="-30000">
                <a:latin typeface="幼圆" panose="02010509060101010101" pitchFamily="49" charset="-122"/>
                <a:ea typeface="幼圆" panose="02010509060101010101" pitchFamily="49" charset="-122"/>
              </a:rPr>
              <a:t>z2</a:t>
            </a:r>
            <a:r>
              <a:rPr lang="en-US" altLang="zh-CN">
                <a:latin typeface="幼圆" panose="02010509060101010101" pitchFamily="49" charset="-122"/>
                <a:ea typeface="幼圆" panose="02010509060101010101" pitchFamily="49" charset="-122"/>
              </a:rPr>
              <a:t>)=2×(1.6+3.2)=9.6μm </a:t>
            </a:r>
            <a:endParaRPr lang="en-US" altLang="zh-CN" sz="2100"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eaLnBrk="0" hangingPunct="0">
              <a:lnSpc>
                <a:spcPct val="140000"/>
              </a:lnSpc>
            </a:pPr>
            <a:r>
              <a:rPr lang="zh-CN" altLang="en-US" dirty="0">
                <a:solidFill>
                  <a:srgbClr val="0000FF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　</a:t>
            </a:r>
            <a:r>
              <a:rPr lang="en-US" altLang="zh-CN" b="1">
                <a:solidFill>
                  <a:srgbClr val="0000FF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4.</a:t>
            </a:r>
            <a:r>
              <a:rPr lang="zh-CN" altLang="en-US" b="1" dirty="0">
                <a:solidFill>
                  <a:srgbClr val="0000FF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当</a:t>
            </a:r>
            <a:r>
              <a:rPr lang="en-US" altLang="zh-CN" b="1" dirty="0">
                <a:solidFill>
                  <a:srgbClr val="0000FF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n′=1.7n</a:t>
            </a:r>
            <a:r>
              <a:rPr lang="zh-CN" altLang="en-US" b="1" dirty="0">
                <a:solidFill>
                  <a:srgbClr val="0000FF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时，最小油膜厚度</a:t>
            </a:r>
            <a:r>
              <a:rPr lang="en-US" altLang="zh-CN" b="1">
                <a:latin typeface="幼圆" panose="02010509060101010101" pitchFamily="49" charset="-122"/>
                <a:ea typeface="幼圆" panose="02010509060101010101" pitchFamily="49" charset="-122"/>
              </a:rPr>
              <a:t>     </a:t>
            </a:r>
            <a:r>
              <a:rPr lang="en-US" altLang="zh-CN">
                <a:latin typeface="幼圆" panose="02010509060101010101" pitchFamily="49" charset="-122"/>
                <a:ea typeface="幼圆" panose="02010509060101010101" pitchFamily="49" charset="-122"/>
              </a:rPr>
              <a:t> </a:t>
            </a:r>
            <a:endParaRPr lang="en-US" altLang="zh-CN" dirty="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grpSp>
        <p:nvGrpSpPr>
          <p:cNvPr id="122394" name="组合 122393"/>
          <p:cNvGrpSpPr/>
          <p:nvPr/>
        </p:nvGrpSpPr>
        <p:grpSpPr>
          <a:xfrm>
            <a:off x="863600" y="4586923"/>
            <a:ext cx="7210425" cy="796925"/>
            <a:chOff x="660" y="3271"/>
            <a:chExt cx="4542" cy="502"/>
          </a:xfrm>
        </p:grpSpPr>
        <p:graphicFrame>
          <p:nvGraphicFramePr>
            <p:cNvPr id="122390" name="对象 122389"/>
            <p:cNvGraphicFramePr/>
            <p:nvPr/>
          </p:nvGraphicFramePr>
          <p:xfrm>
            <a:off x="935" y="3271"/>
            <a:ext cx="1054" cy="5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6" name="" r:id="rId1" imgW="787400" imgH="444500" progId="Equation.3">
                    <p:embed/>
                  </p:oleObj>
                </mc:Choice>
                <mc:Fallback>
                  <p:oleObj name="" r:id="rId1" imgW="787400" imgH="444500" progId="Equation.3">
                    <p:embed/>
                    <p:pic>
                      <p:nvPicPr>
                        <p:cNvPr id="0" name="图片 3075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935" y="3271"/>
                          <a:ext cx="1054" cy="50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2391" name="矩形 122390"/>
            <p:cNvSpPr/>
            <p:nvPr/>
          </p:nvSpPr>
          <p:spPr>
            <a:xfrm>
              <a:off x="2172" y="3456"/>
              <a:ext cx="3030" cy="27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0" hangingPunct="0"/>
              <a:r>
                <a:rPr lang="zh-CN" altLang="en-US" dirty="0">
                  <a:latin typeface="幼圆" panose="02010509060101010101" pitchFamily="49" charset="-122"/>
                  <a:ea typeface="幼圆" panose="02010509060101010101" pitchFamily="49" charset="-122"/>
                </a:rPr>
                <a:t>知： </a:t>
              </a:r>
              <a:r>
                <a:rPr lang="en-US" altLang="zh-CN">
                  <a:latin typeface="幼圆" panose="02010509060101010101" pitchFamily="49" charset="-122"/>
                  <a:ea typeface="幼圆" panose="02010509060101010101" pitchFamily="49" charset="-122"/>
                </a:rPr>
                <a:t>C</a:t>
              </a:r>
              <a:r>
                <a:rPr lang="en-US" altLang="zh-CN" baseline="-25000">
                  <a:latin typeface="幼圆" panose="02010509060101010101" pitchFamily="49" charset="-122"/>
                  <a:ea typeface="幼圆" panose="02010509060101010101" pitchFamily="49" charset="-122"/>
                </a:rPr>
                <a:t>p</a:t>
              </a:r>
              <a:r>
                <a:rPr lang="zh-CN" altLang="en-US" dirty="0">
                  <a:latin typeface="幼圆" panose="02010509060101010101" pitchFamily="49" charset="-122"/>
                  <a:ea typeface="幼圆" panose="02010509060101010101" pitchFamily="49" charset="-122"/>
                </a:rPr>
                <a:t>与</a:t>
              </a:r>
              <a:r>
                <a:rPr lang="en-US" altLang="zh-CN" dirty="0">
                  <a:latin typeface="幼圆" panose="02010509060101010101" pitchFamily="49" charset="-122"/>
                  <a:ea typeface="幼圆" panose="02010509060101010101" pitchFamily="49" charset="-122"/>
                </a:rPr>
                <a:t>ω(</a:t>
              </a:r>
              <a:r>
                <a:rPr lang="zh-CN" altLang="en-US" dirty="0">
                  <a:latin typeface="幼圆" panose="02010509060101010101" pitchFamily="49" charset="-122"/>
                  <a:ea typeface="幼圆" panose="02010509060101010101" pitchFamily="49" charset="-122"/>
                </a:rPr>
                <a:t>即</a:t>
              </a:r>
              <a:r>
                <a:rPr lang="en-US" altLang="zh-CN" dirty="0">
                  <a:latin typeface="幼圆" panose="02010509060101010101" pitchFamily="49" charset="-122"/>
                  <a:ea typeface="幼圆" panose="02010509060101010101" pitchFamily="49" charset="-122"/>
                </a:rPr>
                <a:t>n)</a:t>
              </a:r>
              <a:r>
                <a:rPr lang="zh-CN" altLang="en-US" dirty="0">
                  <a:latin typeface="幼圆" panose="02010509060101010101" pitchFamily="49" charset="-122"/>
                  <a:ea typeface="幼圆" panose="02010509060101010101" pitchFamily="49" charset="-122"/>
                </a:rPr>
                <a:t>成反比</a:t>
              </a:r>
              <a:endParaRPr lang="zh-CN" altLang="en-US" dirty="0">
                <a:latin typeface="幼圆" panose="02010509060101010101" pitchFamily="49" charset="-122"/>
                <a:ea typeface="幼圆" panose="02010509060101010101" pitchFamily="49" charset="-122"/>
              </a:endParaRPr>
            </a:p>
          </p:txBody>
        </p:sp>
        <p:sp>
          <p:nvSpPr>
            <p:cNvPr id="122392" name="文本框 122391"/>
            <p:cNvSpPr txBox="1"/>
            <p:nvPr/>
          </p:nvSpPr>
          <p:spPr>
            <a:xfrm>
              <a:off x="660" y="3446"/>
              <a:ext cx="44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zh-CN" altLang="en-US" dirty="0">
                  <a:latin typeface="Arial" panose="020B0604020202020204" pitchFamily="34" charset="0"/>
                  <a:ea typeface="幼圆" panose="02010509060101010101" pitchFamily="49" charset="-122"/>
                </a:rPr>
                <a:t>由</a:t>
              </a:r>
              <a:endParaRPr lang="zh-CN" altLang="en-US" dirty="0">
                <a:latin typeface="Arial" panose="020B0604020202020204" pitchFamily="34" charset="0"/>
                <a:ea typeface="幼圆" panose="02010509060101010101" pitchFamily="49" charset="-122"/>
              </a:endParaRPr>
            </a:p>
          </p:txBody>
        </p:sp>
      </p:grpSp>
      <p:sp>
        <p:nvSpPr>
          <p:cNvPr id="122884" name="矩形 122883"/>
          <p:cNvSpPr/>
          <p:nvPr/>
        </p:nvSpPr>
        <p:spPr>
          <a:xfrm>
            <a:off x="863283" y="5563553"/>
            <a:ext cx="6891337" cy="42989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0" hangingPunct="0"/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当</a:t>
            </a:r>
            <a:r>
              <a:rPr lang="en-US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n′=1.7n</a:t>
            </a: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时：</a:t>
            </a:r>
            <a:r>
              <a:rPr lang="en-US" altLang="zh-CN">
                <a:latin typeface="幼圆" panose="02010509060101010101" pitchFamily="49" charset="-122"/>
                <a:ea typeface="幼圆" panose="02010509060101010101" pitchFamily="49" charset="-122"/>
              </a:rPr>
              <a:t>C</a:t>
            </a:r>
            <a:r>
              <a:rPr lang="en-US" altLang="zh-CN" baseline="-25000">
                <a:latin typeface="幼圆" panose="02010509060101010101" pitchFamily="49" charset="-122"/>
                <a:ea typeface="幼圆" panose="02010509060101010101" pitchFamily="49" charset="-122"/>
              </a:rPr>
              <a:t>p</a:t>
            </a:r>
            <a:r>
              <a:rPr lang="en-US" altLang="zh-CN">
                <a:latin typeface="幼圆" panose="02010509060101010101" pitchFamily="49" charset="-122"/>
                <a:ea typeface="幼圆" panose="02010509060101010101" pitchFamily="49" charset="-122"/>
              </a:rPr>
              <a:t>=3.372/1.7=1.9835</a:t>
            </a:r>
            <a:endParaRPr lang="en-US" altLang="zh-CN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387">
                                            <p:txEl>
                                              <p:charRg st="0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2387">
                                            <p:txEl>
                                              <p:charRg st="0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387">
                                            <p:txEl>
                                              <p:charRg st="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2387">
                                            <p:txEl>
                                              <p:charRg st="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387">
                                            <p:txEl>
                                              <p:charRg st="15" end="5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2387">
                                            <p:txEl>
                                              <p:charRg st="15" end="5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387">
                                            <p:txEl>
                                              <p:charRg st="56" end="6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2387">
                                            <p:txEl>
                                              <p:charRg st="56" end="6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387">
                                            <p:txEl>
                                              <p:charRg st="65" end="8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2387">
                                            <p:txEl>
                                              <p:charRg st="65" end="8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387">
                                            <p:txEl>
                                              <p:charRg st="89" end="10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2387">
                                            <p:txEl>
                                              <p:charRg st="89" end="10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387">
                                            <p:txEl>
                                              <p:charRg st="109" end="14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2387">
                                            <p:txEl>
                                              <p:charRg st="109" end="14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387">
                                            <p:txEl>
                                              <p:charRg st="148" end="17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2387">
                                            <p:txEl>
                                              <p:charRg st="148" end="17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22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228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387" grpId="0" uiExpand="1" build="p"/>
      <p:bldP spid="122884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885" name="矩形 122884"/>
          <p:cNvSpPr/>
          <p:nvPr/>
        </p:nvSpPr>
        <p:spPr>
          <a:xfrm>
            <a:off x="524828" y="944563"/>
            <a:ext cx="8458200" cy="4154170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p>
            <a:pPr>
              <a:lnSpc>
                <a:spcPct val="150000"/>
              </a:lnSpc>
            </a:pPr>
            <a:r>
              <a:rPr lang="en-US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   </a:t>
            </a: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由表</a:t>
            </a:r>
            <a:r>
              <a:rPr lang="en-US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12-6</a:t>
            </a: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查得：</a:t>
            </a:r>
            <a:r>
              <a:rPr lang="en-US" altLang="zh-CN">
                <a:latin typeface="幼圆" panose="02010509060101010101" pitchFamily="49" charset="-122"/>
                <a:ea typeface="幼圆" panose="02010509060101010101" pitchFamily="49" charset="-122"/>
              </a:rPr>
              <a:t>ε=0.7</a:t>
            </a:r>
            <a:endParaRPr lang="en-US" altLang="zh-CN"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eaLnBrk="0" hangingPunct="0">
              <a:lnSpc>
                <a:spcPct val="150000"/>
              </a:lnSpc>
            </a:pPr>
            <a:r>
              <a:rPr lang="en-US" altLang="zh-CN" dirty="0" err="1">
                <a:latin typeface="幼圆" panose="02010509060101010101" pitchFamily="49" charset="-122"/>
                <a:ea typeface="幼圆" panose="02010509060101010101" pitchFamily="49" charset="-122"/>
              </a:rPr>
              <a:t>   h</a:t>
            </a:r>
            <a:r>
              <a:rPr lang="en-US" altLang="zh-CN" baseline="-30000" dirty="0" err="1">
                <a:latin typeface="幼圆" panose="02010509060101010101" pitchFamily="49" charset="-122"/>
                <a:ea typeface="幼圆" panose="02010509060101010101" pitchFamily="49" charset="-122"/>
              </a:rPr>
              <a:t>min</a:t>
            </a:r>
            <a:r>
              <a:rPr lang="en-US" altLang="zh-CN">
                <a:latin typeface="幼圆" panose="02010509060101010101" pitchFamily="49" charset="-122"/>
                <a:ea typeface="幼圆" panose="02010509060101010101" pitchFamily="49" charset="-122"/>
              </a:rPr>
              <a:t>=rψ(1-ε)=40×0.0015×(1-0.7)=0.018mm </a:t>
            </a:r>
            <a:endParaRPr lang="en-US" altLang="zh-CN"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eaLnBrk="0" hangingPunct="0">
              <a:lnSpc>
                <a:spcPct val="150000"/>
              </a:lnSpc>
            </a:pPr>
            <a:r>
              <a:rPr lang="en-US" altLang="zh-CN" b="1" dirty="0">
                <a:solidFill>
                  <a:srgbClr val="0000FF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5</a:t>
            </a:r>
            <a:r>
              <a:rPr lang="zh-CN" altLang="en-US" b="1" dirty="0">
                <a:solidFill>
                  <a:srgbClr val="0000FF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．当</a:t>
            </a:r>
            <a:r>
              <a:rPr lang="en-US" altLang="zh-CN" b="1" dirty="0">
                <a:solidFill>
                  <a:srgbClr val="0000FF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n′=0.7n</a:t>
            </a:r>
            <a:r>
              <a:rPr lang="zh-CN" altLang="en-US" b="1" dirty="0">
                <a:solidFill>
                  <a:srgbClr val="0000FF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时，最小油膜厚度</a:t>
            </a:r>
            <a:endParaRPr lang="zh-CN" altLang="en-US" b="1" dirty="0">
              <a:solidFill>
                <a:srgbClr val="0000FF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eaLnBrk="0" hangingPunct="0">
              <a:lnSpc>
                <a:spcPct val="150000"/>
              </a:lnSpc>
            </a:pP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   同上：</a:t>
            </a:r>
            <a:r>
              <a:rPr lang="en-US" altLang="zh-CN">
                <a:latin typeface="幼圆" panose="02010509060101010101" pitchFamily="49" charset="-122"/>
                <a:ea typeface="幼圆" panose="02010509060101010101" pitchFamily="49" charset="-122"/>
              </a:rPr>
              <a:t>Cp</a:t>
            </a:r>
            <a:r>
              <a:rPr lang="en-US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=3.372/</a:t>
            </a: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０</a:t>
            </a:r>
            <a:r>
              <a:rPr lang="en-US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.7=4.817</a:t>
            </a: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。</a:t>
            </a:r>
            <a:endParaRPr lang="zh-CN" altLang="en-US" dirty="0"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eaLnBrk="0" hangingPunct="0">
              <a:lnSpc>
                <a:spcPct val="150000"/>
              </a:lnSpc>
            </a:pP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   </a:t>
            </a:r>
            <a:r>
              <a:rPr lang="zh-CN" altLang="en-US" dirty="0">
                <a:latin typeface="Arial" panose="020B0604020202020204" pitchFamily="34" charset="0"/>
                <a:ea typeface="幼圆" panose="02010509060101010101" pitchFamily="49" charset="-122"/>
              </a:rPr>
              <a:t>由附表查得</a:t>
            </a: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：</a:t>
            </a:r>
            <a:r>
              <a:rPr lang="en-US" altLang="zh-CN">
                <a:latin typeface="幼圆" panose="02010509060101010101" pitchFamily="49" charset="-122"/>
                <a:ea typeface="幼圆" panose="02010509060101010101" pitchFamily="49" charset="-122"/>
              </a:rPr>
              <a:t>ε=0.86</a:t>
            </a:r>
            <a:endParaRPr lang="en-US" altLang="zh-CN"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eaLnBrk="0" hangingPunct="0">
              <a:lnSpc>
                <a:spcPct val="150000"/>
              </a:lnSpc>
            </a:pPr>
            <a:r>
              <a:rPr lang="en-US" altLang="zh-CN" dirty="0" err="1">
                <a:latin typeface="幼圆" panose="02010509060101010101" pitchFamily="49" charset="-122"/>
                <a:ea typeface="幼圆" panose="02010509060101010101" pitchFamily="49" charset="-122"/>
              </a:rPr>
              <a:t>   h</a:t>
            </a:r>
            <a:r>
              <a:rPr lang="en-US" altLang="zh-CN" baseline="-30000" dirty="0" err="1">
                <a:latin typeface="幼圆" panose="02010509060101010101" pitchFamily="49" charset="-122"/>
                <a:ea typeface="幼圆" panose="02010509060101010101" pitchFamily="49" charset="-122"/>
              </a:rPr>
              <a:t>min</a:t>
            </a:r>
            <a:r>
              <a:rPr lang="en-US" altLang="zh-CN" dirty="0" err="1">
                <a:latin typeface="幼圆" panose="02010509060101010101" pitchFamily="49" charset="-122"/>
                <a:ea typeface="幼圆" panose="02010509060101010101" pitchFamily="49" charset="-122"/>
              </a:rPr>
              <a:t>=rψ(1-ε)=40×0.0015×(1-0.86)</a:t>
            </a:r>
            <a:br>
              <a:rPr lang="en-US" altLang="zh-CN" dirty="0" err="1">
                <a:latin typeface="幼圆" panose="02010509060101010101" pitchFamily="49" charset="-122"/>
                <a:ea typeface="幼圆" panose="02010509060101010101" pitchFamily="49" charset="-122"/>
              </a:rPr>
            </a:br>
            <a:r>
              <a:rPr lang="en-US" altLang="zh-CN" dirty="0" err="1">
                <a:latin typeface="幼圆" panose="02010509060101010101" pitchFamily="49" charset="-122"/>
                <a:ea typeface="幼圆" panose="02010509060101010101" pitchFamily="49" charset="-122"/>
              </a:rPr>
              <a:t>      =0.0084 mm=8.4 μm</a:t>
            </a:r>
            <a:endParaRPr lang="en-US" altLang="zh-CN"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eaLnBrk="0" hangingPunct="0">
              <a:lnSpc>
                <a:spcPct val="150000"/>
              </a:lnSpc>
            </a:pPr>
            <a:r>
              <a:rPr lang="en-US" altLang="zh-CN" dirty="0" err="1">
                <a:latin typeface="幼圆" panose="02010509060101010101" pitchFamily="49" charset="-122"/>
                <a:ea typeface="幼圆" panose="02010509060101010101" pitchFamily="49" charset="-122"/>
              </a:rPr>
              <a:t>   h</a:t>
            </a:r>
            <a:r>
              <a:rPr lang="en-US" altLang="zh-CN" baseline="-30000" dirty="0" err="1">
                <a:latin typeface="幼圆" panose="02010509060101010101" pitchFamily="49" charset="-122"/>
                <a:ea typeface="幼圆" panose="02010509060101010101" pitchFamily="49" charset="-122"/>
              </a:rPr>
              <a:t>min</a:t>
            </a: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＜</a:t>
            </a:r>
            <a:r>
              <a:rPr lang="en-US" altLang="zh-CN" dirty="0" err="1">
                <a:latin typeface="幼圆" panose="02010509060101010101" pitchFamily="49" charset="-122"/>
                <a:ea typeface="幼圆" panose="02010509060101010101" pitchFamily="49" charset="-122"/>
              </a:rPr>
              <a:t>[h</a:t>
            </a:r>
            <a:r>
              <a:rPr lang="en-US" altLang="zh-CN" baseline="-25000" dirty="0" err="1">
                <a:latin typeface="幼圆" panose="02010509060101010101" pitchFamily="49" charset="-122"/>
                <a:ea typeface="幼圆" panose="02010509060101010101" pitchFamily="49" charset="-122"/>
              </a:rPr>
              <a:t>min</a:t>
            </a:r>
            <a:r>
              <a:rPr lang="en-US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],</a:t>
            </a:r>
            <a:r>
              <a:rPr lang="zh-CN" altLang="en-US" b="1" dirty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故该轴承不能达到液体动力润滑</a:t>
            </a:r>
            <a:r>
              <a:rPr lang="zh-CN" altLang="en-US" dirty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。</a:t>
            </a:r>
            <a:endParaRPr lang="zh-CN" altLang="en-US" dirty="0">
              <a:solidFill>
                <a:srgbClr val="FF0000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5">
                                            <p:txEl>
                                              <p:charRg st="0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2885">
                                            <p:txEl>
                                              <p:charRg st="0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5">
                                            <p:txEl>
                                              <p:charRg st="15" end="5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2885">
                                            <p:txEl>
                                              <p:charRg st="15" end="5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5">
                                            <p:txEl>
                                              <p:charRg st="58" end="7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2885">
                                            <p:txEl>
                                              <p:charRg st="58" end="7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5">
                                            <p:txEl>
                                              <p:charRg st="77" end="10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2885">
                                            <p:txEl>
                                              <p:charRg st="77" end="10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5">
                                            <p:txEl>
                                              <p:charRg st="103" end="1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2885">
                                            <p:txEl>
                                              <p:charRg st="103" end="1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5">
                                            <p:txEl>
                                              <p:charRg st="119" end="17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2885">
                                            <p:txEl>
                                              <p:charRg st="119" end="17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5">
                                            <p:txEl>
                                              <p:charRg st="178" end="20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2885">
                                            <p:txEl>
                                              <p:charRg st="178" end="20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885" grpId="0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0834" name="文本框 120833"/>
          <p:cNvSpPr txBox="1"/>
          <p:nvPr/>
        </p:nvSpPr>
        <p:spPr>
          <a:xfrm>
            <a:off x="598488" y="1052830"/>
            <a:ext cx="78041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p>
            <a:r>
              <a:rPr lang="zh-CN" altLang="en-US" b="1" dirty="0">
                <a:solidFill>
                  <a:srgbClr val="3333CC"/>
                </a:solidFill>
                <a:latin typeface="Arial" panose="020B0604020202020204" pitchFamily="34" charset="0"/>
                <a:ea typeface="华文中宋" panose="02010600040101010101" pitchFamily="2" charset="-122"/>
              </a:rPr>
              <a:t>若一轴承，不满足液体动力润滑状态，可采取如下措施</a:t>
            </a:r>
            <a:r>
              <a:rPr lang="zh-CN" altLang="en-US" dirty="0">
                <a:solidFill>
                  <a:srgbClr val="3333CC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华文中宋" panose="02010600040101010101" pitchFamily="2" charset="-122"/>
              </a:rPr>
              <a:t>：</a:t>
            </a:r>
            <a:endParaRPr lang="zh-CN" altLang="en-US" dirty="0">
              <a:solidFill>
                <a:srgbClr val="3333CC"/>
              </a:solidFill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  <a:ea typeface="华文中宋" panose="02010600040101010101" pitchFamily="2" charset="-122"/>
            </a:endParaRPr>
          </a:p>
        </p:txBody>
      </p:sp>
      <p:sp>
        <p:nvSpPr>
          <p:cNvPr id="120835" name="文本框 120834"/>
          <p:cNvSpPr txBox="1"/>
          <p:nvPr/>
        </p:nvSpPr>
        <p:spPr>
          <a:xfrm>
            <a:off x="2166938" y="1672908"/>
            <a:ext cx="40957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p>
            <a:r>
              <a:rPr lang="en-US" altLang="zh-CN" b="1" dirty="0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rPr>
              <a:t>a</a:t>
            </a:r>
            <a:r>
              <a:rPr lang="zh-CN" altLang="en-US" b="1" dirty="0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rPr>
              <a:t>、降低</a:t>
            </a:r>
            <a:r>
              <a:rPr lang="en-US" altLang="zh-CN" b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rPr>
              <a:t>R</a:t>
            </a:r>
            <a:r>
              <a:rPr lang="en-US" altLang="zh-CN" b="1" baseline="-25000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rPr>
              <a:t>z1</a:t>
            </a:r>
            <a:r>
              <a:rPr lang="zh-CN" altLang="en-US" b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rPr>
              <a:t>、</a:t>
            </a:r>
            <a:r>
              <a:rPr lang="en-US" altLang="zh-CN" b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rPr>
              <a:t>R</a:t>
            </a:r>
            <a:r>
              <a:rPr lang="en-US" altLang="zh-CN" b="1" baseline="-25000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rPr>
              <a:t>z2</a:t>
            </a:r>
            <a:r>
              <a:rPr lang="zh-CN" altLang="en-US" b="1" dirty="0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rPr>
              <a:t>，</a:t>
            </a:r>
            <a:r>
              <a:rPr lang="en-US" altLang="zh-CN" b="1" dirty="0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rPr>
              <a:t>↑</a:t>
            </a:r>
            <a:r>
              <a:rPr lang="zh-CN" altLang="en-US" b="1" dirty="0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rPr>
              <a:t>加工精度</a:t>
            </a:r>
            <a:endParaRPr lang="zh-CN" altLang="en-US" b="1" dirty="0">
              <a:solidFill>
                <a:srgbClr val="CC3300"/>
              </a:solidFill>
              <a:effectLst>
                <a:outerShdw blurRad="38100" dist="38100" dir="2700000">
                  <a:srgbClr val="C0C0C0"/>
                </a:outerShdw>
              </a:effectLst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20836" name="文本框 120835"/>
          <p:cNvSpPr txBox="1"/>
          <p:nvPr/>
        </p:nvSpPr>
        <p:spPr>
          <a:xfrm>
            <a:off x="2166938" y="2314575"/>
            <a:ext cx="18605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p>
            <a:r>
              <a:rPr lang="en-US" altLang="zh-CN" b="1" dirty="0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rPr>
              <a:t>b</a:t>
            </a:r>
            <a:r>
              <a:rPr lang="zh-CN" altLang="en-US" b="1" dirty="0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rPr>
              <a:t>、适当</a:t>
            </a:r>
            <a:r>
              <a:rPr lang="en-US" altLang="zh-CN" b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rPr>
              <a:t>↑η</a:t>
            </a:r>
            <a:endParaRPr lang="en-US" altLang="zh-CN" b="1">
              <a:solidFill>
                <a:srgbClr val="CC3300"/>
              </a:solidFill>
              <a:effectLst>
                <a:outerShdw blurRad="38100" dist="38100" dir="2700000">
                  <a:srgbClr val="C0C0C0"/>
                </a:outerShdw>
              </a:effectLst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20837" name="文本框 120836"/>
          <p:cNvSpPr txBox="1"/>
          <p:nvPr/>
        </p:nvSpPr>
        <p:spPr>
          <a:xfrm>
            <a:off x="2166938" y="3038475"/>
            <a:ext cx="17081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p>
            <a:r>
              <a:rPr lang="en-US" altLang="zh-CN" b="1" dirty="0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rPr>
              <a:t>c</a:t>
            </a:r>
            <a:r>
              <a:rPr lang="zh-CN" altLang="en-US" b="1" dirty="0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rPr>
              <a:t>、适当</a:t>
            </a:r>
            <a:r>
              <a:rPr lang="en-US" altLang="zh-CN" b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rPr>
              <a:t>↑n</a:t>
            </a:r>
            <a:endParaRPr lang="en-US" altLang="zh-CN" b="1">
              <a:solidFill>
                <a:srgbClr val="CC3300"/>
              </a:solidFill>
              <a:effectLst>
                <a:outerShdw blurRad="38100" dist="38100" dir="2700000">
                  <a:srgbClr val="C0C0C0"/>
                </a:outerShdw>
              </a:effectLst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grpSp>
        <p:nvGrpSpPr>
          <p:cNvPr id="120838" name="组合 120837"/>
          <p:cNvGrpSpPr/>
          <p:nvPr/>
        </p:nvGrpSpPr>
        <p:grpSpPr>
          <a:xfrm>
            <a:off x="4087813" y="2519363"/>
            <a:ext cx="3908425" cy="808037"/>
            <a:chOff x="2575" y="1587"/>
            <a:chExt cx="2462" cy="509"/>
          </a:xfrm>
        </p:grpSpPr>
        <p:sp>
          <p:nvSpPr>
            <p:cNvPr id="120839" name="右大括号 120838"/>
            <p:cNvSpPr/>
            <p:nvPr/>
          </p:nvSpPr>
          <p:spPr>
            <a:xfrm>
              <a:off x="2575" y="1624"/>
              <a:ext cx="96" cy="432"/>
            </a:xfrm>
            <a:prstGeom prst="rightBrace">
              <a:avLst>
                <a:gd name="adj1" fmla="val 37500"/>
                <a:gd name="adj2" fmla="val 50000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20840" name="文本框 120839"/>
            <p:cNvSpPr txBox="1"/>
            <p:nvPr/>
          </p:nvSpPr>
          <p:spPr>
            <a:xfrm>
              <a:off x="2709" y="1710"/>
              <a:ext cx="69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p>
              <a:r>
                <a:rPr lang="zh-CN" altLang="en-US" b="1" dirty="0">
                  <a:solidFill>
                    <a:srgbClr val="CC33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华文中宋" panose="02010600040101010101" pitchFamily="2" charset="-122"/>
                  <a:ea typeface="华文中宋" panose="02010600040101010101" pitchFamily="2" charset="-122"/>
                </a:rPr>
                <a:t>即：使</a:t>
              </a:r>
              <a:endParaRPr lang="zh-CN" altLang="en-US" b="1" dirty="0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graphicFrame>
          <p:nvGraphicFramePr>
            <p:cNvPr id="120841" name="对象 120840"/>
            <p:cNvGraphicFramePr/>
            <p:nvPr/>
          </p:nvGraphicFramePr>
          <p:xfrm>
            <a:off x="3376" y="1587"/>
            <a:ext cx="989" cy="5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1" name="" r:id="rId1" imgW="862965" imgH="444500" progId="Equation.3">
                    <p:embed/>
                  </p:oleObj>
                </mc:Choice>
                <mc:Fallback>
                  <p:oleObj name="" r:id="rId1" imgW="862965" imgH="444500" progId="Equation.3">
                    <p:embed/>
                    <p:pic>
                      <p:nvPicPr>
                        <p:cNvPr id="0" name="图片 3080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3376" y="1587"/>
                          <a:ext cx="989" cy="50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0842" name="文本框 120841"/>
            <p:cNvSpPr txBox="1"/>
            <p:nvPr/>
          </p:nvSpPr>
          <p:spPr>
            <a:xfrm>
              <a:off x="4345" y="1711"/>
              <a:ext cx="69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p>
              <a:r>
                <a:rPr lang="zh-CN" altLang="en-US" b="1" dirty="0">
                  <a:solidFill>
                    <a:srgbClr val="CC33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华文中宋" panose="02010600040101010101" pitchFamily="2" charset="-122"/>
                  <a:ea typeface="华文中宋" panose="02010600040101010101" pitchFamily="2" charset="-122"/>
                </a:rPr>
                <a:t>变小。</a:t>
              </a:r>
              <a:endParaRPr lang="zh-CN" altLang="en-US" b="1" dirty="0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</p:grpSp>
      <p:sp>
        <p:nvSpPr>
          <p:cNvPr id="52237" name="直接连接符 6"/>
          <p:cNvSpPr>
            <a:spLocks noChangeShapeType="1"/>
          </p:cNvSpPr>
          <p:nvPr/>
        </p:nvSpPr>
        <p:spPr bwMode="auto">
          <a:xfrm>
            <a:off x="0" y="765175"/>
            <a:ext cx="9144000" cy="0"/>
          </a:xfrm>
          <a:prstGeom prst="line">
            <a:avLst/>
          </a:prstGeom>
          <a:noFill/>
          <a:ln w="28575">
            <a:solidFill>
              <a:srgbClr val="C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" name="Rectangle 2"/>
          <p:cNvSpPr>
            <a:spLocks noGrp="1" noChangeArrowheads="1"/>
          </p:cNvSpPr>
          <p:nvPr/>
        </p:nvSpPr>
        <p:spPr bwMode="auto">
          <a:xfrm>
            <a:off x="2124075" y="188595"/>
            <a:ext cx="7128510" cy="490855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kumimoji="1" lang="en-US" altLang="zh-CN" sz="3000" kern="1200" dirty="0" smtClean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3.6-12 </a:t>
            </a:r>
            <a:r>
              <a:rPr lang="zh-CN" altLang="en-US" sz="3000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流体润滑滑动轴承的润滑机理</a:t>
            </a:r>
            <a:endParaRPr kumimoji="1" lang="zh-CN" altLang="en-US" sz="3000" kern="1200" dirty="0" smtClean="0">
              <a:solidFill>
                <a:srgbClr val="CC3300"/>
              </a:solidFill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  <p:transition>
    <p:random/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0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08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08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08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08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0834" grpId="0"/>
      <p:bldP spid="120835" grpId="0"/>
      <p:bldP spid="120836" grpId="0"/>
      <p:bldP spid="120837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786188" y="271463"/>
            <a:ext cx="5340350" cy="490537"/>
          </a:xfr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eaLnBrk="1" hangingPunct="1">
              <a:defRPr/>
            </a:pPr>
            <a:r>
              <a:rPr kumimoji="1" lang="zh-CN" altLang="en-US" sz="3000" kern="1200" dirty="0" smtClean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其他形式滑动轴承简介</a:t>
            </a:r>
            <a:endParaRPr kumimoji="1" lang="zh-CN" altLang="en-US" sz="3000" kern="1200" dirty="0" smtClean="0">
              <a:solidFill>
                <a:srgbClr val="CC3300"/>
              </a:solidFill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pic>
        <p:nvPicPr>
          <p:cNvPr id="53251" name="Picture 73" descr="rewind1">
            <a:hlinkClick r:id="rId1" action="ppaction://hlinksldjump"/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15375" y="6524625"/>
            <a:ext cx="285750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3493" name="文本框 57355"/>
          <p:cNvSpPr txBox="1">
            <a:spLocks noChangeArrowheads="1"/>
          </p:cNvSpPr>
          <p:nvPr/>
        </p:nvSpPr>
        <p:spPr bwMode="auto">
          <a:xfrm>
            <a:off x="241299" y="762000"/>
            <a:ext cx="3106615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一、自润滑轴承</a:t>
            </a:r>
            <a:endParaRPr lang="zh-CN" altLang="en-US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文本框 57355"/>
          <p:cNvSpPr txBox="1">
            <a:spLocks noChangeArrowheads="1"/>
          </p:cNvSpPr>
          <p:nvPr/>
        </p:nvSpPr>
        <p:spPr bwMode="auto">
          <a:xfrm>
            <a:off x="241300" y="3160713"/>
            <a:ext cx="346664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二、液体静压轴承</a:t>
            </a:r>
            <a:endParaRPr lang="zh-CN" altLang="en-US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2468" name="矩形 57356"/>
          <p:cNvSpPr>
            <a:spLocks noChangeArrowheads="1"/>
          </p:cNvSpPr>
          <p:nvPr/>
        </p:nvSpPr>
        <p:spPr bwMode="auto">
          <a:xfrm>
            <a:off x="412750" y="1158875"/>
            <a:ext cx="843280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indent="4572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000">
                <a:solidFill>
                  <a:srgbClr val="000099"/>
                </a:solidFill>
                <a:latin typeface="Times New Roman" panose="02020603050405020304" pitchFamily="18" charset="0"/>
              </a:rPr>
              <a:t>自润滑轴承是在不加润滑剂的状态下运转的。为了减小磨损，轴颈材料也最好用不锈钢或碳钢镀硬铬，轴颈表面硬度应大于轴瓦表面硬度。</a:t>
            </a:r>
            <a:endParaRPr lang="zh-CN" altLang="en-US" sz="2000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62470" name="矩形 57356"/>
          <p:cNvSpPr>
            <a:spLocks noChangeArrowheads="1"/>
          </p:cNvSpPr>
          <p:nvPr/>
        </p:nvSpPr>
        <p:spPr bwMode="auto">
          <a:xfrm>
            <a:off x="323705" y="1988900"/>
            <a:ext cx="8432800" cy="1262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indent="4572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zh-CN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自润滑轴承的使用寿命决定于其磨损率，而磨损率随载荷和速度的增加而加大。温升是限制轴承承载能力的重要因素之一。故应将其pv值控制在允许的范围内。</a:t>
            </a:r>
            <a:endParaRPr lang="zh-CN" altLang="zh-CN" sz="2000" dirty="0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28683" name="文本框 28682"/>
          <p:cNvSpPr txBox="1">
            <a:spLocks noChangeArrowheads="1"/>
          </p:cNvSpPr>
          <p:nvPr/>
        </p:nvSpPr>
        <p:spPr bwMode="auto">
          <a:xfrm>
            <a:off x="412750" y="3563938"/>
            <a:ext cx="8494713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000">
                <a:solidFill>
                  <a:srgbClr val="000099"/>
                </a:solidFill>
                <a:latin typeface="Times New Roman" panose="02020603050405020304" pitchFamily="18" charset="0"/>
              </a:rPr>
              <a:t>原理：依靠液压系统供给压力油，压力油在轴承腔内强制形成压力油膜，</a:t>
            </a:r>
            <a:endParaRPr lang="zh-CN" altLang="en-US" sz="2000">
              <a:solidFill>
                <a:srgbClr val="000099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sz="2000">
                <a:solidFill>
                  <a:srgbClr val="000099"/>
                </a:solidFill>
                <a:latin typeface="Times New Roman" panose="02020603050405020304" pitchFamily="18" charset="0"/>
              </a:rPr>
              <a:t>            以隔开摩擦表面。</a:t>
            </a:r>
            <a:endParaRPr lang="zh-CN" altLang="en-US" sz="2000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28684" name="文本框 28683"/>
          <p:cNvSpPr txBox="1">
            <a:spLocks noChangeArrowheads="1"/>
          </p:cNvSpPr>
          <p:nvPr/>
        </p:nvSpPr>
        <p:spPr bwMode="auto">
          <a:xfrm>
            <a:off x="412750" y="4393883"/>
            <a:ext cx="8072438" cy="2306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优点：</a:t>
            </a:r>
            <a:r>
              <a:rPr lang="en-US" altLang="zh-CN" sz="1200" dirty="0">
                <a:solidFill>
                  <a:srgbClr val="000099"/>
                </a:solidFill>
                <a:latin typeface="Times New Roman" panose="02020603050405020304" pitchFamily="18" charset="0"/>
              </a:rPr>
              <a:t>◆ </a:t>
            </a:r>
            <a:r>
              <a:rPr lang="zh-CN" altLang="en-US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轴颈和轴承处于完全液体摩擦状态，摩擦系数很小，效率高。</a:t>
            </a:r>
            <a:endParaRPr lang="zh-CN" altLang="en-US" sz="2000" dirty="0">
              <a:solidFill>
                <a:srgbClr val="000099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            </a:t>
            </a:r>
            <a:r>
              <a:rPr lang="en-US" altLang="zh-CN" sz="1200" dirty="0">
                <a:solidFill>
                  <a:srgbClr val="000099"/>
                </a:solidFill>
                <a:latin typeface="Times New Roman" panose="02020603050405020304" pitchFamily="18" charset="0"/>
              </a:rPr>
              <a:t>◆ </a:t>
            </a:r>
            <a:r>
              <a:rPr lang="zh-CN" altLang="en-US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轴颈与轴承不直接接触，轴承不会磨损，寿命长。</a:t>
            </a:r>
            <a:endParaRPr lang="zh-CN" altLang="en-US" sz="2000" dirty="0">
              <a:solidFill>
                <a:srgbClr val="000099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            </a:t>
            </a:r>
            <a:r>
              <a:rPr lang="en-US" altLang="zh-CN" sz="1200" dirty="0">
                <a:solidFill>
                  <a:srgbClr val="000099"/>
                </a:solidFill>
                <a:latin typeface="Times New Roman" panose="02020603050405020304" pitchFamily="18" charset="0"/>
              </a:rPr>
              <a:t>◆</a:t>
            </a:r>
            <a:r>
              <a:rPr lang="en-US" altLang="zh-CN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油膜不受速度的限制，能在极低或极高的转速下正常工作。</a:t>
            </a:r>
            <a:endParaRPr lang="zh-CN" altLang="en-US" sz="2000" dirty="0">
              <a:solidFill>
                <a:srgbClr val="000099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            </a:t>
            </a:r>
            <a:r>
              <a:rPr lang="en-US" altLang="zh-CN" sz="1200" dirty="0">
                <a:solidFill>
                  <a:srgbClr val="000099"/>
                </a:solidFill>
                <a:latin typeface="Times New Roman" panose="02020603050405020304" pitchFamily="18" charset="0"/>
              </a:rPr>
              <a:t>◆</a:t>
            </a:r>
            <a:r>
              <a:rPr lang="en-US" altLang="zh-CN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000" dirty="0">
                <a:solidFill>
                  <a:srgbClr val="000099"/>
                </a:solidFill>
                <a:latin typeface="Times New Roman" panose="02020603050405020304" pitchFamily="18" charset="0"/>
              </a:rPr>
              <a:t>对轴承材料要求不高，可以采用较大的间隙和较大的粗糙度值。</a:t>
            </a:r>
            <a:endParaRPr lang="zh-CN" altLang="en-US" sz="2000" dirty="0">
              <a:solidFill>
                <a:srgbClr val="000099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sz="2000" dirty="0">
                <a:solidFill>
                  <a:srgbClr val="000099"/>
                </a:solidFill>
                <a:latin typeface="Times New Roman" panose="02020603050405020304" pitchFamily="18" charset="0"/>
                <a:sym typeface="宋体" panose="02010600030101010101" pitchFamily="2" charset="-122"/>
              </a:rPr>
              <a:t>            </a:t>
            </a:r>
            <a:r>
              <a:rPr lang="en-US" altLang="zh-CN" sz="1200" dirty="0">
                <a:solidFill>
                  <a:srgbClr val="000099"/>
                </a:solidFill>
                <a:latin typeface="Times New Roman" panose="02020603050405020304" pitchFamily="18" charset="0"/>
                <a:sym typeface="宋体" panose="02010600030101010101" pitchFamily="2" charset="-122"/>
              </a:rPr>
              <a:t>◆</a:t>
            </a:r>
            <a:r>
              <a:rPr lang="en-US" altLang="zh-CN" sz="2000" dirty="0">
                <a:solidFill>
                  <a:srgbClr val="000099"/>
                </a:solidFill>
                <a:latin typeface="Times New Roman" panose="02020603050405020304" pitchFamily="18" charset="0"/>
                <a:sym typeface="宋体" panose="02010600030101010101" pitchFamily="2" charset="-122"/>
              </a:rPr>
              <a:t> </a:t>
            </a:r>
            <a:r>
              <a:rPr lang="zh-CN" altLang="en-US" sz="2000" dirty="0">
                <a:solidFill>
                  <a:srgbClr val="000099"/>
                </a:solidFill>
                <a:latin typeface="Times New Roman" panose="02020603050405020304" pitchFamily="18" charset="0"/>
                <a:sym typeface="宋体" panose="02010600030101010101" pitchFamily="2" charset="-122"/>
              </a:rPr>
              <a:t>油膜刚性大，具有良好的吸振性，运转平稳，旋转精度高。</a:t>
            </a:r>
            <a:endParaRPr lang="zh-CN" altLang="en-US" sz="2000" dirty="0">
              <a:solidFill>
                <a:srgbClr val="000099"/>
              </a:solidFill>
              <a:latin typeface="Times New Roman" panose="02020603050405020304" pitchFamily="18" charset="0"/>
              <a:sym typeface="宋体" panose="02010600030101010101" pitchFamily="2" charset="-122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sz="2000" dirty="0">
                <a:solidFill>
                  <a:srgbClr val="000099"/>
                </a:solidFill>
                <a:latin typeface="Times New Roman" panose="02020603050405020304" pitchFamily="18" charset="0"/>
                <a:sym typeface="宋体" panose="02010600030101010101" pitchFamily="2" charset="-122"/>
              </a:rPr>
              <a:t>缺点：</a:t>
            </a:r>
            <a:r>
              <a:rPr lang="en-US" altLang="zh-CN" sz="1200" dirty="0">
                <a:solidFill>
                  <a:srgbClr val="000099"/>
                </a:solidFill>
                <a:latin typeface="Times New Roman" panose="02020603050405020304" pitchFamily="18" charset="0"/>
                <a:sym typeface="宋体" panose="02010600030101010101" pitchFamily="2" charset="-122"/>
              </a:rPr>
              <a:t>◆</a:t>
            </a:r>
            <a:r>
              <a:rPr lang="en-US" altLang="zh-CN" sz="2000" dirty="0">
                <a:solidFill>
                  <a:srgbClr val="000099"/>
                </a:solidFill>
                <a:latin typeface="Times New Roman" panose="02020603050405020304" pitchFamily="18" charset="0"/>
                <a:sym typeface="宋体" panose="02010600030101010101" pitchFamily="2" charset="-122"/>
              </a:rPr>
              <a:t> </a:t>
            </a:r>
            <a:r>
              <a:rPr lang="zh-CN" altLang="en-US" sz="2000" dirty="0">
                <a:solidFill>
                  <a:srgbClr val="000099"/>
                </a:solidFill>
                <a:latin typeface="Times New Roman" panose="02020603050405020304" pitchFamily="18" charset="0"/>
                <a:sym typeface="宋体" panose="02010600030101010101" pitchFamily="2" charset="-122"/>
              </a:rPr>
              <a:t>必须有一套复杂的供给压力油的系统，设备费用高。</a:t>
            </a:r>
            <a:endParaRPr lang="zh-CN" altLang="en-US" sz="2000" dirty="0">
              <a:solidFill>
                <a:srgbClr val="000099"/>
              </a:solidFill>
              <a:latin typeface="Times New Roman" panose="02020603050405020304" pitchFamily="18" charset="0"/>
              <a:sym typeface="宋体" panose="02010600030101010101" pitchFamily="2" charset="-122"/>
            </a:endParaRPr>
          </a:p>
        </p:txBody>
      </p:sp>
      <p:sp>
        <p:nvSpPr>
          <p:cNvPr id="53258" name="直接连接符 6"/>
          <p:cNvSpPr>
            <a:spLocks noChangeShapeType="1"/>
          </p:cNvSpPr>
          <p:nvPr/>
        </p:nvSpPr>
        <p:spPr bwMode="auto">
          <a:xfrm>
            <a:off x="0" y="765175"/>
            <a:ext cx="9144000" cy="0"/>
          </a:xfrm>
          <a:prstGeom prst="line">
            <a:avLst/>
          </a:prstGeom>
          <a:noFill/>
          <a:ln w="28575">
            <a:solidFill>
              <a:srgbClr val="C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3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2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2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8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8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93" grpId="0"/>
      <p:bldP spid="2" grpId="0"/>
      <p:bldP spid="62468" grpId="0"/>
      <p:bldP spid="62470" grpId="0"/>
      <p:bldP spid="28683" grpId="0"/>
      <p:bldP spid="28684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249863" y="195263"/>
            <a:ext cx="3894137" cy="490537"/>
          </a:xfr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eaLnBrk="1" hangingPunct="1">
              <a:defRPr/>
            </a:pPr>
            <a:r>
              <a:rPr kumimoji="1" lang="zh-CN" altLang="en-US" sz="3000" kern="1200" dirty="0" smtClean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滑动轴承结构</a:t>
            </a:r>
            <a:endParaRPr kumimoji="1" lang="zh-CN" altLang="en-US" sz="3000" kern="1200" dirty="0" smtClean="0">
              <a:solidFill>
                <a:srgbClr val="CC3300"/>
              </a:solidFill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pic>
        <p:nvPicPr>
          <p:cNvPr id="54275" name="Picture 75" descr="NEXT1">
            <a:hlinkClick r:id="" action="ppaction://hlinkshowjump?jump=nextslide"/>
          </p:cNvPr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42363" y="6523038"/>
            <a:ext cx="287337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4276" name="Picture 74" descr="back1">
            <a:hlinkClick r:id="" action="ppaction://hlinkshowjump?jump=previousslide"/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2788" y="6523038"/>
            <a:ext cx="287337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4277" name="Picture 73" descr="rewind1">
            <a:hlinkClick r:id="rId3" action="ppaction://hlinksldjump"/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4800" y="6523038"/>
            <a:ext cx="287338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4278" name="文本框 106"/>
          <p:cNvSpPr txBox="1">
            <a:spLocks noChangeArrowheads="1"/>
          </p:cNvSpPr>
          <p:nvPr/>
        </p:nvSpPr>
        <p:spPr bwMode="auto">
          <a:xfrm>
            <a:off x="2000250" y="785813"/>
            <a:ext cx="5080000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algn="ctr" eaLnBrk="1" hangingPunct="1"/>
            <a:r>
              <a:rPr lang="zh-CN" altLang="en-US" sz="2000">
                <a:solidFill>
                  <a:srgbClr val="000099"/>
                </a:solidFill>
                <a:latin typeface="华文中宋" panose="02010600040101010101" pitchFamily="2" charset="-122"/>
              </a:rPr>
              <a:t>止推滑动轴承形式及尺寸</a:t>
            </a:r>
            <a:endParaRPr lang="zh-CN" altLang="en-US" sz="2000">
              <a:solidFill>
                <a:srgbClr val="000099"/>
              </a:solidFill>
              <a:latin typeface="华文中宋" panose="02010600040101010101" pitchFamily="2" charset="-122"/>
            </a:endParaRPr>
          </a:p>
        </p:txBody>
      </p:sp>
      <p:graphicFrame>
        <p:nvGraphicFramePr>
          <p:cNvPr id="2" name="表格 -1"/>
          <p:cNvGraphicFramePr>
            <a:graphicFrameLocks noGrp="1"/>
          </p:cNvGraphicFramePr>
          <p:nvPr/>
        </p:nvGraphicFramePr>
        <p:xfrm>
          <a:off x="214313" y="1214438"/>
          <a:ext cx="8715375" cy="5041900"/>
        </p:xfrm>
        <a:graphic>
          <a:graphicData uri="http://schemas.openxmlformats.org/drawingml/2006/table">
            <a:tbl>
              <a:tblPr/>
              <a:tblGrid>
                <a:gridCol w="2578100"/>
                <a:gridCol w="1973262"/>
                <a:gridCol w="1936750"/>
                <a:gridCol w="2227263"/>
              </a:tblGrid>
              <a:tr h="3571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空心式</a:t>
                      </a:r>
                      <a:endParaRPr kumimoji="0" lang="zh-CN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华文中宋" panose="02010600040101010101" pitchFamily="2" charset="-122"/>
                        <a:ea typeface="华文中宋" panose="02010600040101010101" pitchFamily="2" charset="-122"/>
                      </a:endParaRPr>
                    </a:p>
                  </a:txBody>
                  <a:tcPr marL="0" marR="0" marT="0" marB="1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单环式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华文中宋" panose="02010600040101010101" pitchFamily="2" charset="-122"/>
                        <a:ea typeface="华文中宋" panose="0201060004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多环式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华文中宋" panose="02010600040101010101" pitchFamily="2" charset="-122"/>
                        <a:ea typeface="华文中宋" panose="0201060004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05581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华文中宋" panose="02010600040101010101" pitchFamily="2" charset="-122"/>
                        <a:ea typeface="华文中宋" panose="0201060004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0" marR="0" marT="0" marB="1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华文中宋" panose="02010600040101010101" pitchFamily="2" charset="-122"/>
                        <a:ea typeface="华文中宋" panose="0201060004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华文中宋" panose="02010600040101010101" pitchFamily="2" charset="-122"/>
                        <a:ea typeface="华文中宋" panose="0201060004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华文中宋" panose="02010600040101010101" pitchFamily="2" charset="-122"/>
                        <a:ea typeface="华文中宋" panose="02010600040101010101" pitchFamily="2" charset="-122"/>
                        <a:cs typeface="Calibri" panose="020F0502020204030204" pitchFamily="34" charset="0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1064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kumimoji="0" lang="en-US" altLang="zh-CN" sz="18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2</a:t>
                      </a: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由轴的结构设计拟定</a:t>
                      </a:r>
                      <a:r>
                        <a:rPr kumimoji="0" lang="en-US" altLang="zh-CN" sz="18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kumimoji="0" lang="en-US" altLang="zh-CN" sz="18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1</a:t>
                      </a: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=(0.4</a:t>
                      </a: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～</a:t>
                      </a: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0.6)</a:t>
                      </a:r>
                      <a:r>
                        <a:rPr kumimoji="0" lang="en-US" altLang="zh-CN" sz="18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kumimoji="0" lang="en-US" altLang="zh-CN" sz="18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2</a:t>
                      </a: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若结构上无限制，应取</a:t>
                      </a:r>
                      <a:r>
                        <a:rPr kumimoji="0" lang="en-US" altLang="zh-CN" sz="18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kumimoji="0" lang="en-US" altLang="zh-CN" sz="18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1</a:t>
                      </a: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=0.5</a:t>
                      </a:r>
                      <a:r>
                        <a:rPr kumimoji="0" lang="en-US" altLang="zh-CN" sz="18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kumimoji="0" lang="en-US" altLang="zh-CN" sz="18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2</a:t>
                      </a:r>
                      <a:endParaRPr kumimoji="0" lang="en-US" altLang="zh-CN" sz="1800" b="0" i="1" u="none" strike="noStrike" cap="none" normalizeH="0" baseline="-2500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华文中宋" panose="02010600040101010101" pitchFamily="2" charset="-122"/>
                        <a:ea typeface="华文中宋" panose="02010600040101010101" pitchFamily="2" charset="-122"/>
                      </a:endParaRPr>
                    </a:p>
                  </a:txBody>
                  <a:tcPr marL="0" marR="0" marT="0" marB="1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kumimoji="0" lang="en-US" altLang="zh-CN" sz="18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1</a:t>
                      </a: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、</a:t>
                      </a:r>
                      <a:r>
                        <a:rPr kumimoji="0" lang="en-US" altLang="zh-CN" sz="18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kumimoji="0" lang="en-US" altLang="zh-CN" sz="18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2</a:t>
                      </a: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由轴的结构设计拟定</a:t>
                      </a:r>
                      <a:endParaRPr kumimoji="0" lang="zh-CN" altLang="en-US" sz="1800" b="0" i="1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华文中宋" panose="02010600040101010101" pitchFamily="2" charset="-122"/>
                        <a:ea typeface="华文中宋" panose="0201060004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kumimoji="0" lang="zh-CN" alt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由轴的结构设计拟定</a:t>
                      </a:r>
                      <a:r>
                        <a:rPr kumimoji="0" lang="en-US" altLang="zh-CN" sz="1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kumimoji="0" lang="en-US" altLang="zh-CN" sz="1800" b="0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2</a:t>
                      </a:r>
                      <a:r>
                        <a:rPr kumimoji="0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=(1.2</a:t>
                      </a:r>
                      <a:r>
                        <a:rPr kumimoji="0" lang="zh-CN" alt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～</a:t>
                      </a:r>
                      <a:r>
                        <a:rPr kumimoji="0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1.6)</a:t>
                      </a:r>
                      <a:r>
                        <a:rPr kumimoji="0" lang="en-US" altLang="zh-CN" sz="1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d</a:t>
                      </a:r>
                      <a:endParaRPr kumimoji="0" lang="en-US" altLang="zh-CN" sz="1800" b="0" i="1" u="none" strike="noStrike" cap="none" normalizeH="0" baseline="0" dirty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华文中宋" panose="02010600040101010101" pitchFamily="2" charset="-122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kumimoji="0" lang="en-US" altLang="zh-CN" sz="1800" b="0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1</a:t>
                      </a:r>
                      <a:r>
                        <a:rPr kumimoji="0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=1.1</a:t>
                      </a:r>
                      <a:r>
                        <a:rPr kumimoji="0" lang="en-US" altLang="zh-CN" sz="1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d   </a:t>
                      </a:r>
                      <a:r>
                        <a:rPr kumimoji="0" lang="en-US" altLang="zh-CN" sz="1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h</a:t>
                      </a:r>
                      <a:r>
                        <a:rPr kumimoji="0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=(0.12</a:t>
                      </a:r>
                      <a:r>
                        <a:rPr kumimoji="0" lang="zh-CN" alt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～</a:t>
                      </a:r>
                      <a:r>
                        <a:rPr kumimoji="0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0.15)</a:t>
                      </a:r>
                      <a:r>
                        <a:rPr kumimoji="0" lang="en-US" altLang="zh-CN" sz="1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d</a:t>
                      </a:r>
                      <a:endParaRPr kumimoji="0" lang="en-US" altLang="zh-CN" sz="1800" b="0" i="1" u="none" strike="noStrike" cap="none" normalizeH="0" baseline="0" dirty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华文中宋" panose="02010600040101010101" pitchFamily="2" charset="-122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h</a:t>
                      </a:r>
                      <a:r>
                        <a:rPr kumimoji="0" lang="en-US" altLang="zh-CN" sz="1800" b="0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0</a:t>
                      </a:r>
                      <a:r>
                        <a:rPr kumimoji="0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=(2</a:t>
                      </a:r>
                      <a:r>
                        <a:rPr kumimoji="0" lang="zh-CN" alt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～</a:t>
                      </a:r>
                      <a:r>
                        <a:rPr kumimoji="0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3)</a:t>
                      </a:r>
                      <a:r>
                        <a:rPr kumimoji="0" lang="en-US" altLang="zh-CN" sz="1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h</a:t>
                      </a:r>
                      <a:endParaRPr kumimoji="0" lang="en-US" altLang="zh-CN" sz="1800" b="0" i="1" u="none" strike="noStrike" cap="none" normalizeH="0" baseline="0" dirty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华文中宋" panose="02010600040101010101" pitchFamily="2" charset="-122"/>
                        <a:ea typeface="华文中宋" panose="0201060004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</a:tr>
              <a:tr h="152241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sym typeface="+mn-ea"/>
                        </a:rPr>
                        <a:t>     </a:t>
                      </a:r>
                      <a:r>
                        <a:rPr kumimoji="0" lang="zh-CN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sym typeface="+mn-ea"/>
                        </a:rPr>
                        <a:t>空心式轴颈接触面上压力分布较均匀，润滑条件较实心式有所改善。</a:t>
                      </a:r>
                      <a:endParaRPr kumimoji="0" lang="zh-CN" altLang="zh-CN" sz="1800" b="0" i="1" u="none" strike="noStrike" cap="none" normalizeH="0" baseline="-2500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0" marR="0" marT="0" marB="1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sym typeface="+mn-ea"/>
                        </a:rPr>
                        <a:t>     </a:t>
                      </a:r>
                      <a:r>
                        <a:rPr kumimoji="0" lang="zh-CN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sym typeface="+mn-ea"/>
                        </a:rPr>
                        <a:t>单环式是利用轴颈的环形端面止推，而且可以利用纵向油槽输入润滑油，结构简单，润滑方便，广泛用于低速、轻载的场合。</a:t>
                      </a:r>
                      <a:endParaRPr kumimoji="0" lang="zh-CN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sym typeface="+mn-ea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sym typeface="Arial" panose="020B0604020202020204" pitchFamily="34" charset="0"/>
                        </a:rPr>
                        <a:t>     </a:t>
                      </a:r>
                      <a:r>
                        <a:rPr kumimoji="0" lang="zh-CN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sym typeface="Arial" panose="020B0604020202020204" pitchFamily="34" charset="0"/>
                        </a:rPr>
                        <a:t>多环式止推轴承不仅能承受较大的轴向载荷，有时还可承受双向轴向载荷。</a:t>
                      </a:r>
                      <a:endParaRPr kumimoji="0" lang="zh-CN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1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4304" name="文本框 1"/>
          <p:cNvSpPr txBox="1">
            <a:spLocks noChangeArrowheads="1"/>
          </p:cNvSpPr>
          <p:nvPr/>
        </p:nvSpPr>
        <p:spPr bwMode="auto">
          <a:xfrm>
            <a:off x="6786563" y="6457950"/>
            <a:ext cx="6921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 sz="2000">
                <a:hlinkClick r:id="rId5" action="ppaction://hlinksldjump"/>
              </a:rPr>
              <a:t>返回</a:t>
            </a:r>
            <a:endParaRPr lang="zh-CN" altLang="en-US" sz="2000"/>
          </a:p>
        </p:txBody>
      </p:sp>
      <p:pic>
        <p:nvPicPr>
          <p:cNvPr id="54305" name="Picture 37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8688" y="1643063"/>
            <a:ext cx="1185862" cy="1949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4306" name="Picture 38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1813" y="1643063"/>
            <a:ext cx="1450975" cy="190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4307" name="图片 15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3500" y="1643063"/>
            <a:ext cx="1357313" cy="1928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4308" name="图片 16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3750" y="1643063"/>
            <a:ext cx="1357313" cy="1928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4309" name="直接连接符 6"/>
          <p:cNvSpPr>
            <a:spLocks noChangeShapeType="1"/>
          </p:cNvSpPr>
          <p:nvPr/>
        </p:nvSpPr>
        <p:spPr bwMode="auto">
          <a:xfrm>
            <a:off x="0" y="765175"/>
            <a:ext cx="9144000" cy="0"/>
          </a:xfrm>
          <a:prstGeom prst="line">
            <a:avLst/>
          </a:prstGeom>
          <a:noFill/>
          <a:ln w="28575">
            <a:solidFill>
              <a:srgbClr val="C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249863" y="195263"/>
            <a:ext cx="3894137" cy="490537"/>
          </a:xfr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eaLnBrk="1" hangingPunct="1">
              <a:defRPr/>
            </a:pPr>
            <a:r>
              <a:rPr kumimoji="1" lang="zh-CN" altLang="en-US" sz="3000" kern="1200" dirty="0" smtClean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滑动轴承结构与材料</a:t>
            </a:r>
            <a:endParaRPr kumimoji="1" lang="zh-CN" altLang="en-US" sz="3000" kern="1200" dirty="0" smtClean="0">
              <a:solidFill>
                <a:srgbClr val="CC3300"/>
              </a:solidFill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pic>
        <p:nvPicPr>
          <p:cNvPr id="55299" name="Picture 75" descr="NEXT1">
            <a:hlinkClick r:id="" action="ppaction://hlinkshowjump?jump=nextslide"/>
          </p:cNvPr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42363" y="6523038"/>
            <a:ext cx="287337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5300" name="Picture 74" descr="back1">
            <a:hlinkClick r:id="" action="ppaction://hlinkshowjump?jump=previousslide"/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2788" y="6523038"/>
            <a:ext cx="287337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5301" name="Picture 73" descr="rewind1">
            <a:hlinkClick r:id="rId3" action="ppaction://hlinksldjump"/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4800" y="6523038"/>
            <a:ext cx="287338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5302" name="文本框 106"/>
          <p:cNvSpPr txBox="1">
            <a:spLocks noChangeArrowheads="1"/>
          </p:cNvSpPr>
          <p:nvPr/>
        </p:nvSpPr>
        <p:spPr bwMode="auto">
          <a:xfrm>
            <a:off x="2032000" y="736600"/>
            <a:ext cx="5080000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algn="ctr" eaLnBrk="1" hangingPunct="1"/>
            <a:r>
              <a:rPr lang="zh-CN" altLang="en-US" sz="2000">
                <a:solidFill>
                  <a:srgbClr val="000099"/>
                </a:solidFill>
                <a:latin typeface="华文中宋" panose="02010600040101010101" pitchFamily="2" charset="-122"/>
              </a:rPr>
              <a:t>常用金属轴承材料性能</a:t>
            </a:r>
            <a:endParaRPr lang="zh-CN" altLang="en-US" sz="2000">
              <a:solidFill>
                <a:srgbClr val="000099"/>
              </a:solidFill>
              <a:latin typeface="华文中宋" panose="02010600040101010101" pitchFamily="2" charset="-122"/>
            </a:endParaRPr>
          </a:p>
        </p:txBody>
      </p:sp>
      <p:graphicFrame>
        <p:nvGraphicFramePr>
          <p:cNvPr id="2" name="表格 -1"/>
          <p:cNvGraphicFramePr>
            <a:graphicFrameLocks noGrp="1"/>
          </p:cNvGraphicFramePr>
          <p:nvPr/>
        </p:nvGraphicFramePr>
        <p:xfrm>
          <a:off x="301625" y="1201738"/>
          <a:ext cx="8540750" cy="5099698"/>
        </p:xfrm>
        <a:graphic>
          <a:graphicData uri="http://schemas.openxmlformats.org/drawingml/2006/table">
            <a:tbl>
              <a:tblPr/>
              <a:tblGrid>
                <a:gridCol w="514350"/>
                <a:gridCol w="706438"/>
                <a:gridCol w="549275"/>
                <a:gridCol w="585787"/>
                <a:gridCol w="674688"/>
                <a:gridCol w="693737"/>
                <a:gridCol w="590550"/>
                <a:gridCol w="549275"/>
                <a:gridCol w="769938"/>
                <a:gridCol w="561975"/>
                <a:gridCol w="560387"/>
                <a:gridCol w="1784350"/>
              </a:tblGrid>
              <a:tr h="161925">
                <a:tc row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材料名称</a:t>
                      </a:r>
                      <a:endParaRPr kumimoji="0" lang="zh-CN" alt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71755" marR="71755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 </a:t>
                      </a:r>
                      <a:r>
                        <a:rPr kumimoji="0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材料牌号 </a:t>
                      </a:r>
                      <a:endParaRPr kumimoji="0" lang="zh-CN" alt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最大许用值</a:t>
                      </a:r>
                      <a:endParaRPr kumimoji="0" lang="en-US" altLang="zh-CN" sz="1400" b="0" i="0" u="none" strike="noStrike" cap="none" normalizeH="0" baseline="3000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 hMerge="1">
                  <a:tcPr/>
                </a:tc>
                <a:tc row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最高工作温度</a:t>
                      </a: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/℃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轴颈硬度</a:t>
                      </a: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/HBW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4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性能比较</a:t>
                      </a:r>
                      <a:endParaRPr kumimoji="0" lang="en-US" altLang="zh-CN" sz="1400" b="0" i="0" u="none" strike="noStrike" cap="none" normalizeH="0" baseline="3000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row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  </a:t>
                      </a:r>
                      <a:r>
                        <a:rPr kumimoji="0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备注</a:t>
                      </a:r>
                      <a:endParaRPr kumimoji="0" lang="zh-CN" alt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19125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[p]/(MPa)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[v]/(m/s)</a:t>
                      </a:r>
                      <a:endParaRPr kumimoji="0" lang="en-US" altLang="zh-CN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[</a:t>
                      </a:r>
                      <a:r>
                        <a:rPr kumimoji="0" lang="en-US" altLang="zh-CN" sz="1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pv</a:t>
                      </a:r>
                      <a:r>
                        <a:rPr kumimoji="0" lang="en-US" altLang="zh-CN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]/(</a:t>
                      </a:r>
                      <a:r>
                        <a:rPr kumimoji="0" lang="en-US" altLang="zh-CN" sz="1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MPa</a:t>
                      </a:r>
                      <a:r>
                        <a:rPr kumimoji="0" lang="zh-CN" alt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﹒</a:t>
                      </a:r>
                      <a:r>
                        <a:rPr kumimoji="0" lang="en-US" altLang="zh-CN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m/s)</a:t>
                      </a:r>
                      <a:endParaRPr kumimoji="0" lang="en-US" altLang="zh-CN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抗咬粘性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71755" marR="71755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顺应性、嵌入性</a:t>
                      </a:r>
                      <a:endParaRPr kumimoji="0" lang="zh-CN" alt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71755" marR="71755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耐蚀性</a:t>
                      </a:r>
                      <a:endParaRPr kumimoji="0" lang="zh-CN" alt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71755" marR="71755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疲劳强度</a:t>
                      </a:r>
                      <a:endParaRPr kumimoji="0" lang="zh-CN" alt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71755" marR="71755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/>
                </a:tc>
              </a:tr>
              <a:tr h="122238">
                <a:tc rowSpan="4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锡基轴承合金</a:t>
                      </a:r>
                      <a:endParaRPr kumimoji="0" lang="zh-CN" alt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71755" marR="71755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ZSnSb11Cu6ZSnSb8Cu4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平稳载荷</a:t>
                      </a:r>
                      <a:endParaRPr kumimoji="0" lang="zh-CN" alt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 hMerge="1">
                  <a:tcPr/>
                </a:tc>
                <a:tc rowSpan="4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  150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  150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  1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  1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  1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  5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用于高速、重载下工作的重要轴承，变载荷下易于疲劳，价格高</a:t>
                      </a:r>
                      <a:endParaRPr kumimoji="0" lang="zh-CN" alt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3675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25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80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20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</a:tr>
              <a:tr h="131763">
                <a:tc vMerge="1">
                  <a:tcPr/>
                </a:tc>
                <a:tc vMerge="1">
                  <a:tcPr/>
                </a:tc>
                <a:tc gridSpan="3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冲击载荷</a:t>
                      </a:r>
                      <a:endParaRPr kumimoji="0" lang="zh-CN" alt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 h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</a:tr>
              <a:tr h="161925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20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60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15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</a:tr>
              <a:tr h="228600">
                <a:tc row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铅基轴承合金</a:t>
                      </a:r>
                      <a:endParaRPr kumimoji="0" lang="zh-CN" alt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71755" marR="71755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ZPbSb16Sn16Cu2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15</a:t>
                      </a:r>
                      <a:endParaRPr kumimoji="0" lang="en-US" altLang="zh-CN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12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10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150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150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1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1</a:t>
                      </a:r>
                      <a:endParaRPr kumimoji="0" lang="en-US" altLang="zh-CN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3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5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用于中速、中等载荷的轴承，不宜受显著冲击。可作为锡锑轴承合金的代用品</a:t>
                      </a:r>
                      <a:endParaRPr kumimoji="0" lang="zh-CN" alt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7338">
                <a:tc vMerge="1"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ZPbSb15Sn10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20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15</a:t>
                      </a:r>
                      <a:endParaRPr kumimoji="0" lang="en-US" altLang="zh-CN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15</a:t>
                      </a:r>
                      <a:endParaRPr kumimoji="0" lang="en-US" altLang="zh-CN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</a:tr>
              <a:tr h="169863">
                <a:tc row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锡青铜</a:t>
                      </a:r>
                      <a:endParaRPr kumimoji="0" lang="zh-CN" alt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ZCuSn10P1 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15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10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15</a:t>
                      </a:r>
                      <a:endParaRPr kumimoji="0" lang="en-US" altLang="zh-CN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  280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 300</a:t>
                      </a:r>
                      <a:r>
                        <a:rPr kumimoji="0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～</a:t>
                      </a: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400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  3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  5</a:t>
                      </a:r>
                      <a:endParaRPr kumimoji="0" lang="en-US" altLang="zh-CN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  1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  1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用于中速、重载及受变载荷的轴承</a:t>
                      </a:r>
                      <a:endParaRPr kumimoji="0" lang="zh-CN" alt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4325">
                <a:tc vMerge="1"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ZCuSn5Pb5Zn5 </a:t>
                      </a:r>
                      <a:endParaRPr kumimoji="0" lang="en-US" altLang="zh-CN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8</a:t>
                      </a:r>
                      <a:endParaRPr kumimoji="0" lang="en-US" altLang="zh-CN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3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15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用于中速、中载的轴承</a:t>
                      </a:r>
                      <a:endParaRPr kumimoji="0" lang="zh-CN" alt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238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铅青铜</a:t>
                      </a:r>
                      <a:endParaRPr kumimoji="0" lang="zh-CN" alt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71755" marR="71755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ZCuPb30 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25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12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30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280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300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3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4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4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2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用于高速、重载轴承，能承受变载和冲击</a:t>
                      </a:r>
                      <a:endParaRPr kumimoji="0" lang="zh-CN" alt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465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铝青铜</a:t>
                      </a:r>
                      <a:endParaRPr kumimoji="0" lang="zh-CN" alt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71755" marR="71755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ZCuAl10Fe3 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15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4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12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280</a:t>
                      </a:r>
                      <a:endParaRPr kumimoji="0" lang="en-US" altLang="zh-CN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300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5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5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5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2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最宜用于润滑充分的低速重载轴承</a:t>
                      </a:r>
                      <a:endParaRPr kumimoji="0" lang="zh-CN" alt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耐磨铸铁</a:t>
                      </a:r>
                      <a:endParaRPr kumimoji="0" lang="zh-CN" alt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71755" marR="71755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HT300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0.1</a:t>
                      </a:r>
                      <a:r>
                        <a:rPr kumimoji="0" lang="zh-CN" alt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～</a:t>
                      </a:r>
                      <a:r>
                        <a:rPr kumimoji="0" lang="en-US" altLang="zh-CN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6</a:t>
                      </a:r>
                      <a:endParaRPr kumimoji="0" lang="en-US" altLang="zh-CN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0.75</a:t>
                      </a:r>
                      <a:r>
                        <a:rPr kumimoji="0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～</a:t>
                      </a: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3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0.3</a:t>
                      </a:r>
                      <a:r>
                        <a:rPr kumimoji="0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～</a:t>
                      </a: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4.5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150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&lt;150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4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5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1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1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宜用于低速、轻载的不重要轴承，价廉</a:t>
                      </a:r>
                      <a:endParaRPr kumimoji="0" lang="zh-CN" alt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56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灰铸铁</a:t>
                      </a:r>
                      <a:endParaRPr kumimoji="0" lang="zh-CN" alt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71755" marR="71755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HT150</a:t>
                      </a:r>
                      <a:r>
                        <a:rPr kumimoji="0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～</a:t>
                      </a: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HT250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0.1</a:t>
                      </a:r>
                      <a:r>
                        <a:rPr kumimoji="0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～</a:t>
                      </a: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4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0.5</a:t>
                      </a:r>
                      <a:r>
                        <a:rPr kumimoji="0" lang="zh-CN" alt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～</a:t>
                      </a: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2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—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—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—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4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5</a:t>
                      </a:r>
                      <a:endParaRPr kumimoji="0" lang="en-US" altLang="zh-CN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1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11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9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6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1</a:t>
                      </a:r>
                      <a:endParaRPr kumimoji="0" lang="en-US" altLang="zh-CN" sz="1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53A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/>
                </a:tc>
              </a:tr>
            </a:tbl>
          </a:graphicData>
        </a:graphic>
      </p:graphicFrame>
      <p:sp>
        <p:nvSpPr>
          <p:cNvPr id="55449" name="文本框 1"/>
          <p:cNvSpPr txBox="1">
            <a:spLocks noChangeArrowheads="1"/>
          </p:cNvSpPr>
          <p:nvPr/>
        </p:nvSpPr>
        <p:spPr bwMode="auto">
          <a:xfrm>
            <a:off x="5068888" y="6372225"/>
            <a:ext cx="83026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 sz="2000">
                <a:hlinkClick r:id="rId3" action="ppaction://hlinksldjump"/>
              </a:rPr>
              <a:t>返回</a:t>
            </a:r>
            <a:r>
              <a:rPr lang="en-US" altLang="zh-CN" sz="2000">
                <a:hlinkClick r:id="rId3" action="ppaction://hlinksldjump"/>
              </a:rPr>
              <a:t>1</a:t>
            </a:r>
            <a:endParaRPr lang="en-US" altLang="zh-CN" sz="2000">
              <a:hlinkClick r:id="rId3" action="ppaction://hlinksldjump"/>
            </a:endParaRPr>
          </a:p>
        </p:txBody>
      </p:sp>
      <p:sp>
        <p:nvSpPr>
          <p:cNvPr id="55450" name="文本框 1"/>
          <p:cNvSpPr txBox="1">
            <a:spLocks noChangeArrowheads="1"/>
          </p:cNvSpPr>
          <p:nvPr/>
        </p:nvSpPr>
        <p:spPr bwMode="auto">
          <a:xfrm>
            <a:off x="6503988" y="6372225"/>
            <a:ext cx="83026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 sz="2000">
                <a:hlinkClick r:id="rId5" action="ppaction://hlinksldjump"/>
              </a:rPr>
              <a:t>返回</a:t>
            </a:r>
            <a:r>
              <a:rPr lang="en-US" altLang="zh-CN" sz="2000">
                <a:hlinkClick r:id="rId5" action="ppaction://hlinksldjump"/>
              </a:rPr>
              <a:t>2</a:t>
            </a:r>
            <a:endParaRPr lang="en-US" altLang="zh-CN" sz="2000">
              <a:hlinkClick r:id="rId5" action="ppaction://hlinksldjump"/>
            </a:endParaRPr>
          </a:p>
        </p:txBody>
      </p:sp>
      <p:sp>
        <p:nvSpPr>
          <p:cNvPr id="55451" name="直接连接符 6"/>
          <p:cNvSpPr>
            <a:spLocks noChangeShapeType="1"/>
          </p:cNvSpPr>
          <p:nvPr/>
        </p:nvSpPr>
        <p:spPr bwMode="auto">
          <a:xfrm>
            <a:off x="0" y="765175"/>
            <a:ext cx="9144000" cy="0"/>
          </a:xfrm>
          <a:prstGeom prst="line">
            <a:avLst/>
          </a:prstGeom>
          <a:noFill/>
          <a:ln w="28575">
            <a:solidFill>
              <a:srgbClr val="C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6"/>
          <p:cNvSpPr>
            <a:spLocks noChangeArrowheads="1"/>
          </p:cNvSpPr>
          <p:nvPr/>
        </p:nvSpPr>
        <p:spPr bwMode="auto">
          <a:xfrm>
            <a:off x="0" y="-215900"/>
            <a:ext cx="182563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endParaRPr lang="zh-CN" altLang="en-US">
              <a:solidFill>
                <a:srgbClr val="000099"/>
              </a:solidFill>
            </a:endParaRPr>
          </a:p>
        </p:txBody>
      </p:sp>
      <p:sp>
        <p:nvSpPr>
          <p:cNvPr id="56323" name="Rectangle 8"/>
          <p:cNvSpPr>
            <a:spLocks noChangeArrowheads="1"/>
          </p:cNvSpPr>
          <p:nvPr/>
        </p:nvSpPr>
        <p:spPr bwMode="auto">
          <a:xfrm>
            <a:off x="0" y="-215900"/>
            <a:ext cx="182563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endParaRPr lang="zh-CN" altLang="en-US">
              <a:solidFill>
                <a:srgbClr val="000099"/>
              </a:solidFill>
            </a:endParaRPr>
          </a:p>
        </p:txBody>
      </p:sp>
      <p:sp>
        <p:nvSpPr>
          <p:cNvPr id="3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070225" y="214313"/>
            <a:ext cx="6073775" cy="490537"/>
          </a:xfr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eaLnBrk="1" hangingPunct="1">
              <a:defRPr/>
            </a:pPr>
            <a:r>
              <a:rPr kumimoji="1" lang="zh-CN" altLang="en-US" sz="3000" kern="1200" dirty="0" smtClean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不完全液体润滑滑动轴承设计计算</a:t>
            </a:r>
            <a:endParaRPr kumimoji="1" lang="zh-CN" altLang="en-US" sz="3000" kern="1200" dirty="0" smtClean="0">
              <a:solidFill>
                <a:srgbClr val="CC3300"/>
              </a:solidFill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pic>
        <p:nvPicPr>
          <p:cNvPr id="56325" name="Picture 75" descr="NEXT1">
            <a:hlinkClick r:id="" action="ppaction://hlinkshowjump?jump=nextslide"/>
          </p:cNvPr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42363" y="6523038"/>
            <a:ext cx="287337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6326" name="Picture 74" descr="back1">
            <a:hlinkClick r:id="" action="ppaction://hlinkshowjump?jump=previousslide"/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2788" y="6523038"/>
            <a:ext cx="287337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6327" name="Picture 73" descr="rewind1">
            <a:hlinkClick r:id="rId3" action="ppaction://hlinksldjump"/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4800" y="6523038"/>
            <a:ext cx="287338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6328" name="文本框 106"/>
          <p:cNvSpPr txBox="1">
            <a:spLocks noChangeArrowheads="1"/>
          </p:cNvSpPr>
          <p:nvPr/>
        </p:nvSpPr>
        <p:spPr bwMode="auto">
          <a:xfrm>
            <a:off x="2032000" y="987425"/>
            <a:ext cx="5080000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algn="ctr" eaLnBrk="1" hangingPunct="1"/>
            <a:r>
              <a:rPr lang="zh-CN" altLang="en-US" sz="2000">
                <a:solidFill>
                  <a:srgbClr val="000099"/>
                </a:solidFill>
                <a:latin typeface="Times New Roman" panose="02020603050405020304" pitchFamily="18" charset="0"/>
              </a:rPr>
              <a:t>止推滑动轴承的</a:t>
            </a:r>
            <a:r>
              <a:rPr lang="en-US" altLang="zh-CN" sz="2000">
                <a:solidFill>
                  <a:srgbClr val="000099"/>
                </a:solidFill>
                <a:latin typeface="Times New Roman" panose="02020603050405020304" pitchFamily="18" charset="0"/>
              </a:rPr>
              <a:t>[</a:t>
            </a:r>
            <a:r>
              <a:rPr lang="en-US" altLang="zh-CN" sz="2000" i="1">
                <a:solidFill>
                  <a:srgbClr val="000099"/>
                </a:solidFill>
                <a:latin typeface="Times New Roman" panose="02020603050405020304" pitchFamily="18" charset="0"/>
              </a:rPr>
              <a:t>p</a:t>
            </a:r>
            <a:r>
              <a:rPr lang="en-US" altLang="zh-CN" sz="2000">
                <a:solidFill>
                  <a:srgbClr val="000099"/>
                </a:solidFill>
                <a:latin typeface="Times New Roman" panose="02020603050405020304" pitchFamily="18" charset="0"/>
              </a:rPr>
              <a:t>]</a:t>
            </a:r>
            <a:r>
              <a:rPr lang="zh-CN" altLang="en-US" sz="2000">
                <a:solidFill>
                  <a:srgbClr val="000099"/>
                </a:solidFill>
                <a:latin typeface="Times New Roman" panose="02020603050405020304" pitchFamily="18" charset="0"/>
              </a:rPr>
              <a:t>、</a:t>
            </a:r>
            <a:r>
              <a:rPr lang="en-US" altLang="zh-CN" sz="2000">
                <a:solidFill>
                  <a:srgbClr val="000099"/>
                </a:solidFill>
                <a:latin typeface="Times New Roman" panose="02020603050405020304" pitchFamily="18" charset="0"/>
              </a:rPr>
              <a:t>[</a:t>
            </a:r>
            <a:r>
              <a:rPr lang="en-US" altLang="zh-CN" sz="2000" i="1">
                <a:solidFill>
                  <a:srgbClr val="000099"/>
                </a:solidFill>
                <a:latin typeface="Times New Roman" panose="02020603050405020304" pitchFamily="18" charset="0"/>
              </a:rPr>
              <a:t>pv</a:t>
            </a:r>
            <a:r>
              <a:rPr lang="en-US" altLang="zh-CN" sz="2000">
                <a:solidFill>
                  <a:srgbClr val="000099"/>
                </a:solidFill>
                <a:latin typeface="Times New Roman" panose="02020603050405020304" pitchFamily="18" charset="0"/>
              </a:rPr>
              <a:t>]</a:t>
            </a:r>
            <a:r>
              <a:rPr lang="zh-CN" altLang="en-US" sz="2000">
                <a:solidFill>
                  <a:srgbClr val="000099"/>
                </a:solidFill>
                <a:latin typeface="Times New Roman" panose="02020603050405020304" pitchFamily="18" charset="0"/>
              </a:rPr>
              <a:t>值</a:t>
            </a:r>
            <a:endParaRPr lang="zh-CN" altLang="en-US" sz="2000">
              <a:solidFill>
                <a:srgbClr val="000099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1016000" y="1652588"/>
          <a:ext cx="7110413" cy="3398837"/>
        </p:xfrm>
        <a:graphic>
          <a:graphicData uri="http://schemas.openxmlformats.org/drawingml/2006/table">
            <a:tbl>
              <a:tblPr/>
              <a:tblGrid>
                <a:gridCol w="1878013"/>
                <a:gridCol w="1619250"/>
                <a:gridCol w="1719262"/>
                <a:gridCol w="1893888"/>
              </a:tblGrid>
              <a:tr h="7540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轴（轴环端面、凸缘）</a:t>
                      </a:r>
                      <a:endParaRPr kumimoji="0" lang="zh-CN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华文中宋" panose="02010600040101010101" pitchFamily="2" charset="-122"/>
                        <a:ea typeface="华文中宋" panose="02010600040101010101" pitchFamily="2" charset="-122"/>
                      </a:endParaRPr>
                    </a:p>
                  </a:txBody>
                  <a:tcPr marL="0" marR="0" marT="0" marB="1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轴承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华文中宋" panose="02010600040101010101" pitchFamily="2" charset="-122"/>
                        <a:ea typeface="华文中宋" panose="0201060004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[</a:t>
                      </a:r>
                      <a:r>
                        <a:rPr kumimoji="0" lang="en-US" altLang="zh-CN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p</a:t>
                      </a: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]/MPa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华文中宋" panose="02010600040101010101" pitchFamily="2" charset="-122"/>
                        <a:ea typeface="华文中宋" panose="0201060004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[</a:t>
                      </a:r>
                      <a:r>
                        <a:rPr kumimoji="0" lang="en-US" altLang="zh-CN" sz="2000" b="0" i="1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pv</a:t>
                      </a: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]/(</a:t>
                      </a:r>
                      <a:r>
                        <a:rPr kumimoji="0" lang="en-US" altLang="zh-CN" sz="2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MPa</a:t>
                      </a:r>
                      <a:r>
                        <a:rPr kumimoji="0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﹒</a:t>
                      </a: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m/s)</a:t>
                      </a:r>
                      <a:endParaRPr kumimoji="0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华文中宋" panose="02010600040101010101" pitchFamily="2" charset="-122"/>
                        <a:ea typeface="华文中宋" panose="0201060004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32238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未淬火钢</a:t>
                      </a:r>
                      <a:endParaRPr kumimoji="0" lang="zh-CN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华文中宋" panose="02010600040101010101" pitchFamily="2" charset="-122"/>
                        <a:ea typeface="华文中宋" panose="02010600040101010101" pitchFamily="2" charset="-122"/>
                      </a:endParaRPr>
                    </a:p>
                  </a:txBody>
                  <a:tcPr marL="0" marR="0" marT="0" marB="1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铸铁</a:t>
                      </a:r>
                      <a:endParaRPr kumimoji="0" lang="zh-CN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华文中宋" panose="02010600040101010101" pitchFamily="2" charset="-122"/>
                        <a:ea typeface="华文中宋" panose="0201060004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青铜</a:t>
                      </a:r>
                      <a:endParaRPr kumimoji="0" lang="zh-CN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华文中宋" panose="02010600040101010101" pitchFamily="2" charset="-122"/>
                        <a:ea typeface="华文中宋" panose="0201060004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轴承合金</a:t>
                      </a:r>
                      <a:endParaRPr kumimoji="0" lang="zh-CN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华文中宋" panose="02010600040101010101" pitchFamily="2" charset="-122"/>
                        <a:ea typeface="华文中宋" panose="0201060004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2.0~2.5</a:t>
                      </a:r>
                      <a:endParaRPr kumimoji="0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华文中宋" panose="02010600040101010101" pitchFamily="2" charset="-122"/>
                        <a:ea typeface="华文中宋" panose="0201060004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4.0~5.0</a:t>
                      </a:r>
                      <a:endParaRPr kumimoji="0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华文中宋" panose="02010600040101010101" pitchFamily="2" charset="-122"/>
                        <a:ea typeface="华文中宋" panose="0201060004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5.0~6.0</a:t>
                      </a:r>
                      <a:endParaRPr kumimoji="0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华文中宋" panose="02010600040101010101" pitchFamily="2" charset="-122"/>
                        <a:ea typeface="华文中宋" panose="0201060004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1~2.5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华文中宋" panose="02010600040101010101" pitchFamily="2" charset="-122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32238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淬火钢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华文中宋" panose="02010600040101010101" pitchFamily="2" charset="-122"/>
                        <a:ea typeface="华文中宋" panose="02010600040101010101" pitchFamily="2" charset="-122"/>
                      </a:endParaRPr>
                    </a:p>
                  </a:txBody>
                  <a:tcPr marL="0" marR="0" marT="0" marB="1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青铜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华文中宋" panose="02010600040101010101" pitchFamily="2" charset="-122"/>
                        <a:ea typeface="华文中宋" panose="0201060004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轴承合金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华文中宋" panose="02010600040101010101" pitchFamily="2" charset="-122"/>
                        <a:ea typeface="华文中宋" panose="0201060004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淬火钢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华文中宋" panose="02010600040101010101" pitchFamily="2" charset="-122"/>
                        <a:ea typeface="华文中宋" panose="0201060004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7.5~8.0</a:t>
                      </a:r>
                      <a:endParaRPr kumimoji="0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华文中宋" panose="02010600040101010101" pitchFamily="2" charset="-122"/>
                        <a:ea typeface="华文中宋" panose="0201060004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8.0~9.0</a:t>
                      </a:r>
                      <a:endParaRPr kumimoji="0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华文中宋" panose="02010600040101010101" pitchFamily="2" charset="-122"/>
                        <a:ea typeface="华文中宋" panose="0201060004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12~15</a:t>
                      </a:r>
                      <a:endParaRPr kumimoji="0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华文中宋" panose="02010600040101010101" pitchFamily="2" charset="-122"/>
                        <a:ea typeface="华文中宋" panose="0201060004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1~2.5</a:t>
                      </a:r>
                      <a:endParaRPr kumimoji="0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latin typeface="华文中宋" panose="02010600040101010101" pitchFamily="2" charset="-122"/>
                        <a:ea typeface="华文中宋" panose="02010600040101010101" pitchFamily="2" charset="-122"/>
                      </a:endParaRPr>
                    </a:p>
                  </a:txBody>
                  <a:tcPr marL="0" marR="0" marT="0" marB="1" anchor="ctr" horzOverflow="overflow">
                    <a:lnL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8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6351" name="文本框 1"/>
          <p:cNvSpPr txBox="1">
            <a:spLocks noChangeArrowheads="1"/>
          </p:cNvSpPr>
          <p:nvPr/>
        </p:nvSpPr>
        <p:spPr bwMode="auto">
          <a:xfrm>
            <a:off x="6791325" y="6086475"/>
            <a:ext cx="6921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 sz="2000">
                <a:hlinkClick r:id="rId5" action="ppaction://hlinksldjump"/>
              </a:rPr>
              <a:t>返回</a:t>
            </a:r>
            <a:endParaRPr lang="zh-CN" altLang="en-US" sz="2000"/>
          </a:p>
        </p:txBody>
      </p:sp>
      <p:sp>
        <p:nvSpPr>
          <p:cNvPr id="56352" name="直接连接符 6"/>
          <p:cNvSpPr>
            <a:spLocks noChangeShapeType="1"/>
          </p:cNvSpPr>
          <p:nvPr/>
        </p:nvSpPr>
        <p:spPr bwMode="auto">
          <a:xfrm>
            <a:off x="0" y="765175"/>
            <a:ext cx="9144000" cy="0"/>
          </a:xfrm>
          <a:prstGeom prst="line">
            <a:avLst/>
          </a:prstGeom>
          <a:noFill/>
          <a:ln w="28575">
            <a:solidFill>
              <a:srgbClr val="C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>
    <p:blinds/>
  </p:transition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852738" y="214313"/>
            <a:ext cx="6291262" cy="490537"/>
          </a:xfr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eaLnBrk="1" hangingPunct="1">
              <a:defRPr/>
            </a:pPr>
            <a:r>
              <a:rPr kumimoji="1" lang="zh-CN" altLang="en-US" sz="3000" kern="1200" dirty="0" smtClean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液体动力润滑径向滑动轴承设计计算</a:t>
            </a:r>
            <a:endParaRPr kumimoji="1" lang="zh-CN" altLang="en-US" sz="3000" kern="1200" dirty="0" smtClean="0">
              <a:solidFill>
                <a:srgbClr val="CC3300"/>
              </a:solidFill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7347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7348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7349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7350" name="Rectangle 2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7352" name="矩形 24"/>
          <p:cNvSpPr>
            <a:spLocks noChangeArrowheads="1"/>
          </p:cNvSpPr>
          <p:nvPr/>
        </p:nvSpPr>
        <p:spPr bwMode="auto">
          <a:xfrm>
            <a:off x="3429000" y="1000125"/>
            <a:ext cx="24923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 sz="2000" dirty="0">
                <a:solidFill>
                  <a:srgbClr val="000099"/>
                </a:solidFill>
              </a:rPr>
              <a:t>润滑油流量系数线图</a:t>
            </a:r>
            <a:endParaRPr lang="zh-CN" altLang="en-US" sz="2000" dirty="0">
              <a:solidFill>
                <a:srgbClr val="000099"/>
              </a:solidFill>
            </a:endParaRPr>
          </a:p>
        </p:txBody>
      </p:sp>
      <p:sp>
        <p:nvSpPr>
          <p:cNvPr id="57353" name="矩形 25"/>
          <p:cNvSpPr>
            <a:spLocks noChangeArrowheads="1"/>
          </p:cNvSpPr>
          <p:nvPr/>
        </p:nvSpPr>
        <p:spPr bwMode="auto">
          <a:xfrm>
            <a:off x="8001000" y="6357938"/>
            <a:ext cx="7858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200">
                <a:solidFill>
                  <a:schemeClr val="tx1"/>
                </a:solidFill>
                <a:latin typeface="Tahoma" panose="020B060403050404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 sz="2000">
                <a:solidFill>
                  <a:srgbClr val="000099"/>
                </a:solidFill>
                <a:hlinkClick r:id="rId1" action="ppaction://hlinksldjump"/>
              </a:rPr>
              <a:t>返回</a:t>
            </a:r>
            <a:endParaRPr lang="zh-CN" altLang="en-US" sz="2000">
              <a:solidFill>
                <a:srgbClr val="000099"/>
              </a:solidFill>
            </a:endParaRPr>
          </a:p>
        </p:txBody>
      </p:sp>
      <p:sp>
        <p:nvSpPr>
          <p:cNvPr id="57354" name="直接连接符 6"/>
          <p:cNvSpPr>
            <a:spLocks noChangeShapeType="1"/>
          </p:cNvSpPr>
          <p:nvPr/>
        </p:nvSpPr>
        <p:spPr bwMode="auto">
          <a:xfrm>
            <a:off x="0" y="765175"/>
            <a:ext cx="9144000" cy="0"/>
          </a:xfrm>
          <a:prstGeom prst="line">
            <a:avLst/>
          </a:prstGeom>
          <a:noFill/>
          <a:ln w="28575">
            <a:solidFill>
              <a:srgbClr val="C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3" name="组合 2"/>
          <p:cNvGrpSpPr/>
          <p:nvPr/>
        </p:nvGrpSpPr>
        <p:grpSpPr>
          <a:xfrm>
            <a:off x="285750" y="1643063"/>
            <a:ext cx="7791450" cy="4809004"/>
            <a:chOff x="285750" y="1643063"/>
            <a:chExt cx="7791450" cy="4809004"/>
          </a:xfrm>
        </p:grpSpPr>
        <p:pic>
          <p:nvPicPr>
            <p:cNvPr id="57351" name="Picture 8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5750" y="1643063"/>
              <a:ext cx="7791450" cy="47323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" name="文本框 1"/>
                <p:cNvSpPr txBox="1"/>
                <p:nvPr/>
              </p:nvSpPr>
              <p:spPr>
                <a:xfrm>
                  <a:off x="4499995" y="6021180"/>
                  <a:ext cx="360025" cy="430887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i="1" smtClean="0">
                            <a:latin typeface="Cambria Math" panose="02040503050406030204" pitchFamily="18" charset="0"/>
                          </a:rPr>
                          <m:t>𝜀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2" name="文本框 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99995" y="6021180"/>
                  <a:ext cx="360025" cy="430887"/>
                </a:xfrm>
                <a:prstGeom prst="rect">
                  <a:avLst/>
                </a:prstGeom>
                <a:blipFill rotWithShape="1">
                  <a:blip r:embed="rId3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</p:cSld>
  <p:clrMapOvr>
    <a:masterClrMapping/>
  </p:clrMapOvr>
  <p:transition>
    <p:blinds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lueprint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0000FF"/>
      </a:hlink>
      <a:folHlink>
        <a:srgbClr val="3333FF"/>
      </a:folHlink>
    </a:clrScheme>
    <a:fontScheme name="Blueprint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0000" tIns="46800" rIns="90000" bIns="4680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华文中宋" panose="0201060004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0000" tIns="46800" rIns="90000" bIns="4680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华文中宋" panose="02010600040101010101" pitchFamily="2" charset="-122"/>
          </a:defRPr>
        </a:defPPr>
      </a:lstStyle>
    </a:lnDef>
  </a:objectDefaults>
  <a:extraClrSchemeLst>
    <a:extraClrScheme>
      <a:clrScheme name="Blueprint 1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2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3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4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4AF5D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5">
        <a:dk1>
          <a:srgbClr val="000000"/>
        </a:dk1>
        <a:lt1>
          <a:srgbClr val="FFFFFF"/>
        </a:lt1>
        <a:dk2>
          <a:srgbClr val="003366"/>
        </a:dk2>
        <a:lt2>
          <a:srgbClr val="CCFFCC"/>
        </a:lt2>
        <a:accent1>
          <a:srgbClr val="006699"/>
        </a:accent1>
        <a:accent2>
          <a:srgbClr val="009999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99CC"/>
        </a:hlink>
        <a:folHlink>
          <a:srgbClr val="0045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6">
        <a:dk1>
          <a:srgbClr val="000000"/>
        </a:dk1>
        <a:lt1>
          <a:srgbClr val="FFFFFF"/>
        </a:lt1>
        <a:dk2>
          <a:srgbClr val="004A48"/>
        </a:dk2>
        <a:lt2>
          <a:srgbClr val="33CCCC"/>
        </a:lt2>
        <a:accent1>
          <a:srgbClr val="006699"/>
        </a:accent1>
        <a:accent2>
          <a:srgbClr val="009999"/>
        </a:accent2>
        <a:accent3>
          <a:srgbClr val="AAB1B1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CC99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7">
        <a:dk1>
          <a:srgbClr val="000000"/>
        </a:dk1>
        <a:lt1>
          <a:srgbClr val="FFFFFF"/>
        </a:lt1>
        <a:dk2>
          <a:srgbClr val="333300"/>
        </a:dk2>
        <a:lt2>
          <a:srgbClr val="FFFFCC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808000"/>
        </a:hlink>
        <a:folHlink>
          <a:srgbClr val="525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8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3"/>
        </a:accent5>
        <a:accent6>
          <a:srgbClr val="73B0B5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Blueprint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0000FF"/>
      </a:hlink>
      <a:folHlink>
        <a:srgbClr val="3333FF"/>
      </a:folHlink>
    </a:clrScheme>
    <a:fontScheme name="Blueprint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0000" tIns="46800" rIns="90000" bIns="4680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华文中宋" panose="0201060004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0000" tIns="46800" rIns="90000" bIns="4680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华文中宋" panose="02010600040101010101" pitchFamily="2" charset="-122"/>
          </a:defRPr>
        </a:defPPr>
      </a:lstStyle>
    </a:lnDef>
  </a:objectDefaults>
  <a:extraClrSchemeLst>
    <a:extraClrScheme>
      <a:clrScheme name="Blueprint 1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2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3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4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4AF5D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5">
        <a:dk1>
          <a:srgbClr val="000000"/>
        </a:dk1>
        <a:lt1>
          <a:srgbClr val="FFFFFF"/>
        </a:lt1>
        <a:dk2>
          <a:srgbClr val="003366"/>
        </a:dk2>
        <a:lt2>
          <a:srgbClr val="CCFFCC"/>
        </a:lt2>
        <a:accent1>
          <a:srgbClr val="006699"/>
        </a:accent1>
        <a:accent2>
          <a:srgbClr val="009999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99CC"/>
        </a:hlink>
        <a:folHlink>
          <a:srgbClr val="0045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6">
        <a:dk1>
          <a:srgbClr val="000000"/>
        </a:dk1>
        <a:lt1>
          <a:srgbClr val="FFFFFF"/>
        </a:lt1>
        <a:dk2>
          <a:srgbClr val="004A48"/>
        </a:dk2>
        <a:lt2>
          <a:srgbClr val="33CCCC"/>
        </a:lt2>
        <a:accent1>
          <a:srgbClr val="006699"/>
        </a:accent1>
        <a:accent2>
          <a:srgbClr val="009999"/>
        </a:accent2>
        <a:accent3>
          <a:srgbClr val="AAB1B1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CC99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7">
        <a:dk1>
          <a:srgbClr val="000000"/>
        </a:dk1>
        <a:lt1>
          <a:srgbClr val="FFFFFF"/>
        </a:lt1>
        <a:dk2>
          <a:srgbClr val="333300"/>
        </a:dk2>
        <a:lt2>
          <a:srgbClr val="FFFFCC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808000"/>
        </a:hlink>
        <a:folHlink>
          <a:srgbClr val="525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8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3"/>
        </a:accent5>
        <a:accent6>
          <a:srgbClr val="73B0B5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8_Blueprint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0000FF"/>
      </a:hlink>
      <a:folHlink>
        <a:srgbClr val="3333FF"/>
      </a:folHlink>
    </a:clrScheme>
    <a:fontScheme name="Blueprint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0000" tIns="46800" rIns="90000" bIns="4680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华文中宋" panose="0201060004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0000" tIns="46800" rIns="90000" bIns="4680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华文中宋" panose="02010600040101010101" pitchFamily="2" charset="-122"/>
          </a:defRPr>
        </a:defPPr>
      </a:lstStyle>
    </a:lnDef>
  </a:objectDefaults>
  <a:extraClrSchemeLst>
    <a:extraClrScheme>
      <a:clrScheme name="Blueprint 1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2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3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4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4AF5D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5">
        <a:dk1>
          <a:srgbClr val="000000"/>
        </a:dk1>
        <a:lt1>
          <a:srgbClr val="FFFFFF"/>
        </a:lt1>
        <a:dk2>
          <a:srgbClr val="003366"/>
        </a:dk2>
        <a:lt2>
          <a:srgbClr val="CCFFCC"/>
        </a:lt2>
        <a:accent1>
          <a:srgbClr val="006699"/>
        </a:accent1>
        <a:accent2>
          <a:srgbClr val="009999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99CC"/>
        </a:hlink>
        <a:folHlink>
          <a:srgbClr val="0045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6">
        <a:dk1>
          <a:srgbClr val="000000"/>
        </a:dk1>
        <a:lt1>
          <a:srgbClr val="FFFFFF"/>
        </a:lt1>
        <a:dk2>
          <a:srgbClr val="004A48"/>
        </a:dk2>
        <a:lt2>
          <a:srgbClr val="33CCCC"/>
        </a:lt2>
        <a:accent1>
          <a:srgbClr val="006699"/>
        </a:accent1>
        <a:accent2>
          <a:srgbClr val="009999"/>
        </a:accent2>
        <a:accent3>
          <a:srgbClr val="AAB1B1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CC99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7">
        <a:dk1>
          <a:srgbClr val="000000"/>
        </a:dk1>
        <a:lt1>
          <a:srgbClr val="FFFFFF"/>
        </a:lt1>
        <a:dk2>
          <a:srgbClr val="333300"/>
        </a:dk2>
        <a:lt2>
          <a:srgbClr val="FFFFCC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808000"/>
        </a:hlink>
        <a:folHlink>
          <a:srgbClr val="525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8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3"/>
        </a:accent5>
        <a:accent6>
          <a:srgbClr val="73B0B5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Blueprint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0000FF"/>
      </a:hlink>
      <a:folHlink>
        <a:srgbClr val="3333FF"/>
      </a:folHlink>
    </a:clrScheme>
    <a:fontScheme name="Blueprint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0000" tIns="46800" rIns="90000" bIns="4680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华文中宋" panose="0201060004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0000" tIns="46800" rIns="90000" bIns="4680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华文中宋" panose="02010600040101010101" pitchFamily="2" charset="-122"/>
          </a:defRPr>
        </a:defPPr>
      </a:lstStyle>
    </a:lnDef>
  </a:objectDefaults>
  <a:extraClrSchemeLst>
    <a:extraClrScheme>
      <a:clrScheme name="Blueprint 1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2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3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4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4AF5D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5">
        <a:dk1>
          <a:srgbClr val="000000"/>
        </a:dk1>
        <a:lt1>
          <a:srgbClr val="FFFFFF"/>
        </a:lt1>
        <a:dk2>
          <a:srgbClr val="003366"/>
        </a:dk2>
        <a:lt2>
          <a:srgbClr val="CCFFCC"/>
        </a:lt2>
        <a:accent1>
          <a:srgbClr val="006699"/>
        </a:accent1>
        <a:accent2>
          <a:srgbClr val="009999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99CC"/>
        </a:hlink>
        <a:folHlink>
          <a:srgbClr val="0045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6">
        <a:dk1>
          <a:srgbClr val="000000"/>
        </a:dk1>
        <a:lt1>
          <a:srgbClr val="FFFFFF"/>
        </a:lt1>
        <a:dk2>
          <a:srgbClr val="004A48"/>
        </a:dk2>
        <a:lt2>
          <a:srgbClr val="33CCCC"/>
        </a:lt2>
        <a:accent1>
          <a:srgbClr val="006699"/>
        </a:accent1>
        <a:accent2>
          <a:srgbClr val="009999"/>
        </a:accent2>
        <a:accent3>
          <a:srgbClr val="AAB1B1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CC99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7">
        <a:dk1>
          <a:srgbClr val="000000"/>
        </a:dk1>
        <a:lt1>
          <a:srgbClr val="FFFFFF"/>
        </a:lt1>
        <a:dk2>
          <a:srgbClr val="333300"/>
        </a:dk2>
        <a:lt2>
          <a:srgbClr val="FFFFCC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808000"/>
        </a:hlink>
        <a:folHlink>
          <a:srgbClr val="525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8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3"/>
        </a:accent5>
        <a:accent6>
          <a:srgbClr val="73B0B5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4_Blueprint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0000FF"/>
      </a:hlink>
      <a:folHlink>
        <a:srgbClr val="3333FF"/>
      </a:folHlink>
    </a:clrScheme>
    <a:fontScheme name="Blueprint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0000" tIns="46800" rIns="90000" bIns="4680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华文中宋" panose="0201060004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0000" tIns="46800" rIns="90000" bIns="4680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华文中宋" panose="02010600040101010101" pitchFamily="2" charset="-122"/>
          </a:defRPr>
        </a:defPPr>
      </a:lstStyle>
    </a:lnDef>
  </a:objectDefaults>
  <a:extraClrSchemeLst>
    <a:extraClrScheme>
      <a:clrScheme name="Blueprint 1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2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3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4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4AF5D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5">
        <a:dk1>
          <a:srgbClr val="000000"/>
        </a:dk1>
        <a:lt1>
          <a:srgbClr val="FFFFFF"/>
        </a:lt1>
        <a:dk2>
          <a:srgbClr val="003366"/>
        </a:dk2>
        <a:lt2>
          <a:srgbClr val="CCFFCC"/>
        </a:lt2>
        <a:accent1>
          <a:srgbClr val="006699"/>
        </a:accent1>
        <a:accent2>
          <a:srgbClr val="009999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99CC"/>
        </a:hlink>
        <a:folHlink>
          <a:srgbClr val="0045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6">
        <a:dk1>
          <a:srgbClr val="000000"/>
        </a:dk1>
        <a:lt1>
          <a:srgbClr val="FFFFFF"/>
        </a:lt1>
        <a:dk2>
          <a:srgbClr val="004A48"/>
        </a:dk2>
        <a:lt2>
          <a:srgbClr val="33CCCC"/>
        </a:lt2>
        <a:accent1>
          <a:srgbClr val="006699"/>
        </a:accent1>
        <a:accent2>
          <a:srgbClr val="009999"/>
        </a:accent2>
        <a:accent3>
          <a:srgbClr val="AAB1B1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CC99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7">
        <a:dk1>
          <a:srgbClr val="000000"/>
        </a:dk1>
        <a:lt1>
          <a:srgbClr val="FFFFFF"/>
        </a:lt1>
        <a:dk2>
          <a:srgbClr val="333300"/>
        </a:dk2>
        <a:lt2>
          <a:srgbClr val="FFFFCC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808000"/>
        </a:hlink>
        <a:folHlink>
          <a:srgbClr val="525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8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3"/>
        </a:accent5>
        <a:accent6>
          <a:srgbClr val="73B0B5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11_Blueprint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0000FF"/>
      </a:hlink>
      <a:folHlink>
        <a:srgbClr val="3333FF"/>
      </a:folHlink>
    </a:clrScheme>
    <a:fontScheme name="Blueprint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0000" tIns="46800" rIns="90000" bIns="4680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华文中宋" panose="0201060004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0000" tIns="46800" rIns="90000" bIns="4680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华文中宋" panose="02010600040101010101" pitchFamily="2" charset="-122"/>
          </a:defRPr>
        </a:defPPr>
      </a:lstStyle>
    </a:lnDef>
  </a:objectDefaults>
  <a:extraClrSchemeLst>
    <a:extraClrScheme>
      <a:clrScheme name="Blueprint 1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2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3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4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4AF5D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5">
        <a:dk1>
          <a:srgbClr val="000000"/>
        </a:dk1>
        <a:lt1>
          <a:srgbClr val="FFFFFF"/>
        </a:lt1>
        <a:dk2>
          <a:srgbClr val="003366"/>
        </a:dk2>
        <a:lt2>
          <a:srgbClr val="CCFFCC"/>
        </a:lt2>
        <a:accent1>
          <a:srgbClr val="006699"/>
        </a:accent1>
        <a:accent2>
          <a:srgbClr val="009999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99CC"/>
        </a:hlink>
        <a:folHlink>
          <a:srgbClr val="0045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6">
        <a:dk1>
          <a:srgbClr val="000000"/>
        </a:dk1>
        <a:lt1>
          <a:srgbClr val="FFFFFF"/>
        </a:lt1>
        <a:dk2>
          <a:srgbClr val="004A48"/>
        </a:dk2>
        <a:lt2>
          <a:srgbClr val="33CCCC"/>
        </a:lt2>
        <a:accent1>
          <a:srgbClr val="006699"/>
        </a:accent1>
        <a:accent2>
          <a:srgbClr val="009999"/>
        </a:accent2>
        <a:accent3>
          <a:srgbClr val="AAB1B1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CC99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7">
        <a:dk1>
          <a:srgbClr val="000000"/>
        </a:dk1>
        <a:lt1>
          <a:srgbClr val="FFFFFF"/>
        </a:lt1>
        <a:dk2>
          <a:srgbClr val="333300"/>
        </a:dk2>
        <a:lt2>
          <a:srgbClr val="FFFFCC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808000"/>
        </a:hlink>
        <a:folHlink>
          <a:srgbClr val="525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8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3"/>
        </a:accent5>
        <a:accent6>
          <a:srgbClr val="73B0B5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22_Blueprint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0000FF"/>
      </a:hlink>
      <a:folHlink>
        <a:srgbClr val="3333FF"/>
      </a:folHlink>
    </a:clrScheme>
    <a:fontScheme name="Blueprint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0000" tIns="46800" rIns="90000" bIns="4680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华文中宋" panose="0201060004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0000" tIns="46800" rIns="90000" bIns="4680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华文中宋" panose="02010600040101010101" pitchFamily="2" charset="-122"/>
          </a:defRPr>
        </a:defPPr>
      </a:lstStyle>
    </a:lnDef>
  </a:objectDefaults>
  <a:extraClrSchemeLst>
    <a:extraClrScheme>
      <a:clrScheme name="Blueprint 1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2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3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4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4AF5D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5">
        <a:dk1>
          <a:srgbClr val="000000"/>
        </a:dk1>
        <a:lt1>
          <a:srgbClr val="FFFFFF"/>
        </a:lt1>
        <a:dk2>
          <a:srgbClr val="003366"/>
        </a:dk2>
        <a:lt2>
          <a:srgbClr val="CCFFCC"/>
        </a:lt2>
        <a:accent1>
          <a:srgbClr val="006699"/>
        </a:accent1>
        <a:accent2>
          <a:srgbClr val="009999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99CC"/>
        </a:hlink>
        <a:folHlink>
          <a:srgbClr val="0045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6">
        <a:dk1>
          <a:srgbClr val="000000"/>
        </a:dk1>
        <a:lt1>
          <a:srgbClr val="FFFFFF"/>
        </a:lt1>
        <a:dk2>
          <a:srgbClr val="004A48"/>
        </a:dk2>
        <a:lt2>
          <a:srgbClr val="33CCCC"/>
        </a:lt2>
        <a:accent1>
          <a:srgbClr val="006699"/>
        </a:accent1>
        <a:accent2>
          <a:srgbClr val="009999"/>
        </a:accent2>
        <a:accent3>
          <a:srgbClr val="AAB1B1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CC99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7">
        <a:dk1>
          <a:srgbClr val="000000"/>
        </a:dk1>
        <a:lt1>
          <a:srgbClr val="FFFFFF"/>
        </a:lt1>
        <a:dk2>
          <a:srgbClr val="333300"/>
        </a:dk2>
        <a:lt2>
          <a:srgbClr val="FFFFCC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808000"/>
        </a:hlink>
        <a:folHlink>
          <a:srgbClr val="525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8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3"/>
        </a:accent5>
        <a:accent6>
          <a:srgbClr val="73B0B5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26_Blueprint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0000FF"/>
      </a:hlink>
      <a:folHlink>
        <a:srgbClr val="3333FF"/>
      </a:folHlink>
    </a:clrScheme>
    <a:fontScheme name="Blueprint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0000" tIns="46800" rIns="90000" bIns="4680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华文中宋" panose="0201060004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0000" tIns="46800" rIns="90000" bIns="4680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华文中宋" panose="02010600040101010101" pitchFamily="2" charset="-122"/>
          </a:defRPr>
        </a:defPPr>
      </a:lstStyle>
    </a:lnDef>
  </a:objectDefaults>
  <a:extraClrSchemeLst>
    <a:extraClrScheme>
      <a:clrScheme name="Blueprint 1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2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3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4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4AF5D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5">
        <a:dk1>
          <a:srgbClr val="000000"/>
        </a:dk1>
        <a:lt1>
          <a:srgbClr val="FFFFFF"/>
        </a:lt1>
        <a:dk2>
          <a:srgbClr val="003366"/>
        </a:dk2>
        <a:lt2>
          <a:srgbClr val="CCFFCC"/>
        </a:lt2>
        <a:accent1>
          <a:srgbClr val="006699"/>
        </a:accent1>
        <a:accent2>
          <a:srgbClr val="009999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99CC"/>
        </a:hlink>
        <a:folHlink>
          <a:srgbClr val="0045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6">
        <a:dk1>
          <a:srgbClr val="000000"/>
        </a:dk1>
        <a:lt1>
          <a:srgbClr val="FFFFFF"/>
        </a:lt1>
        <a:dk2>
          <a:srgbClr val="004A48"/>
        </a:dk2>
        <a:lt2>
          <a:srgbClr val="33CCCC"/>
        </a:lt2>
        <a:accent1>
          <a:srgbClr val="006699"/>
        </a:accent1>
        <a:accent2>
          <a:srgbClr val="009999"/>
        </a:accent2>
        <a:accent3>
          <a:srgbClr val="AAB1B1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CC99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7">
        <a:dk1>
          <a:srgbClr val="000000"/>
        </a:dk1>
        <a:lt1>
          <a:srgbClr val="FFFFFF"/>
        </a:lt1>
        <a:dk2>
          <a:srgbClr val="333300"/>
        </a:dk2>
        <a:lt2>
          <a:srgbClr val="FFFFCC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808000"/>
        </a:hlink>
        <a:folHlink>
          <a:srgbClr val="525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8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3"/>
        </a:accent5>
        <a:accent6>
          <a:srgbClr val="73B0B5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27_Blueprint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0000FF"/>
      </a:hlink>
      <a:folHlink>
        <a:srgbClr val="3333FF"/>
      </a:folHlink>
    </a:clrScheme>
    <a:fontScheme name="Blueprint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0000" tIns="46800" rIns="90000" bIns="4680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华文中宋" panose="0201060004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0000" tIns="46800" rIns="90000" bIns="4680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华文中宋" panose="02010600040101010101" pitchFamily="2" charset="-122"/>
          </a:defRPr>
        </a:defPPr>
      </a:lstStyle>
    </a:lnDef>
  </a:objectDefaults>
  <a:extraClrSchemeLst>
    <a:extraClrScheme>
      <a:clrScheme name="Blueprint 1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2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3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4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4AF5D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5">
        <a:dk1>
          <a:srgbClr val="000000"/>
        </a:dk1>
        <a:lt1>
          <a:srgbClr val="FFFFFF"/>
        </a:lt1>
        <a:dk2>
          <a:srgbClr val="003366"/>
        </a:dk2>
        <a:lt2>
          <a:srgbClr val="CCFFCC"/>
        </a:lt2>
        <a:accent1>
          <a:srgbClr val="006699"/>
        </a:accent1>
        <a:accent2>
          <a:srgbClr val="009999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99CC"/>
        </a:hlink>
        <a:folHlink>
          <a:srgbClr val="0045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6">
        <a:dk1>
          <a:srgbClr val="000000"/>
        </a:dk1>
        <a:lt1>
          <a:srgbClr val="FFFFFF"/>
        </a:lt1>
        <a:dk2>
          <a:srgbClr val="004A48"/>
        </a:dk2>
        <a:lt2>
          <a:srgbClr val="33CCCC"/>
        </a:lt2>
        <a:accent1>
          <a:srgbClr val="006699"/>
        </a:accent1>
        <a:accent2>
          <a:srgbClr val="009999"/>
        </a:accent2>
        <a:accent3>
          <a:srgbClr val="AAB1B1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CC99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7">
        <a:dk1>
          <a:srgbClr val="000000"/>
        </a:dk1>
        <a:lt1>
          <a:srgbClr val="FFFFFF"/>
        </a:lt1>
        <a:dk2>
          <a:srgbClr val="333300"/>
        </a:dk2>
        <a:lt2>
          <a:srgbClr val="FFFFCC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808000"/>
        </a:hlink>
        <a:folHlink>
          <a:srgbClr val="525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8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3"/>
        </a:accent5>
        <a:accent6>
          <a:srgbClr val="73B0B5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29_Blueprint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0000FF"/>
      </a:hlink>
      <a:folHlink>
        <a:srgbClr val="3333FF"/>
      </a:folHlink>
    </a:clrScheme>
    <a:fontScheme name="Blueprint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0000" tIns="46800" rIns="90000" bIns="4680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华文中宋" panose="0201060004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0000" tIns="46800" rIns="90000" bIns="4680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华文中宋" panose="02010600040101010101" pitchFamily="2" charset="-122"/>
          </a:defRPr>
        </a:defPPr>
      </a:lstStyle>
    </a:lnDef>
  </a:objectDefaults>
  <a:extraClrSchemeLst>
    <a:extraClrScheme>
      <a:clrScheme name="Blueprint 1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2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3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4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4AF5D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5">
        <a:dk1>
          <a:srgbClr val="000000"/>
        </a:dk1>
        <a:lt1>
          <a:srgbClr val="FFFFFF"/>
        </a:lt1>
        <a:dk2>
          <a:srgbClr val="003366"/>
        </a:dk2>
        <a:lt2>
          <a:srgbClr val="CCFFCC"/>
        </a:lt2>
        <a:accent1>
          <a:srgbClr val="006699"/>
        </a:accent1>
        <a:accent2>
          <a:srgbClr val="009999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99CC"/>
        </a:hlink>
        <a:folHlink>
          <a:srgbClr val="0045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6">
        <a:dk1>
          <a:srgbClr val="000000"/>
        </a:dk1>
        <a:lt1>
          <a:srgbClr val="FFFFFF"/>
        </a:lt1>
        <a:dk2>
          <a:srgbClr val="004A48"/>
        </a:dk2>
        <a:lt2>
          <a:srgbClr val="33CCCC"/>
        </a:lt2>
        <a:accent1>
          <a:srgbClr val="006699"/>
        </a:accent1>
        <a:accent2>
          <a:srgbClr val="009999"/>
        </a:accent2>
        <a:accent3>
          <a:srgbClr val="AAB1B1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CC99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7">
        <a:dk1>
          <a:srgbClr val="000000"/>
        </a:dk1>
        <a:lt1>
          <a:srgbClr val="FFFFFF"/>
        </a:lt1>
        <a:dk2>
          <a:srgbClr val="333300"/>
        </a:dk2>
        <a:lt2>
          <a:srgbClr val="FFFFCC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808000"/>
        </a:hlink>
        <a:folHlink>
          <a:srgbClr val="525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8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3"/>
        </a:accent5>
        <a:accent6>
          <a:srgbClr val="73B0B5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30_Blueprint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0000FF"/>
      </a:hlink>
      <a:folHlink>
        <a:srgbClr val="3333FF"/>
      </a:folHlink>
    </a:clrScheme>
    <a:fontScheme name="Blueprint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0000" tIns="46800" rIns="90000" bIns="4680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华文中宋" panose="0201060004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0000" tIns="46800" rIns="90000" bIns="4680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华文中宋" panose="02010600040101010101" pitchFamily="2" charset="-122"/>
          </a:defRPr>
        </a:defPPr>
      </a:lstStyle>
    </a:lnDef>
  </a:objectDefaults>
  <a:extraClrSchemeLst>
    <a:extraClrScheme>
      <a:clrScheme name="Blueprint 1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2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3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4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4AF5D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5">
        <a:dk1>
          <a:srgbClr val="000000"/>
        </a:dk1>
        <a:lt1>
          <a:srgbClr val="FFFFFF"/>
        </a:lt1>
        <a:dk2>
          <a:srgbClr val="003366"/>
        </a:dk2>
        <a:lt2>
          <a:srgbClr val="CCFFCC"/>
        </a:lt2>
        <a:accent1>
          <a:srgbClr val="006699"/>
        </a:accent1>
        <a:accent2>
          <a:srgbClr val="009999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99CC"/>
        </a:hlink>
        <a:folHlink>
          <a:srgbClr val="0045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6">
        <a:dk1>
          <a:srgbClr val="000000"/>
        </a:dk1>
        <a:lt1>
          <a:srgbClr val="FFFFFF"/>
        </a:lt1>
        <a:dk2>
          <a:srgbClr val="004A48"/>
        </a:dk2>
        <a:lt2>
          <a:srgbClr val="33CCCC"/>
        </a:lt2>
        <a:accent1>
          <a:srgbClr val="006699"/>
        </a:accent1>
        <a:accent2>
          <a:srgbClr val="009999"/>
        </a:accent2>
        <a:accent3>
          <a:srgbClr val="AAB1B1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CC99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7">
        <a:dk1>
          <a:srgbClr val="000000"/>
        </a:dk1>
        <a:lt1>
          <a:srgbClr val="FFFFFF"/>
        </a:lt1>
        <a:dk2>
          <a:srgbClr val="333300"/>
        </a:dk2>
        <a:lt2>
          <a:srgbClr val="FFFFCC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808000"/>
        </a:hlink>
        <a:folHlink>
          <a:srgbClr val="525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8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3"/>
        </a:accent5>
        <a:accent6>
          <a:srgbClr val="73B0B5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31_Blueprint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0000FF"/>
      </a:hlink>
      <a:folHlink>
        <a:srgbClr val="3333FF"/>
      </a:folHlink>
    </a:clrScheme>
    <a:fontScheme name="Blueprint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0000" tIns="46800" rIns="90000" bIns="4680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华文中宋" panose="0201060004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0000" tIns="46800" rIns="90000" bIns="4680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华文中宋" panose="02010600040101010101" pitchFamily="2" charset="-122"/>
          </a:defRPr>
        </a:defPPr>
      </a:lstStyle>
    </a:lnDef>
  </a:objectDefaults>
  <a:extraClrSchemeLst>
    <a:extraClrScheme>
      <a:clrScheme name="Blueprint 1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2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3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4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4AF5D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5">
        <a:dk1>
          <a:srgbClr val="000000"/>
        </a:dk1>
        <a:lt1>
          <a:srgbClr val="FFFFFF"/>
        </a:lt1>
        <a:dk2>
          <a:srgbClr val="003366"/>
        </a:dk2>
        <a:lt2>
          <a:srgbClr val="CCFFCC"/>
        </a:lt2>
        <a:accent1>
          <a:srgbClr val="006699"/>
        </a:accent1>
        <a:accent2>
          <a:srgbClr val="009999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99CC"/>
        </a:hlink>
        <a:folHlink>
          <a:srgbClr val="0045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6">
        <a:dk1>
          <a:srgbClr val="000000"/>
        </a:dk1>
        <a:lt1>
          <a:srgbClr val="FFFFFF"/>
        </a:lt1>
        <a:dk2>
          <a:srgbClr val="004A48"/>
        </a:dk2>
        <a:lt2>
          <a:srgbClr val="33CCCC"/>
        </a:lt2>
        <a:accent1>
          <a:srgbClr val="006699"/>
        </a:accent1>
        <a:accent2>
          <a:srgbClr val="009999"/>
        </a:accent2>
        <a:accent3>
          <a:srgbClr val="AAB1B1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CC99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7">
        <a:dk1>
          <a:srgbClr val="000000"/>
        </a:dk1>
        <a:lt1>
          <a:srgbClr val="FFFFFF"/>
        </a:lt1>
        <a:dk2>
          <a:srgbClr val="333300"/>
        </a:dk2>
        <a:lt2>
          <a:srgbClr val="FFFFCC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808000"/>
        </a:hlink>
        <a:folHlink>
          <a:srgbClr val="525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8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3"/>
        </a:accent5>
        <a:accent6>
          <a:srgbClr val="73B0B5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32_Blueprint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0000FF"/>
      </a:hlink>
      <a:folHlink>
        <a:srgbClr val="3333FF"/>
      </a:folHlink>
    </a:clrScheme>
    <a:fontScheme name="Blueprint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0000" tIns="46800" rIns="90000" bIns="4680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华文中宋" panose="0201060004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0000" tIns="46800" rIns="90000" bIns="4680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华文中宋" panose="02010600040101010101" pitchFamily="2" charset="-122"/>
          </a:defRPr>
        </a:defPPr>
      </a:lstStyle>
    </a:lnDef>
  </a:objectDefaults>
  <a:extraClrSchemeLst>
    <a:extraClrScheme>
      <a:clrScheme name="Blueprint 1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2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3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4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4AF5D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5">
        <a:dk1>
          <a:srgbClr val="000000"/>
        </a:dk1>
        <a:lt1>
          <a:srgbClr val="FFFFFF"/>
        </a:lt1>
        <a:dk2>
          <a:srgbClr val="003366"/>
        </a:dk2>
        <a:lt2>
          <a:srgbClr val="CCFFCC"/>
        </a:lt2>
        <a:accent1>
          <a:srgbClr val="006699"/>
        </a:accent1>
        <a:accent2>
          <a:srgbClr val="009999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99CC"/>
        </a:hlink>
        <a:folHlink>
          <a:srgbClr val="0045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6">
        <a:dk1>
          <a:srgbClr val="000000"/>
        </a:dk1>
        <a:lt1>
          <a:srgbClr val="FFFFFF"/>
        </a:lt1>
        <a:dk2>
          <a:srgbClr val="004A48"/>
        </a:dk2>
        <a:lt2>
          <a:srgbClr val="33CCCC"/>
        </a:lt2>
        <a:accent1>
          <a:srgbClr val="006699"/>
        </a:accent1>
        <a:accent2>
          <a:srgbClr val="009999"/>
        </a:accent2>
        <a:accent3>
          <a:srgbClr val="AAB1B1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CC99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7">
        <a:dk1>
          <a:srgbClr val="000000"/>
        </a:dk1>
        <a:lt1>
          <a:srgbClr val="FFFFFF"/>
        </a:lt1>
        <a:dk2>
          <a:srgbClr val="333300"/>
        </a:dk2>
        <a:lt2>
          <a:srgbClr val="FFFFCC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808000"/>
        </a:hlink>
        <a:folHlink>
          <a:srgbClr val="525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8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3"/>
        </a:accent5>
        <a:accent6>
          <a:srgbClr val="73B0B5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35_Blueprint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0000FF"/>
      </a:hlink>
      <a:folHlink>
        <a:srgbClr val="3333FF"/>
      </a:folHlink>
    </a:clrScheme>
    <a:fontScheme name="Blueprint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0000" tIns="46800" rIns="90000" bIns="4680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华文中宋" panose="0201060004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0000" tIns="46800" rIns="90000" bIns="4680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华文中宋" panose="02010600040101010101" pitchFamily="2" charset="-122"/>
          </a:defRPr>
        </a:defPPr>
      </a:lstStyle>
    </a:lnDef>
  </a:objectDefaults>
  <a:extraClrSchemeLst>
    <a:extraClrScheme>
      <a:clrScheme name="Blueprint 1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2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3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4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4AF5D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5">
        <a:dk1>
          <a:srgbClr val="000000"/>
        </a:dk1>
        <a:lt1>
          <a:srgbClr val="FFFFFF"/>
        </a:lt1>
        <a:dk2>
          <a:srgbClr val="003366"/>
        </a:dk2>
        <a:lt2>
          <a:srgbClr val="CCFFCC"/>
        </a:lt2>
        <a:accent1>
          <a:srgbClr val="006699"/>
        </a:accent1>
        <a:accent2>
          <a:srgbClr val="009999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99CC"/>
        </a:hlink>
        <a:folHlink>
          <a:srgbClr val="0045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6">
        <a:dk1>
          <a:srgbClr val="000000"/>
        </a:dk1>
        <a:lt1>
          <a:srgbClr val="FFFFFF"/>
        </a:lt1>
        <a:dk2>
          <a:srgbClr val="004A48"/>
        </a:dk2>
        <a:lt2>
          <a:srgbClr val="33CCCC"/>
        </a:lt2>
        <a:accent1>
          <a:srgbClr val="006699"/>
        </a:accent1>
        <a:accent2>
          <a:srgbClr val="009999"/>
        </a:accent2>
        <a:accent3>
          <a:srgbClr val="AAB1B1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CC99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7">
        <a:dk1>
          <a:srgbClr val="000000"/>
        </a:dk1>
        <a:lt1>
          <a:srgbClr val="FFFFFF"/>
        </a:lt1>
        <a:dk2>
          <a:srgbClr val="333300"/>
        </a:dk2>
        <a:lt2>
          <a:srgbClr val="FFFFCC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808000"/>
        </a:hlink>
        <a:folHlink>
          <a:srgbClr val="525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8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3"/>
        </a:accent5>
        <a:accent6>
          <a:srgbClr val="73B0B5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39_Blueprint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0000FF"/>
      </a:hlink>
      <a:folHlink>
        <a:srgbClr val="3333FF"/>
      </a:folHlink>
    </a:clrScheme>
    <a:fontScheme name="Blueprint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0000" tIns="46800" rIns="90000" bIns="4680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华文中宋" panose="0201060004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0000" tIns="46800" rIns="90000" bIns="4680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华文中宋" panose="02010600040101010101" pitchFamily="2" charset="-122"/>
          </a:defRPr>
        </a:defPPr>
      </a:lstStyle>
    </a:lnDef>
  </a:objectDefaults>
  <a:extraClrSchemeLst>
    <a:extraClrScheme>
      <a:clrScheme name="Blueprint 1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2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3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4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4AF5D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5">
        <a:dk1>
          <a:srgbClr val="000000"/>
        </a:dk1>
        <a:lt1>
          <a:srgbClr val="FFFFFF"/>
        </a:lt1>
        <a:dk2>
          <a:srgbClr val="003366"/>
        </a:dk2>
        <a:lt2>
          <a:srgbClr val="CCFFCC"/>
        </a:lt2>
        <a:accent1>
          <a:srgbClr val="006699"/>
        </a:accent1>
        <a:accent2>
          <a:srgbClr val="009999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99CC"/>
        </a:hlink>
        <a:folHlink>
          <a:srgbClr val="0045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6">
        <a:dk1>
          <a:srgbClr val="000000"/>
        </a:dk1>
        <a:lt1>
          <a:srgbClr val="FFFFFF"/>
        </a:lt1>
        <a:dk2>
          <a:srgbClr val="004A48"/>
        </a:dk2>
        <a:lt2>
          <a:srgbClr val="33CCCC"/>
        </a:lt2>
        <a:accent1>
          <a:srgbClr val="006699"/>
        </a:accent1>
        <a:accent2>
          <a:srgbClr val="009999"/>
        </a:accent2>
        <a:accent3>
          <a:srgbClr val="AAB1B1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CC99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7">
        <a:dk1>
          <a:srgbClr val="000000"/>
        </a:dk1>
        <a:lt1>
          <a:srgbClr val="FFFFFF"/>
        </a:lt1>
        <a:dk2>
          <a:srgbClr val="333300"/>
        </a:dk2>
        <a:lt2>
          <a:srgbClr val="FFFFCC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808000"/>
        </a:hlink>
        <a:folHlink>
          <a:srgbClr val="525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8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3"/>
        </a:accent5>
        <a:accent6>
          <a:srgbClr val="73B0B5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12_Blueprint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0000FF"/>
      </a:hlink>
      <a:folHlink>
        <a:srgbClr val="3333FF"/>
      </a:folHlink>
    </a:clrScheme>
    <a:fontScheme name="Blueprint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0000" tIns="46800" rIns="90000" bIns="4680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华文中宋" panose="0201060004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0000" tIns="46800" rIns="90000" bIns="4680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华文中宋" panose="02010600040101010101" pitchFamily="2" charset="-122"/>
          </a:defRPr>
        </a:defPPr>
      </a:lstStyle>
    </a:lnDef>
  </a:objectDefaults>
  <a:extraClrSchemeLst>
    <a:extraClrScheme>
      <a:clrScheme name="Blueprint 1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2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3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4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4AF5D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5">
        <a:dk1>
          <a:srgbClr val="000000"/>
        </a:dk1>
        <a:lt1>
          <a:srgbClr val="FFFFFF"/>
        </a:lt1>
        <a:dk2>
          <a:srgbClr val="003366"/>
        </a:dk2>
        <a:lt2>
          <a:srgbClr val="CCFFCC"/>
        </a:lt2>
        <a:accent1>
          <a:srgbClr val="006699"/>
        </a:accent1>
        <a:accent2>
          <a:srgbClr val="009999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99CC"/>
        </a:hlink>
        <a:folHlink>
          <a:srgbClr val="0045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6">
        <a:dk1>
          <a:srgbClr val="000000"/>
        </a:dk1>
        <a:lt1>
          <a:srgbClr val="FFFFFF"/>
        </a:lt1>
        <a:dk2>
          <a:srgbClr val="004A48"/>
        </a:dk2>
        <a:lt2>
          <a:srgbClr val="33CCCC"/>
        </a:lt2>
        <a:accent1>
          <a:srgbClr val="006699"/>
        </a:accent1>
        <a:accent2>
          <a:srgbClr val="009999"/>
        </a:accent2>
        <a:accent3>
          <a:srgbClr val="AAB1B1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CC99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7">
        <a:dk1>
          <a:srgbClr val="000000"/>
        </a:dk1>
        <a:lt1>
          <a:srgbClr val="FFFFFF"/>
        </a:lt1>
        <a:dk2>
          <a:srgbClr val="333300"/>
        </a:dk2>
        <a:lt2>
          <a:srgbClr val="FFFFCC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808000"/>
        </a:hlink>
        <a:folHlink>
          <a:srgbClr val="525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8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3"/>
        </a:accent5>
        <a:accent6>
          <a:srgbClr val="73B0B5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10_Blueprint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0000FF"/>
      </a:hlink>
      <a:folHlink>
        <a:srgbClr val="3333FF"/>
      </a:folHlink>
    </a:clrScheme>
    <a:fontScheme name="Blueprint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0000" tIns="46800" rIns="90000" bIns="4680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华文中宋" panose="0201060004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0000" tIns="46800" rIns="90000" bIns="4680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华文中宋" panose="02010600040101010101" pitchFamily="2" charset="-122"/>
          </a:defRPr>
        </a:defPPr>
      </a:lstStyle>
    </a:lnDef>
  </a:objectDefaults>
  <a:extraClrSchemeLst>
    <a:extraClrScheme>
      <a:clrScheme name="Blueprint 1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2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3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4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4AF5D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5">
        <a:dk1>
          <a:srgbClr val="000000"/>
        </a:dk1>
        <a:lt1>
          <a:srgbClr val="FFFFFF"/>
        </a:lt1>
        <a:dk2>
          <a:srgbClr val="003366"/>
        </a:dk2>
        <a:lt2>
          <a:srgbClr val="CCFFCC"/>
        </a:lt2>
        <a:accent1>
          <a:srgbClr val="006699"/>
        </a:accent1>
        <a:accent2>
          <a:srgbClr val="009999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99CC"/>
        </a:hlink>
        <a:folHlink>
          <a:srgbClr val="0045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6">
        <a:dk1>
          <a:srgbClr val="000000"/>
        </a:dk1>
        <a:lt1>
          <a:srgbClr val="FFFFFF"/>
        </a:lt1>
        <a:dk2>
          <a:srgbClr val="004A48"/>
        </a:dk2>
        <a:lt2>
          <a:srgbClr val="33CCCC"/>
        </a:lt2>
        <a:accent1>
          <a:srgbClr val="006699"/>
        </a:accent1>
        <a:accent2>
          <a:srgbClr val="009999"/>
        </a:accent2>
        <a:accent3>
          <a:srgbClr val="AAB1B1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CC99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7">
        <a:dk1>
          <a:srgbClr val="000000"/>
        </a:dk1>
        <a:lt1>
          <a:srgbClr val="FFFFFF"/>
        </a:lt1>
        <a:dk2>
          <a:srgbClr val="333300"/>
        </a:dk2>
        <a:lt2>
          <a:srgbClr val="FFFFCC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808000"/>
        </a:hlink>
        <a:folHlink>
          <a:srgbClr val="525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8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3"/>
        </a:accent5>
        <a:accent6>
          <a:srgbClr val="73B0B5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8.xml><?xml version="1.0" encoding="utf-8"?>
<a:theme xmlns:a="http://schemas.openxmlformats.org/drawingml/2006/main" name="7_Blueprint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0000FF"/>
      </a:hlink>
      <a:folHlink>
        <a:srgbClr val="3333FF"/>
      </a:folHlink>
    </a:clrScheme>
    <a:fontScheme name="Blueprint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0000" tIns="46800" rIns="90000" bIns="4680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华文中宋" panose="0201060004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0000" tIns="46800" rIns="90000" bIns="4680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华文中宋" panose="02010600040101010101" pitchFamily="2" charset="-122"/>
          </a:defRPr>
        </a:defPPr>
      </a:lstStyle>
    </a:lnDef>
  </a:objectDefaults>
  <a:extraClrSchemeLst>
    <a:extraClrScheme>
      <a:clrScheme name="Blueprint 1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2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3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4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4AF5D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5">
        <a:dk1>
          <a:srgbClr val="000000"/>
        </a:dk1>
        <a:lt1>
          <a:srgbClr val="FFFFFF"/>
        </a:lt1>
        <a:dk2>
          <a:srgbClr val="003366"/>
        </a:dk2>
        <a:lt2>
          <a:srgbClr val="CCFFCC"/>
        </a:lt2>
        <a:accent1>
          <a:srgbClr val="006699"/>
        </a:accent1>
        <a:accent2>
          <a:srgbClr val="009999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99CC"/>
        </a:hlink>
        <a:folHlink>
          <a:srgbClr val="0045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6">
        <a:dk1>
          <a:srgbClr val="000000"/>
        </a:dk1>
        <a:lt1>
          <a:srgbClr val="FFFFFF"/>
        </a:lt1>
        <a:dk2>
          <a:srgbClr val="004A48"/>
        </a:dk2>
        <a:lt2>
          <a:srgbClr val="33CCCC"/>
        </a:lt2>
        <a:accent1>
          <a:srgbClr val="006699"/>
        </a:accent1>
        <a:accent2>
          <a:srgbClr val="009999"/>
        </a:accent2>
        <a:accent3>
          <a:srgbClr val="AAB1B1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CC99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7">
        <a:dk1>
          <a:srgbClr val="000000"/>
        </a:dk1>
        <a:lt1>
          <a:srgbClr val="FFFFFF"/>
        </a:lt1>
        <a:dk2>
          <a:srgbClr val="333300"/>
        </a:dk2>
        <a:lt2>
          <a:srgbClr val="FFFFCC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808000"/>
        </a:hlink>
        <a:folHlink>
          <a:srgbClr val="525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8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3"/>
        </a:accent5>
        <a:accent6>
          <a:srgbClr val="73B0B5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9.xml><?xml version="1.0" encoding="utf-8"?>
<a:theme xmlns:a="http://schemas.openxmlformats.org/drawingml/2006/main" name="23_Blueprint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0000FF"/>
      </a:hlink>
      <a:folHlink>
        <a:srgbClr val="3333FF"/>
      </a:folHlink>
    </a:clrScheme>
    <a:fontScheme name="Blueprint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0000" tIns="46800" rIns="90000" bIns="4680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华文中宋" panose="0201060004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0000" tIns="46800" rIns="90000" bIns="4680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华文中宋" panose="02010600040101010101" pitchFamily="2" charset="-122"/>
          </a:defRPr>
        </a:defPPr>
      </a:lstStyle>
    </a:lnDef>
  </a:objectDefaults>
  <a:extraClrSchemeLst>
    <a:extraClrScheme>
      <a:clrScheme name="Blueprint 1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2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3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4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4AF5D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5">
        <a:dk1>
          <a:srgbClr val="000000"/>
        </a:dk1>
        <a:lt1>
          <a:srgbClr val="FFFFFF"/>
        </a:lt1>
        <a:dk2>
          <a:srgbClr val="003366"/>
        </a:dk2>
        <a:lt2>
          <a:srgbClr val="CCFFCC"/>
        </a:lt2>
        <a:accent1>
          <a:srgbClr val="006699"/>
        </a:accent1>
        <a:accent2>
          <a:srgbClr val="009999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99CC"/>
        </a:hlink>
        <a:folHlink>
          <a:srgbClr val="0045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6">
        <a:dk1>
          <a:srgbClr val="000000"/>
        </a:dk1>
        <a:lt1>
          <a:srgbClr val="FFFFFF"/>
        </a:lt1>
        <a:dk2>
          <a:srgbClr val="004A48"/>
        </a:dk2>
        <a:lt2>
          <a:srgbClr val="33CCCC"/>
        </a:lt2>
        <a:accent1>
          <a:srgbClr val="006699"/>
        </a:accent1>
        <a:accent2>
          <a:srgbClr val="009999"/>
        </a:accent2>
        <a:accent3>
          <a:srgbClr val="AAB1B1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CC99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7">
        <a:dk1>
          <a:srgbClr val="000000"/>
        </a:dk1>
        <a:lt1>
          <a:srgbClr val="FFFFFF"/>
        </a:lt1>
        <a:dk2>
          <a:srgbClr val="333300"/>
        </a:dk2>
        <a:lt2>
          <a:srgbClr val="FFFFCC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808000"/>
        </a:hlink>
        <a:folHlink>
          <a:srgbClr val="525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8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3"/>
        </a:accent5>
        <a:accent6>
          <a:srgbClr val="73B0B5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0.xml><?xml version="1.0" encoding="utf-8"?>
<a:theme xmlns:a="http://schemas.openxmlformats.org/drawingml/2006/main" name="24_Blueprint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0000FF"/>
      </a:hlink>
      <a:folHlink>
        <a:srgbClr val="3333FF"/>
      </a:folHlink>
    </a:clrScheme>
    <a:fontScheme name="Blueprint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0000" tIns="46800" rIns="90000" bIns="4680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华文中宋" panose="0201060004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0000" tIns="46800" rIns="90000" bIns="4680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华文中宋" panose="02010600040101010101" pitchFamily="2" charset="-122"/>
          </a:defRPr>
        </a:defPPr>
      </a:lstStyle>
    </a:lnDef>
  </a:objectDefaults>
  <a:extraClrSchemeLst>
    <a:extraClrScheme>
      <a:clrScheme name="Blueprint 1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2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3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4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4AF5D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5">
        <a:dk1>
          <a:srgbClr val="000000"/>
        </a:dk1>
        <a:lt1>
          <a:srgbClr val="FFFFFF"/>
        </a:lt1>
        <a:dk2>
          <a:srgbClr val="003366"/>
        </a:dk2>
        <a:lt2>
          <a:srgbClr val="CCFFCC"/>
        </a:lt2>
        <a:accent1>
          <a:srgbClr val="006699"/>
        </a:accent1>
        <a:accent2>
          <a:srgbClr val="009999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99CC"/>
        </a:hlink>
        <a:folHlink>
          <a:srgbClr val="0045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6">
        <a:dk1>
          <a:srgbClr val="000000"/>
        </a:dk1>
        <a:lt1>
          <a:srgbClr val="FFFFFF"/>
        </a:lt1>
        <a:dk2>
          <a:srgbClr val="004A48"/>
        </a:dk2>
        <a:lt2>
          <a:srgbClr val="33CCCC"/>
        </a:lt2>
        <a:accent1>
          <a:srgbClr val="006699"/>
        </a:accent1>
        <a:accent2>
          <a:srgbClr val="009999"/>
        </a:accent2>
        <a:accent3>
          <a:srgbClr val="AAB1B1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CC99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7">
        <a:dk1>
          <a:srgbClr val="000000"/>
        </a:dk1>
        <a:lt1>
          <a:srgbClr val="FFFFFF"/>
        </a:lt1>
        <a:dk2>
          <a:srgbClr val="333300"/>
        </a:dk2>
        <a:lt2>
          <a:srgbClr val="FFFFCC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808000"/>
        </a:hlink>
        <a:folHlink>
          <a:srgbClr val="525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8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3"/>
        </a:accent5>
        <a:accent6>
          <a:srgbClr val="73B0B5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1.xml><?xml version="1.0" encoding="utf-8"?>
<a:theme xmlns:a="http://schemas.openxmlformats.org/drawingml/2006/main" name="16_Blueprint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0000FF"/>
      </a:hlink>
      <a:folHlink>
        <a:srgbClr val="3333FF"/>
      </a:folHlink>
    </a:clrScheme>
    <a:fontScheme name="Blueprint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0000" tIns="46800" rIns="90000" bIns="4680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华文中宋" panose="0201060004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0000" tIns="46800" rIns="90000" bIns="4680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华文中宋" panose="02010600040101010101" pitchFamily="2" charset="-122"/>
          </a:defRPr>
        </a:defPPr>
      </a:lstStyle>
    </a:lnDef>
  </a:objectDefaults>
  <a:extraClrSchemeLst>
    <a:extraClrScheme>
      <a:clrScheme name="Blueprint 1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2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3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4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4AF5D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5">
        <a:dk1>
          <a:srgbClr val="000000"/>
        </a:dk1>
        <a:lt1>
          <a:srgbClr val="FFFFFF"/>
        </a:lt1>
        <a:dk2>
          <a:srgbClr val="003366"/>
        </a:dk2>
        <a:lt2>
          <a:srgbClr val="CCFFCC"/>
        </a:lt2>
        <a:accent1>
          <a:srgbClr val="006699"/>
        </a:accent1>
        <a:accent2>
          <a:srgbClr val="009999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99CC"/>
        </a:hlink>
        <a:folHlink>
          <a:srgbClr val="0045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6">
        <a:dk1>
          <a:srgbClr val="000000"/>
        </a:dk1>
        <a:lt1>
          <a:srgbClr val="FFFFFF"/>
        </a:lt1>
        <a:dk2>
          <a:srgbClr val="004A48"/>
        </a:dk2>
        <a:lt2>
          <a:srgbClr val="33CCCC"/>
        </a:lt2>
        <a:accent1>
          <a:srgbClr val="006699"/>
        </a:accent1>
        <a:accent2>
          <a:srgbClr val="009999"/>
        </a:accent2>
        <a:accent3>
          <a:srgbClr val="AAB1B1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CC99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7">
        <a:dk1>
          <a:srgbClr val="000000"/>
        </a:dk1>
        <a:lt1>
          <a:srgbClr val="FFFFFF"/>
        </a:lt1>
        <a:dk2>
          <a:srgbClr val="333300"/>
        </a:dk2>
        <a:lt2>
          <a:srgbClr val="FFFFCC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808000"/>
        </a:hlink>
        <a:folHlink>
          <a:srgbClr val="525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8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3"/>
        </a:accent5>
        <a:accent6>
          <a:srgbClr val="73B0B5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2.xml><?xml version="1.0" encoding="utf-8"?>
<a:theme xmlns:a="http://schemas.openxmlformats.org/drawingml/2006/main" name="25_Blueprint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0000FF"/>
      </a:hlink>
      <a:folHlink>
        <a:srgbClr val="3333FF"/>
      </a:folHlink>
    </a:clrScheme>
    <a:fontScheme name="Blueprint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0000" tIns="46800" rIns="90000" bIns="4680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华文中宋" panose="0201060004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0000" tIns="46800" rIns="90000" bIns="4680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华文中宋" panose="02010600040101010101" pitchFamily="2" charset="-122"/>
          </a:defRPr>
        </a:defPPr>
      </a:lstStyle>
    </a:lnDef>
  </a:objectDefaults>
  <a:extraClrSchemeLst>
    <a:extraClrScheme>
      <a:clrScheme name="Blueprint 1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2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3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4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4AF5D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5">
        <a:dk1>
          <a:srgbClr val="000000"/>
        </a:dk1>
        <a:lt1>
          <a:srgbClr val="FFFFFF"/>
        </a:lt1>
        <a:dk2>
          <a:srgbClr val="003366"/>
        </a:dk2>
        <a:lt2>
          <a:srgbClr val="CCFFCC"/>
        </a:lt2>
        <a:accent1>
          <a:srgbClr val="006699"/>
        </a:accent1>
        <a:accent2>
          <a:srgbClr val="009999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99CC"/>
        </a:hlink>
        <a:folHlink>
          <a:srgbClr val="0045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6">
        <a:dk1>
          <a:srgbClr val="000000"/>
        </a:dk1>
        <a:lt1>
          <a:srgbClr val="FFFFFF"/>
        </a:lt1>
        <a:dk2>
          <a:srgbClr val="004A48"/>
        </a:dk2>
        <a:lt2>
          <a:srgbClr val="33CCCC"/>
        </a:lt2>
        <a:accent1>
          <a:srgbClr val="006699"/>
        </a:accent1>
        <a:accent2>
          <a:srgbClr val="009999"/>
        </a:accent2>
        <a:accent3>
          <a:srgbClr val="AAB1B1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CC99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7">
        <a:dk1>
          <a:srgbClr val="000000"/>
        </a:dk1>
        <a:lt1>
          <a:srgbClr val="FFFFFF"/>
        </a:lt1>
        <a:dk2>
          <a:srgbClr val="333300"/>
        </a:dk2>
        <a:lt2>
          <a:srgbClr val="FFFFCC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808000"/>
        </a:hlink>
        <a:folHlink>
          <a:srgbClr val="525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8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3"/>
        </a:accent5>
        <a:accent6>
          <a:srgbClr val="73B0B5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3.xml><?xml version="1.0" encoding="utf-8"?>
<a:theme xmlns:a="http://schemas.openxmlformats.org/drawingml/2006/main" name="28_Blueprint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0000FF"/>
      </a:hlink>
      <a:folHlink>
        <a:srgbClr val="3333FF"/>
      </a:folHlink>
    </a:clrScheme>
    <a:fontScheme name="Blueprint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0000" tIns="46800" rIns="90000" bIns="4680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华文中宋" panose="0201060004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0000" tIns="46800" rIns="90000" bIns="4680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华文中宋" panose="02010600040101010101" pitchFamily="2" charset="-122"/>
          </a:defRPr>
        </a:defPPr>
      </a:lstStyle>
    </a:lnDef>
  </a:objectDefaults>
  <a:extraClrSchemeLst>
    <a:extraClrScheme>
      <a:clrScheme name="Blueprint 1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2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3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4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4AF5D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5">
        <a:dk1>
          <a:srgbClr val="000000"/>
        </a:dk1>
        <a:lt1>
          <a:srgbClr val="FFFFFF"/>
        </a:lt1>
        <a:dk2>
          <a:srgbClr val="003366"/>
        </a:dk2>
        <a:lt2>
          <a:srgbClr val="CCFFCC"/>
        </a:lt2>
        <a:accent1>
          <a:srgbClr val="006699"/>
        </a:accent1>
        <a:accent2>
          <a:srgbClr val="009999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99CC"/>
        </a:hlink>
        <a:folHlink>
          <a:srgbClr val="0045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6">
        <a:dk1>
          <a:srgbClr val="000000"/>
        </a:dk1>
        <a:lt1>
          <a:srgbClr val="FFFFFF"/>
        </a:lt1>
        <a:dk2>
          <a:srgbClr val="004A48"/>
        </a:dk2>
        <a:lt2>
          <a:srgbClr val="33CCCC"/>
        </a:lt2>
        <a:accent1>
          <a:srgbClr val="006699"/>
        </a:accent1>
        <a:accent2>
          <a:srgbClr val="009999"/>
        </a:accent2>
        <a:accent3>
          <a:srgbClr val="AAB1B1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CC99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7">
        <a:dk1>
          <a:srgbClr val="000000"/>
        </a:dk1>
        <a:lt1>
          <a:srgbClr val="FFFFFF"/>
        </a:lt1>
        <a:dk2>
          <a:srgbClr val="333300"/>
        </a:dk2>
        <a:lt2>
          <a:srgbClr val="FFFFCC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808000"/>
        </a:hlink>
        <a:folHlink>
          <a:srgbClr val="525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8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3"/>
        </a:accent5>
        <a:accent6>
          <a:srgbClr val="73B0B5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4.xml><?xml version="1.0" encoding="utf-8"?>
<a:theme xmlns:a="http://schemas.openxmlformats.org/drawingml/2006/main" name="33_Blueprint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0000FF"/>
      </a:hlink>
      <a:folHlink>
        <a:srgbClr val="3333FF"/>
      </a:folHlink>
    </a:clrScheme>
    <a:fontScheme name="Blueprint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0000" tIns="46800" rIns="90000" bIns="4680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华文中宋" panose="0201060004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0000" tIns="46800" rIns="90000" bIns="4680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华文中宋" panose="02010600040101010101" pitchFamily="2" charset="-122"/>
          </a:defRPr>
        </a:defPPr>
      </a:lstStyle>
    </a:lnDef>
  </a:objectDefaults>
  <a:extraClrSchemeLst>
    <a:extraClrScheme>
      <a:clrScheme name="Blueprint 1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2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3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4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4AF5D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5">
        <a:dk1>
          <a:srgbClr val="000000"/>
        </a:dk1>
        <a:lt1>
          <a:srgbClr val="FFFFFF"/>
        </a:lt1>
        <a:dk2>
          <a:srgbClr val="003366"/>
        </a:dk2>
        <a:lt2>
          <a:srgbClr val="CCFFCC"/>
        </a:lt2>
        <a:accent1>
          <a:srgbClr val="006699"/>
        </a:accent1>
        <a:accent2>
          <a:srgbClr val="009999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99CC"/>
        </a:hlink>
        <a:folHlink>
          <a:srgbClr val="0045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6">
        <a:dk1>
          <a:srgbClr val="000000"/>
        </a:dk1>
        <a:lt1>
          <a:srgbClr val="FFFFFF"/>
        </a:lt1>
        <a:dk2>
          <a:srgbClr val="004A48"/>
        </a:dk2>
        <a:lt2>
          <a:srgbClr val="33CCCC"/>
        </a:lt2>
        <a:accent1>
          <a:srgbClr val="006699"/>
        </a:accent1>
        <a:accent2>
          <a:srgbClr val="009999"/>
        </a:accent2>
        <a:accent3>
          <a:srgbClr val="AAB1B1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CC99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7">
        <a:dk1>
          <a:srgbClr val="000000"/>
        </a:dk1>
        <a:lt1>
          <a:srgbClr val="FFFFFF"/>
        </a:lt1>
        <a:dk2>
          <a:srgbClr val="333300"/>
        </a:dk2>
        <a:lt2>
          <a:srgbClr val="FFFFCC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808000"/>
        </a:hlink>
        <a:folHlink>
          <a:srgbClr val="525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8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3"/>
        </a:accent5>
        <a:accent6>
          <a:srgbClr val="73B0B5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5.xml><?xml version="1.0" encoding="utf-8"?>
<a:theme xmlns:a="http://schemas.openxmlformats.org/drawingml/2006/main" name="2_Blueprint">
  <a:themeElements>
    <a:clrScheme name="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0000FF"/>
      </a:hlink>
      <a:folHlink>
        <a:srgbClr val="3333FF"/>
      </a:folHlink>
    </a:clrScheme>
    <a:fontScheme name="Blueprint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0000" tIns="46800" rIns="90000" bIns="4680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华文中宋" panose="0201060004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0000" tIns="46800" rIns="90000" bIns="4680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华文中宋" panose="02010600040101010101" pitchFamily="2" charset="-122"/>
          </a:defRPr>
        </a:defPPr>
      </a:lstStyle>
    </a:lnDef>
  </a:objectDefaults>
  <a:extraClrSchemeLst>
    <a:extraClrScheme>
      <a:clrScheme name="Blueprint 1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2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3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4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4AF5D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5">
        <a:dk1>
          <a:srgbClr val="000000"/>
        </a:dk1>
        <a:lt1>
          <a:srgbClr val="FFFFFF"/>
        </a:lt1>
        <a:dk2>
          <a:srgbClr val="003366"/>
        </a:dk2>
        <a:lt2>
          <a:srgbClr val="CCFFCC"/>
        </a:lt2>
        <a:accent1>
          <a:srgbClr val="006699"/>
        </a:accent1>
        <a:accent2>
          <a:srgbClr val="009999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99CC"/>
        </a:hlink>
        <a:folHlink>
          <a:srgbClr val="0045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6">
        <a:dk1>
          <a:srgbClr val="000000"/>
        </a:dk1>
        <a:lt1>
          <a:srgbClr val="FFFFFF"/>
        </a:lt1>
        <a:dk2>
          <a:srgbClr val="004A48"/>
        </a:dk2>
        <a:lt2>
          <a:srgbClr val="33CCCC"/>
        </a:lt2>
        <a:accent1>
          <a:srgbClr val="006699"/>
        </a:accent1>
        <a:accent2>
          <a:srgbClr val="009999"/>
        </a:accent2>
        <a:accent3>
          <a:srgbClr val="AAB1B1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CC99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7">
        <a:dk1>
          <a:srgbClr val="000000"/>
        </a:dk1>
        <a:lt1>
          <a:srgbClr val="FFFFFF"/>
        </a:lt1>
        <a:dk2>
          <a:srgbClr val="333300"/>
        </a:dk2>
        <a:lt2>
          <a:srgbClr val="FFFFCC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808000"/>
        </a:hlink>
        <a:folHlink>
          <a:srgbClr val="525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8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3"/>
        </a:accent5>
        <a:accent6>
          <a:srgbClr val="73B0B5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6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Designs\Blueprint.pot</Template>
  <TotalTime>0</TotalTime>
  <Words>11481</Words>
  <Application>WPS 演示</Application>
  <PresentationFormat>全屏显示(4:3)</PresentationFormat>
  <Paragraphs>1195</Paragraphs>
  <Slides>52</Slides>
  <Notes>10</Notes>
  <HiddenSlides>3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25</vt:i4>
      </vt:variant>
      <vt:variant>
        <vt:lpstr>嵌入 OLE 服务器</vt:lpstr>
      </vt:variant>
      <vt:variant>
        <vt:i4>41</vt:i4>
      </vt:variant>
      <vt:variant>
        <vt:lpstr>幻灯片标题</vt:lpstr>
      </vt:variant>
      <vt:variant>
        <vt:i4>52</vt:i4>
      </vt:variant>
    </vt:vector>
  </HeadingPairs>
  <TitlesOfParts>
    <vt:vector size="132" baseType="lpstr">
      <vt:lpstr>Arial</vt:lpstr>
      <vt:lpstr>宋体</vt:lpstr>
      <vt:lpstr>Wingdings</vt:lpstr>
      <vt:lpstr>Tahoma</vt:lpstr>
      <vt:lpstr>华文中宋</vt:lpstr>
      <vt:lpstr>Times New Roman</vt:lpstr>
      <vt:lpstr>黑体</vt:lpstr>
      <vt:lpstr>微软雅黑</vt:lpstr>
      <vt:lpstr>Arial Unicode MS</vt:lpstr>
      <vt:lpstr>Calibri</vt:lpstr>
      <vt:lpstr>幼圆</vt:lpstr>
      <vt:lpstr>Cambria Math</vt:lpstr>
      <vt:lpstr>楷体_GB2312</vt:lpstr>
      <vt:lpstr>新宋体</vt:lpstr>
      <vt:lpstr>Blueprint</vt:lpstr>
      <vt:lpstr>1_Blueprint</vt:lpstr>
      <vt:lpstr>18_Blueprint</vt:lpstr>
      <vt:lpstr>3_Blueprint</vt:lpstr>
      <vt:lpstr>4_Blueprint</vt:lpstr>
      <vt:lpstr>11_Blueprint</vt:lpstr>
      <vt:lpstr>22_Blueprint</vt:lpstr>
      <vt:lpstr>26_Blueprint</vt:lpstr>
      <vt:lpstr>27_Blueprint</vt:lpstr>
      <vt:lpstr>29_Blueprint</vt:lpstr>
      <vt:lpstr>30_Blueprint</vt:lpstr>
      <vt:lpstr>31_Blueprint</vt:lpstr>
      <vt:lpstr>32_Blueprint</vt:lpstr>
      <vt:lpstr>35_Blueprint</vt:lpstr>
      <vt:lpstr>39_Blueprint</vt:lpstr>
      <vt:lpstr>12_Blueprint</vt:lpstr>
      <vt:lpstr>10_Blueprint</vt:lpstr>
      <vt:lpstr>7_Blueprint</vt:lpstr>
      <vt:lpstr>23_Blueprint</vt:lpstr>
      <vt:lpstr>24_Blueprint</vt:lpstr>
      <vt:lpstr>16_Blueprint</vt:lpstr>
      <vt:lpstr>25_Blueprint</vt:lpstr>
      <vt:lpstr>28_Blueprint</vt:lpstr>
      <vt:lpstr>33_Blueprint</vt:lpstr>
      <vt:lpstr>2_Blueprint</vt:lpstr>
      <vt:lpstr>Equation.KSEE3</vt:lpstr>
      <vt:lpstr>Equation.3</vt:lpstr>
      <vt:lpstr>Equation.3</vt:lpstr>
      <vt:lpstr>Equation.3</vt:lpstr>
      <vt:lpstr>Equation.3</vt:lpstr>
      <vt:lpstr>Equation.KSEE3</vt:lpstr>
      <vt:lpstr>Equation.KSEE3</vt:lpstr>
      <vt:lpstr>Equation.KSEE3</vt:lpstr>
      <vt:lpstr>Paint.Picture</vt:lpstr>
      <vt:lpstr>Paint.Picture</vt:lpstr>
      <vt:lpstr>Paint.Picture</vt:lpstr>
      <vt:lpstr>Equation.3</vt:lpstr>
      <vt:lpstr>Equation.KSEE3</vt:lpstr>
      <vt:lpstr>Equation.KSEE3</vt:lpstr>
      <vt:lpstr>Equation.KSEE3</vt:lpstr>
      <vt:lpstr>Equation.KSEE3</vt:lpstr>
      <vt:lpstr>Equation.KSEE3</vt:lpstr>
      <vt:lpstr>Equation.3</vt:lpstr>
      <vt:lpstr>Equation.KSEE3</vt:lpstr>
      <vt:lpstr>Equation.KSEE3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Equation.DSMT4</vt:lpstr>
      <vt:lpstr>Equation.3</vt:lpstr>
      <vt:lpstr>Equation.3</vt:lpstr>
      <vt:lpstr>Paint.Picture</vt:lpstr>
      <vt:lpstr>Equation.3</vt:lpstr>
      <vt:lpstr>Equation.3</vt:lpstr>
      <vt:lpstr>Equation.3</vt:lpstr>
      <vt:lpstr>Equation.3</vt:lpstr>
      <vt:lpstr>Equation.3</vt:lpstr>
      <vt:lpstr>Equation.3</vt:lpstr>
      <vt:lpstr>Paint.Picture</vt:lpstr>
      <vt:lpstr>第3.6章（二）  滑动轴承</vt:lpstr>
      <vt:lpstr>第3.6章（二）    滑动轴承</vt:lpstr>
      <vt:lpstr>3.6-8 滑动轴承类型特点和应用</vt:lpstr>
      <vt:lpstr>3.6-8滑动轴承类型特点和应用</vt:lpstr>
      <vt:lpstr>3.6-8 滑动轴承类型特点和应用</vt:lpstr>
      <vt:lpstr>3.6-8 滑动轴承类型特点和应用</vt:lpstr>
      <vt:lpstr>3.6-8 滑动轴承类型特点和应用</vt:lpstr>
      <vt:lpstr>3.6-9 滑动轴承结构与材料</vt:lpstr>
      <vt:lpstr>3.6-9 滑动轴承结构与材料</vt:lpstr>
      <vt:lpstr>3.6-9 滑动轴承结构与材料</vt:lpstr>
      <vt:lpstr>3.6-9 滑动轴承结构与材料</vt:lpstr>
      <vt:lpstr>3.6-9滑动轴承结构与材料</vt:lpstr>
      <vt:lpstr>3.6-9 滑动轴承结构与材料</vt:lpstr>
      <vt:lpstr>3.6-9 滑动轴承结构与材料</vt:lpstr>
      <vt:lpstr>3.6-9 滑动轴承结构与材料</vt:lpstr>
      <vt:lpstr>3.6-9 滑动轴承结构与材料</vt:lpstr>
      <vt:lpstr>3.6-9 滑动轴承结构与材料</vt:lpstr>
      <vt:lpstr>3.6-9 滑动轴承结构与材料</vt:lpstr>
      <vt:lpstr>3.6-9 滑动轴承结构与材料</vt:lpstr>
      <vt:lpstr>3.6-9 滑动轴承结构与材料</vt:lpstr>
      <vt:lpstr>滑动轴承润滑剂的选择2</vt:lpstr>
      <vt:lpstr>滑动轴承润滑剂的选择1</vt:lpstr>
      <vt:lpstr>滑动轴承润滑剂的选择1</vt:lpstr>
      <vt:lpstr>3.6-11 不完全液体润滑滑动轴承设计计算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3.6-11 不完全液体润滑滑动轴承设计计算</vt:lpstr>
      <vt:lpstr>3.6-12 流体润滑滑动轴承的润滑机理</vt:lpstr>
      <vt:lpstr>3.6-12 流体动力润滑原理</vt:lpstr>
      <vt:lpstr>PowerPoint 演示文稿</vt:lpstr>
      <vt:lpstr>3.6-12 流体润滑滑动轴承的润滑机理</vt:lpstr>
      <vt:lpstr>PowerPoint 演示文稿</vt:lpstr>
      <vt:lpstr>PowerPoint 演示文稿</vt:lpstr>
      <vt:lpstr>3.6-12 流体润滑滑动轴承的润滑机理</vt:lpstr>
      <vt:lpstr>3.6-12 流体润滑滑动轴承的润滑机理</vt:lpstr>
      <vt:lpstr>PowerPoint 演示文稿</vt:lpstr>
      <vt:lpstr>3.6-12 流体润滑滑动轴承的润滑机理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其他形式滑动轴承简介</vt:lpstr>
      <vt:lpstr>滑动轴承结构</vt:lpstr>
      <vt:lpstr>滑动轴承结构与材料</vt:lpstr>
      <vt:lpstr>不完全液体润滑滑动轴承设计计算</vt:lpstr>
      <vt:lpstr>液体动力润滑径向滑动轴承设计计算</vt:lpstr>
    </vt:vector>
  </TitlesOfParts>
  <Company>nwpu209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wuliyan</dc:creator>
  <cp:lastModifiedBy>22725</cp:lastModifiedBy>
  <cp:revision>412</cp:revision>
  <dcterms:created xsi:type="dcterms:W3CDTF">2002-03-15T12:39:00Z</dcterms:created>
  <dcterms:modified xsi:type="dcterms:W3CDTF">2025-11-06T05:02:41Z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840A4EBB543B47E18CFCDB8BEE57DBB2_13</vt:lpwstr>
  </property>
</Properties>
</file>