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gif" ContentType="image/gi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 id="2147483696" r:id="rId6"/>
    <p:sldMasterId id="2147483708" r:id="rId7"/>
    <p:sldMasterId id="2147483720" r:id="rId8"/>
  </p:sldMasterIdLst>
  <p:notesMasterIdLst>
    <p:notesMasterId r:id="rId14"/>
  </p:notesMasterIdLst>
  <p:sldIdLst>
    <p:sldId id="256" r:id="rId9"/>
    <p:sldId id="403" r:id="rId10"/>
    <p:sldId id="404" r:id="rId11"/>
    <p:sldId id="408" r:id="rId12"/>
    <p:sldId id="406" r:id="rId13"/>
    <p:sldId id="465" r:id="rId15"/>
    <p:sldId id="466" r:id="rId16"/>
    <p:sldId id="445" r:id="rId17"/>
    <p:sldId id="409" r:id="rId18"/>
    <p:sldId id="467" r:id="rId19"/>
    <p:sldId id="410" r:id="rId20"/>
    <p:sldId id="411" r:id="rId21"/>
    <p:sldId id="412" r:id="rId22"/>
    <p:sldId id="413" r:id="rId23"/>
    <p:sldId id="414" r:id="rId24"/>
    <p:sldId id="423" r:id="rId25"/>
    <p:sldId id="415" r:id="rId26"/>
    <p:sldId id="416" r:id="rId27"/>
    <p:sldId id="424" r:id="rId28"/>
    <p:sldId id="417" r:id="rId29"/>
    <p:sldId id="418" r:id="rId30"/>
    <p:sldId id="462" r:id="rId31"/>
    <p:sldId id="419" r:id="rId32"/>
    <p:sldId id="420" r:id="rId33"/>
    <p:sldId id="464" r:id="rId34"/>
  </p:sldIdLst>
  <p:sldSz cx="9144000" cy="6858000" type="screen4x3"/>
  <p:notesSz cx="6858000" cy="9144000"/>
  <p:custDataLst>
    <p:tags r:id="rId39"/>
  </p:custDataLst>
  <p:defaultTextStyle>
    <a:defPPr>
      <a:defRPr lang="zh-CN"/>
    </a:defPPr>
    <a:lvl1pPr marL="0" lvl="0" indent="0" algn="l" defTabSz="914400" rtl="0" eaLnBrk="0" fontAlgn="base" latinLnBrk="0" hangingPunct="0">
      <a:lnSpc>
        <a:spcPct val="100000"/>
      </a:lnSpc>
      <a:spcBef>
        <a:spcPct val="0"/>
      </a:spcBef>
      <a:spcAft>
        <a:spcPct val="0"/>
      </a:spcAft>
      <a:buNone/>
      <a:defRPr sz="2000" b="0" i="0" u="none" kern="1200" baseline="0">
        <a:solidFill>
          <a:srgbClr val="000099"/>
        </a:solidFill>
        <a:latin typeface="Times New Roman" panose="02020603050405020304" pitchFamily="18" charset="0"/>
        <a:ea typeface="华文中宋" panose="0201060004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rgbClr val="000099"/>
        </a:solidFill>
        <a:latin typeface="Times New Roman" panose="02020603050405020304" pitchFamily="18" charset="0"/>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rgbClr val="000099"/>
        </a:solidFill>
        <a:latin typeface="Times New Roman" panose="02020603050405020304" pitchFamily="18" charset="0"/>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rgbClr val="000099"/>
        </a:solidFill>
        <a:latin typeface="Times New Roman" panose="02020603050405020304" pitchFamily="18" charset="0"/>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rgbClr val="000099"/>
        </a:solidFill>
        <a:latin typeface="Times New Roman" panose="02020603050405020304" pitchFamily="18" charset="0"/>
        <a:ea typeface="华文中宋" panose="0201060004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000" b="0" i="0" u="none" kern="1200" baseline="0">
        <a:solidFill>
          <a:srgbClr val="000099"/>
        </a:solidFill>
        <a:latin typeface="Times New Roman" panose="02020603050405020304" pitchFamily="18" charset="0"/>
        <a:ea typeface="华文中宋" panose="0201060004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000" b="0" i="0" u="none" kern="1200" baseline="0">
        <a:solidFill>
          <a:srgbClr val="000099"/>
        </a:solidFill>
        <a:latin typeface="Times New Roman" panose="02020603050405020304" pitchFamily="18" charset="0"/>
        <a:ea typeface="华文中宋" panose="0201060004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000" b="0" i="0" u="none" kern="1200" baseline="0">
        <a:solidFill>
          <a:srgbClr val="000099"/>
        </a:solidFill>
        <a:latin typeface="Times New Roman" panose="02020603050405020304" pitchFamily="18" charset="0"/>
        <a:ea typeface="华文中宋" panose="0201060004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000" b="0" i="0" u="none" kern="1200" baseline="0">
        <a:solidFill>
          <a:srgbClr val="000099"/>
        </a:solidFill>
        <a:latin typeface="Times New Roman" panose="02020603050405020304" pitchFamily="18" charset="0"/>
        <a:ea typeface="华文中宋" panose="02010600040101010101" pitchFamily="2" charset="-122"/>
        <a:cs typeface="+mn-cs"/>
      </a:defRPr>
    </a:lvl9pPr>
  </p:defaultTextStyle>
  <p:extLst>
    <p:ext uri="{EFAFB233-063F-42B5-8137-9DF3F51BA10A}">
      <p15:sldGuideLst xmlns:p15="http://schemas.microsoft.com/office/powerpoint/2012/main">
        <p15:guide id="1" orient="horz" pos="2214" userDrawn="1">
          <p15:clr>
            <a:srgbClr val="A4A3A4"/>
          </p15:clr>
        </p15:guide>
        <p15:guide id="2" pos="290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作者" initials="A" lastIdx="0" clrIdx="0"/>
  <p:cmAuthor id="2" name="Administrat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2FDB2607-1784-4EEB-B798-7EB5836EED8A}">
        <p14:showMediaCtrls xmlns:p14="http://schemas.microsoft.com/office/powerpoint/2010/main" val="1"/>
      </p:ext>
    </p:extLst>
  </p:showPr>
  <p:clrMru>
    <a:srgbClr val="3333FF"/>
    <a:srgbClr val="003399"/>
    <a:srgbClr val="CC3300"/>
    <a:srgbClr val="000099"/>
    <a:srgbClr val="A50021"/>
    <a:srgbClr val="FF3300"/>
    <a:srgbClr val="0000FF"/>
    <a:srgbClr val="EB662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showOutlineIcons="0">
    <p:restoredLeft sz="15620"/>
    <p:restoredTop sz="94660"/>
  </p:normalViewPr>
  <p:slideViewPr>
    <p:cSldViewPr snapToGrid="0" showGuides="1">
      <p:cViewPr varScale="1">
        <p:scale>
          <a:sx n="88" d="100"/>
          <a:sy n="88" d="100"/>
        </p:scale>
        <p:origin x="1306" y="72"/>
      </p:cViewPr>
      <p:guideLst>
        <p:guide orient="horz" pos="2214"/>
        <p:guide pos="2900"/>
      </p:guideLst>
    </p:cSldViewPr>
  </p:slideViewPr>
  <p:outlineViewPr>
    <p:cViewPr>
      <p:scale>
        <a:sx n="25" d="100"/>
        <a:sy n="25" d="100"/>
      </p:scale>
      <p:origin x="0" y="0"/>
    </p:cViewPr>
  </p:outlineViewPr>
  <p:notesTextViewPr>
    <p:cViewPr>
      <p:scale>
        <a:sx n="100" d="100"/>
        <a:sy n="100" d="100"/>
      </p:scale>
      <p:origin x="0" y="0"/>
    </p:cViewPr>
  </p:notesTextViewPr>
  <p:sorterViewPr showFormatting="0">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1.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 Type="http://schemas.openxmlformats.org/officeDocument/2006/relationships/slideMaster" Target="slideMasters/slideMaster3.xml"/><Relationship Id="rId39" Type="http://schemas.openxmlformats.org/officeDocument/2006/relationships/tags" Target="tags/tag11.xml"/><Relationship Id="rId38" Type="http://schemas.openxmlformats.org/officeDocument/2006/relationships/commentAuthors" Target="commentAuthors.xml"/><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slide" Target="slides/slide25.xml"/><Relationship Id="rId33" Type="http://schemas.openxmlformats.org/officeDocument/2006/relationships/slide" Target="slides/slide24.xml"/><Relationship Id="rId32" Type="http://schemas.openxmlformats.org/officeDocument/2006/relationships/slide" Target="slides/slide23.xml"/><Relationship Id="rId31" Type="http://schemas.openxmlformats.org/officeDocument/2006/relationships/slide" Target="slides/slide22.xml"/><Relationship Id="rId30" Type="http://schemas.openxmlformats.org/officeDocument/2006/relationships/slide" Target="slides/slide21.xml"/><Relationship Id="rId3" Type="http://schemas.openxmlformats.org/officeDocument/2006/relationships/slideMaster" Target="slideMasters/slideMaster2.xml"/><Relationship Id="rId29" Type="http://schemas.openxmlformats.org/officeDocument/2006/relationships/slide" Target="slides/slide20.xml"/><Relationship Id="rId28" Type="http://schemas.openxmlformats.org/officeDocument/2006/relationships/slide" Target="slides/slide19.xml"/><Relationship Id="rId27" Type="http://schemas.openxmlformats.org/officeDocument/2006/relationships/slide" Target="slides/slide18.xml"/><Relationship Id="rId26" Type="http://schemas.openxmlformats.org/officeDocument/2006/relationships/slide" Target="slides/slide17.xml"/><Relationship Id="rId25" Type="http://schemas.openxmlformats.org/officeDocument/2006/relationships/slide" Target="slides/slide16.xml"/><Relationship Id="rId24" Type="http://schemas.openxmlformats.org/officeDocument/2006/relationships/slide" Target="slides/slide15.xml"/><Relationship Id="rId23" Type="http://schemas.openxmlformats.org/officeDocument/2006/relationships/slide" Target="slides/slide14.xml"/><Relationship Id="rId22" Type="http://schemas.openxmlformats.org/officeDocument/2006/relationships/slide" Target="slides/slide13.xml"/><Relationship Id="rId21" Type="http://schemas.openxmlformats.org/officeDocument/2006/relationships/slide" Target="slides/slide12.xml"/><Relationship Id="rId20" Type="http://schemas.openxmlformats.org/officeDocument/2006/relationships/slide" Target="slides/slide11.xml"/><Relationship Id="rId2" Type="http://schemas.openxmlformats.org/officeDocument/2006/relationships/theme" Target="theme/theme1.xml"/><Relationship Id="rId19" Type="http://schemas.openxmlformats.org/officeDocument/2006/relationships/slide" Target="slides/slide10.xml"/><Relationship Id="rId18" Type="http://schemas.openxmlformats.org/officeDocument/2006/relationships/slide" Target="slides/slide9.xml"/><Relationship Id="rId17" Type="http://schemas.openxmlformats.org/officeDocument/2006/relationships/slide" Target="slides/slide8.xml"/><Relationship Id="rId16" Type="http://schemas.openxmlformats.org/officeDocument/2006/relationships/slide" Target="slides/slide7.xml"/><Relationship Id="rId15" Type="http://schemas.openxmlformats.org/officeDocument/2006/relationships/slide" Target="slides/slide6.xml"/><Relationship Id="rId14" Type="http://schemas.openxmlformats.org/officeDocument/2006/relationships/notesMaster" Target="notesMasters/notesMaster1.xml"/><Relationship Id="rId13" Type="http://schemas.openxmlformats.org/officeDocument/2006/relationships/slide" Target="slides/slide5.xml"/><Relationship Id="rId12" Type="http://schemas.openxmlformats.org/officeDocument/2006/relationships/slide" Target="slides/slide4.xml"/><Relationship Id="rId11" Type="http://schemas.openxmlformats.org/officeDocument/2006/relationships/slide" Target="slides/slide3.xml"/><Relationship Id="rId10" Type="http://schemas.openxmlformats.org/officeDocument/2006/relationships/slide" Target="slides/slide2.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image" Target="../media/image1.png"/></Relationships>
</file>

<file path=ppt/drawings/_rels/vmlDrawing3.v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image" Target="../media/image1.png"/></Relationships>
</file>

<file path=ppt/drawings/_rels/vmlDrawing4.v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image" Target="../media/image1.png"/></Relationships>
</file>

<file path=ppt/drawings/_rels/vmlDrawing5.v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image" Target="../media/image1.png"/></Relationships>
</file>

<file path=ppt/drawings/_rels/vmlDrawing6.v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image" Target="../media/image1.png"/></Relationships>
</file>

<file path=ppt/drawings/_rels/vmlDrawing7.v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image" Target="../media/image1.png"/></Relationships>
</file>

<file path=ppt/drawings/_rels/vmlDrawing8.v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image" Target="../media/image28.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image" Target="../media/image33.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41.wmf"/></Relationships>
</file>

<file path=ppt/drawings/_rels/vmlDrawing12.vml.rels><?xml version="1.0" encoding="UTF-8" standalone="yes"?>
<Relationships xmlns="http://schemas.openxmlformats.org/package/2006/relationships"><Relationship Id="rId4" Type="http://schemas.openxmlformats.org/officeDocument/2006/relationships/image" Target="../media/image61.wmf"/><Relationship Id="rId3" Type="http://schemas.openxmlformats.org/officeDocument/2006/relationships/image" Target="../media/image60.wmf"/><Relationship Id="rId2" Type="http://schemas.openxmlformats.org/officeDocument/2006/relationships/image" Target="../media/image59.wmf"/><Relationship Id="rId1" Type="http://schemas.openxmlformats.org/officeDocument/2006/relationships/image" Target="../media/image5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9625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a:solidFill>
                  <a:schemeClr val="tx1"/>
                </a:solidFill>
                <a:latin typeface="Tahoma" panose="020B060403050404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96259"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a:solidFill>
                  <a:schemeClr val="tx1"/>
                </a:solidFill>
                <a:latin typeface="Tahoma" panose="020B060403050404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3076" name="Rectangle 4"/>
          <p:cNvSpPr>
            <a:spLocks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96261"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第二级</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第三级</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第四级</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第五级</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6262"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a:solidFill>
                  <a:schemeClr val="tx1"/>
                </a:solidFill>
                <a:latin typeface="Tahoma" panose="020B060403050404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96263"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a:solidFill>
                  <a:schemeClr val="tx1"/>
                </a:solidFill>
                <a:latin typeface="Tahoma" panose="020B060403050404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70FCF470-C403-47F5-B11C-4208062D6B5D}" type="slidenum">
              <a:rPr kumimoji="1" lang="en-US" altLang="zh-CN" sz="1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TD</a:t>
            </a:r>
            <a:r>
              <a:rPr lang="zh-CN" altLang="en-US"/>
              <a:t>：以胶带为牵引构件</a:t>
            </a:r>
            <a:endParaRPr lang="zh-CN" altLang="en-US"/>
          </a:p>
          <a:p>
            <a:r>
              <a:rPr lang="en-US" altLang="zh-CN"/>
              <a:t>TG</a:t>
            </a:r>
            <a:r>
              <a:rPr lang="zh-CN" altLang="en-US"/>
              <a:t>：加强型胶带为牵引构件</a:t>
            </a:r>
            <a:endParaRPr lang="zh-CN" altLang="en-US"/>
          </a:p>
          <a:p>
            <a:r>
              <a:rPr lang="en-US" altLang="zh-CN"/>
              <a:t>TH</a:t>
            </a:r>
            <a:r>
              <a:rPr lang="zh-CN" altLang="en-US"/>
              <a:t>：以圆环链为牵引构件</a:t>
            </a:r>
            <a:endParaRPr lang="zh-CN" altLang="en-US"/>
          </a:p>
          <a:p>
            <a:r>
              <a:rPr lang="en-US" altLang="zh-CN"/>
              <a:t>TB</a:t>
            </a:r>
            <a:r>
              <a:rPr lang="zh-CN" altLang="en-US"/>
              <a:t>：板式套筒滚子链为牵引构件</a:t>
            </a:r>
            <a:endParaRPr lang="zh-CN" altLang="en-US"/>
          </a:p>
          <a:p>
            <a:r>
              <a:rPr lang="en-US" altLang="zh-CN"/>
              <a:t>NE</a:t>
            </a:r>
            <a:r>
              <a:rPr lang="zh-CN" altLang="en-US"/>
              <a:t>：新型的板链式，高强度耐磨的板式滚子链</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grpSp>
        <p:nvGrpSpPr>
          <p:cNvPr id="2050" name="Group 2"/>
          <p:cNvGrpSpPr/>
          <p:nvPr/>
        </p:nvGrpSpPr>
        <p:grpSpPr>
          <a:xfrm>
            <a:off x="0" y="0"/>
            <a:ext cx="9144000" cy="6858000"/>
            <a:chOff x="0" y="0"/>
            <a:chExt cx="5760" cy="4320"/>
          </a:xfrm>
        </p:grpSpPr>
        <p:grpSp>
          <p:nvGrpSpPr>
            <p:cNvPr id="2054" name="Group 3"/>
            <p:cNvGrpSpPr/>
            <p:nvPr/>
          </p:nvGrpSpPr>
          <p:grpSpPr>
            <a:xfrm>
              <a:off x="0" y="0"/>
              <a:ext cx="5760" cy="4320"/>
              <a:chOff x="0" y="0"/>
              <a:chExt cx="5760" cy="4320"/>
            </a:xfrm>
          </p:grpSpPr>
          <p:sp>
            <p:nvSpPr>
              <p:cNvPr id="21" name="Rectangle 4"/>
              <p:cNvSpPr>
                <a:spLocks noChangeArrowheads="1"/>
              </p:cNvSpPr>
              <p:nvPr/>
            </p:nvSpPr>
            <p:spPr bwMode="ltGray">
              <a:xfrm>
                <a:off x="2112" y="0"/>
                <a:ext cx="3648" cy="96"/>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000" b="0" i="0" u="none" strike="noStrike" kern="1200" cap="none" spc="0" normalizeH="0" baseline="0" noProof="0" smtClean="0">
                  <a:ln>
                    <a:noFill/>
                  </a:ln>
                  <a:solidFill>
                    <a:srgbClr val="000099"/>
                  </a:solidFill>
                  <a:effectLst/>
                  <a:uLnTx/>
                  <a:uFillTx/>
                  <a:latin typeface="Times New Roman" panose="02020603050405020304" pitchFamily="18" charset="0"/>
                  <a:ea typeface="华文中宋" panose="02010600040101010101" pitchFamily="2" charset="-122"/>
                  <a:cs typeface="+mn-cs"/>
                </a:endParaRPr>
              </a:p>
            </p:txBody>
          </p:sp>
          <p:grpSp>
            <p:nvGrpSpPr>
              <p:cNvPr id="2065" name="Group 5"/>
              <p:cNvGrpSpPr/>
              <p:nvPr userDrawn="1"/>
            </p:nvGrpSpPr>
            <p:grpSpPr>
              <a:xfrm>
                <a:off x="0" y="0"/>
                <a:ext cx="5760" cy="4320"/>
                <a:chOff x="0" y="0"/>
                <a:chExt cx="5760" cy="4320"/>
              </a:xfrm>
            </p:grpSpPr>
            <p:sp>
              <p:nvSpPr>
                <p:cNvPr id="2067" name="Line 6"/>
                <p:cNvSpPr/>
                <p:nvPr/>
              </p:nvSpPr>
              <p:spPr>
                <a:xfrm>
                  <a:off x="0" y="19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68" name="Line 7"/>
                <p:cNvSpPr/>
                <p:nvPr/>
              </p:nvSpPr>
              <p:spPr>
                <a:xfrm>
                  <a:off x="0" y="38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69" name="Line 8"/>
                <p:cNvSpPr/>
                <p:nvPr/>
              </p:nvSpPr>
              <p:spPr>
                <a:xfrm>
                  <a:off x="0" y="57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0" name="Line 9"/>
                <p:cNvSpPr/>
                <p:nvPr/>
              </p:nvSpPr>
              <p:spPr>
                <a:xfrm>
                  <a:off x="0" y="76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1" name="Line 10"/>
                <p:cNvSpPr/>
                <p:nvPr/>
              </p:nvSpPr>
              <p:spPr>
                <a:xfrm>
                  <a:off x="0" y="96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2" name="Line 11"/>
                <p:cNvSpPr/>
                <p:nvPr/>
              </p:nvSpPr>
              <p:spPr>
                <a:xfrm>
                  <a:off x="0" y="115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3" name="Line 12"/>
                <p:cNvSpPr/>
                <p:nvPr/>
              </p:nvSpPr>
              <p:spPr>
                <a:xfrm>
                  <a:off x="0" y="134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4" name="Line 13"/>
                <p:cNvSpPr/>
                <p:nvPr/>
              </p:nvSpPr>
              <p:spPr>
                <a:xfrm>
                  <a:off x="0" y="153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5" name="Line 14"/>
                <p:cNvSpPr/>
                <p:nvPr/>
              </p:nvSpPr>
              <p:spPr>
                <a:xfrm>
                  <a:off x="0" y="172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6" name="Line 15"/>
                <p:cNvSpPr/>
                <p:nvPr/>
              </p:nvSpPr>
              <p:spPr>
                <a:xfrm>
                  <a:off x="0" y="192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7" name="Line 16"/>
                <p:cNvSpPr/>
                <p:nvPr/>
              </p:nvSpPr>
              <p:spPr>
                <a:xfrm>
                  <a:off x="0" y="211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8" name="Line 17"/>
                <p:cNvSpPr/>
                <p:nvPr/>
              </p:nvSpPr>
              <p:spPr>
                <a:xfrm>
                  <a:off x="0" y="230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9" name="Line 18"/>
                <p:cNvSpPr/>
                <p:nvPr/>
              </p:nvSpPr>
              <p:spPr>
                <a:xfrm>
                  <a:off x="0" y="249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0" name="Line 19"/>
                <p:cNvSpPr/>
                <p:nvPr/>
              </p:nvSpPr>
              <p:spPr>
                <a:xfrm>
                  <a:off x="0" y="268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1" name="Line 20"/>
                <p:cNvSpPr/>
                <p:nvPr/>
              </p:nvSpPr>
              <p:spPr>
                <a:xfrm>
                  <a:off x="0" y="288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2" name="Line 21"/>
                <p:cNvSpPr/>
                <p:nvPr/>
              </p:nvSpPr>
              <p:spPr>
                <a:xfrm>
                  <a:off x="0" y="307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3" name="Line 22"/>
                <p:cNvSpPr/>
                <p:nvPr/>
              </p:nvSpPr>
              <p:spPr>
                <a:xfrm>
                  <a:off x="0" y="326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4" name="Line 23"/>
                <p:cNvSpPr/>
                <p:nvPr/>
              </p:nvSpPr>
              <p:spPr>
                <a:xfrm>
                  <a:off x="0" y="345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5" name="Line 24"/>
                <p:cNvSpPr/>
                <p:nvPr/>
              </p:nvSpPr>
              <p:spPr>
                <a:xfrm>
                  <a:off x="0" y="364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6" name="Line 25"/>
                <p:cNvSpPr/>
                <p:nvPr/>
              </p:nvSpPr>
              <p:spPr>
                <a:xfrm>
                  <a:off x="0" y="384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7" name="Line 26"/>
                <p:cNvSpPr/>
                <p:nvPr/>
              </p:nvSpPr>
              <p:spPr>
                <a:xfrm>
                  <a:off x="0" y="403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8" name="Line 27"/>
                <p:cNvSpPr/>
                <p:nvPr/>
              </p:nvSpPr>
              <p:spPr>
                <a:xfrm>
                  <a:off x="0" y="422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9" name="Line 28"/>
                <p:cNvSpPr/>
                <p:nvPr/>
              </p:nvSpPr>
              <p:spPr>
                <a:xfrm>
                  <a:off x="19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0" name="Line 29"/>
                <p:cNvSpPr/>
                <p:nvPr/>
              </p:nvSpPr>
              <p:spPr>
                <a:xfrm>
                  <a:off x="38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1" name="Line 30"/>
                <p:cNvSpPr/>
                <p:nvPr/>
              </p:nvSpPr>
              <p:spPr>
                <a:xfrm>
                  <a:off x="57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2" name="Line 31"/>
                <p:cNvSpPr/>
                <p:nvPr/>
              </p:nvSpPr>
              <p:spPr>
                <a:xfrm>
                  <a:off x="76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3" name="Line 32"/>
                <p:cNvSpPr/>
                <p:nvPr/>
              </p:nvSpPr>
              <p:spPr>
                <a:xfrm>
                  <a:off x="96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4" name="Line 33"/>
                <p:cNvSpPr/>
                <p:nvPr/>
              </p:nvSpPr>
              <p:spPr>
                <a:xfrm>
                  <a:off x="115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5" name="Line 34"/>
                <p:cNvSpPr/>
                <p:nvPr/>
              </p:nvSpPr>
              <p:spPr>
                <a:xfrm>
                  <a:off x="134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6" name="Line 35"/>
                <p:cNvSpPr/>
                <p:nvPr/>
              </p:nvSpPr>
              <p:spPr>
                <a:xfrm>
                  <a:off x="153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7" name="Line 36"/>
                <p:cNvSpPr/>
                <p:nvPr/>
              </p:nvSpPr>
              <p:spPr>
                <a:xfrm>
                  <a:off x="172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8" name="Line 37"/>
                <p:cNvSpPr/>
                <p:nvPr/>
              </p:nvSpPr>
              <p:spPr>
                <a:xfrm>
                  <a:off x="192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9" name="Line 38"/>
                <p:cNvSpPr/>
                <p:nvPr/>
              </p:nvSpPr>
              <p:spPr>
                <a:xfrm>
                  <a:off x="211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0" name="Line 39"/>
                <p:cNvSpPr/>
                <p:nvPr/>
              </p:nvSpPr>
              <p:spPr>
                <a:xfrm>
                  <a:off x="230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1" name="Line 40"/>
                <p:cNvSpPr/>
                <p:nvPr/>
              </p:nvSpPr>
              <p:spPr>
                <a:xfrm>
                  <a:off x="249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2" name="Line 41"/>
                <p:cNvSpPr/>
                <p:nvPr/>
              </p:nvSpPr>
              <p:spPr>
                <a:xfrm>
                  <a:off x="268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3" name="Line 42"/>
                <p:cNvSpPr/>
                <p:nvPr/>
              </p:nvSpPr>
              <p:spPr>
                <a:xfrm>
                  <a:off x="288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4" name="Line 43"/>
                <p:cNvSpPr/>
                <p:nvPr/>
              </p:nvSpPr>
              <p:spPr>
                <a:xfrm>
                  <a:off x="307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5" name="Line 44"/>
                <p:cNvSpPr/>
                <p:nvPr/>
              </p:nvSpPr>
              <p:spPr>
                <a:xfrm>
                  <a:off x="326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6" name="Line 45"/>
                <p:cNvSpPr/>
                <p:nvPr/>
              </p:nvSpPr>
              <p:spPr>
                <a:xfrm>
                  <a:off x="345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7" name="Line 46"/>
                <p:cNvSpPr/>
                <p:nvPr/>
              </p:nvSpPr>
              <p:spPr>
                <a:xfrm>
                  <a:off x="364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8" name="Line 47"/>
                <p:cNvSpPr/>
                <p:nvPr/>
              </p:nvSpPr>
              <p:spPr>
                <a:xfrm>
                  <a:off x="384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9" name="Line 48"/>
                <p:cNvSpPr/>
                <p:nvPr/>
              </p:nvSpPr>
              <p:spPr>
                <a:xfrm>
                  <a:off x="403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0" name="Line 49"/>
                <p:cNvSpPr/>
                <p:nvPr/>
              </p:nvSpPr>
              <p:spPr>
                <a:xfrm>
                  <a:off x="422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1" name="Line 50"/>
                <p:cNvSpPr/>
                <p:nvPr/>
              </p:nvSpPr>
              <p:spPr>
                <a:xfrm>
                  <a:off x="441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2" name="Line 51"/>
                <p:cNvSpPr/>
                <p:nvPr/>
              </p:nvSpPr>
              <p:spPr>
                <a:xfrm>
                  <a:off x="460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3" name="Line 52"/>
                <p:cNvSpPr/>
                <p:nvPr/>
              </p:nvSpPr>
              <p:spPr>
                <a:xfrm>
                  <a:off x="480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4" name="Line 53"/>
                <p:cNvSpPr/>
                <p:nvPr/>
              </p:nvSpPr>
              <p:spPr>
                <a:xfrm>
                  <a:off x="499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5" name="Line 54"/>
                <p:cNvSpPr/>
                <p:nvPr/>
              </p:nvSpPr>
              <p:spPr>
                <a:xfrm>
                  <a:off x="518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6" name="Line 55"/>
                <p:cNvSpPr/>
                <p:nvPr/>
              </p:nvSpPr>
              <p:spPr>
                <a:xfrm>
                  <a:off x="537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7" name="Line 56"/>
                <p:cNvSpPr/>
                <p:nvPr/>
              </p:nvSpPr>
              <p:spPr>
                <a:xfrm>
                  <a:off x="556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grpSp>
          <p:sp>
            <p:nvSpPr>
              <p:cNvPr id="2066" name="Line 57"/>
              <p:cNvSpPr/>
              <p:nvPr/>
            </p:nvSpPr>
            <p:spPr>
              <a:xfrm>
                <a:off x="5568" y="0"/>
                <a:ext cx="0" cy="1488"/>
              </a:xfrm>
              <a:prstGeom prst="line">
                <a:avLst/>
              </a:prstGeom>
              <a:ln w="9525" cap="flat" cmpd="sng">
                <a:solidFill>
                  <a:schemeClr val="hlink"/>
                </a:solidFill>
                <a:prstDash val="solid"/>
                <a:headEnd type="none" w="med" len="med"/>
                <a:tailEnd type="none" w="med" len="med"/>
              </a:ln>
            </p:spPr>
          </p:sp>
        </p:grpSp>
        <p:grpSp>
          <p:nvGrpSpPr>
            <p:cNvPr id="2055" name="Group 58"/>
            <p:cNvGrpSpPr/>
            <p:nvPr userDrawn="1"/>
          </p:nvGrpSpPr>
          <p:grpSpPr>
            <a:xfrm>
              <a:off x="3" y="559"/>
              <a:ext cx="4192" cy="1796"/>
              <a:chOff x="3" y="559"/>
              <a:chExt cx="4192" cy="1796"/>
            </a:xfrm>
          </p:grpSpPr>
          <p:sp>
            <p:nvSpPr>
              <p:cNvPr id="2060" name="Line 59"/>
              <p:cNvSpPr/>
              <p:nvPr/>
            </p:nvSpPr>
            <p:spPr>
              <a:xfrm>
                <a:off x="506" y="559"/>
                <a:ext cx="0" cy="1796"/>
              </a:xfrm>
              <a:prstGeom prst="line">
                <a:avLst/>
              </a:prstGeom>
              <a:ln w="9525" cap="flat" cmpd="sng">
                <a:solidFill>
                  <a:schemeClr val="hlink"/>
                </a:solidFill>
                <a:prstDash val="solid"/>
                <a:headEnd type="none" w="med" len="med"/>
                <a:tailEnd type="none" w="med" len="med"/>
              </a:ln>
            </p:spPr>
          </p:sp>
          <p:sp>
            <p:nvSpPr>
              <p:cNvPr id="2061" name="Line 60"/>
              <p:cNvSpPr/>
              <p:nvPr/>
            </p:nvSpPr>
            <p:spPr>
              <a:xfrm flipH="1" flipV="1">
                <a:off x="3" y="1924"/>
                <a:ext cx="3211" cy="1"/>
              </a:xfrm>
              <a:prstGeom prst="line">
                <a:avLst/>
              </a:prstGeom>
              <a:ln w="9525" cap="flat" cmpd="sng">
                <a:solidFill>
                  <a:schemeClr val="hlink"/>
                </a:solidFill>
                <a:prstDash val="solid"/>
                <a:headEnd type="none" w="med" len="med"/>
                <a:tailEnd type="none" w="med" len="med"/>
              </a:ln>
            </p:spPr>
          </p:sp>
          <p:sp>
            <p:nvSpPr>
              <p:cNvPr id="2062" name="Line 61"/>
              <p:cNvSpPr/>
              <p:nvPr/>
            </p:nvSpPr>
            <p:spPr>
              <a:xfrm flipH="1" flipV="1">
                <a:off x="384" y="938"/>
                <a:ext cx="3811" cy="1"/>
              </a:xfrm>
              <a:prstGeom prst="line">
                <a:avLst/>
              </a:prstGeom>
              <a:ln w="9525" cap="flat" cmpd="sng">
                <a:solidFill>
                  <a:schemeClr val="hlink"/>
                </a:solidFill>
                <a:prstDash val="solid"/>
                <a:headEnd type="none" w="med" len="med"/>
                <a:tailEnd type="none" w="med" len="med"/>
              </a:ln>
            </p:spPr>
          </p:sp>
          <p:sp>
            <p:nvSpPr>
              <p:cNvPr id="2063" name="Arc 62"/>
              <p:cNvSpPr/>
              <p:nvPr/>
            </p:nvSpPr>
            <p:spPr>
              <a:xfrm rot="-5400000" flipH="1">
                <a:off x="425" y="860"/>
                <a:ext cx="156" cy="157"/>
              </a:xfrm>
              <a:custGeom>
                <a:avLst/>
                <a:gdLst/>
                <a:ahLst/>
                <a:cxnLst>
                  <a:cxn ang="0">
                    <a:pos x="0" y="0"/>
                  </a:cxn>
                  <a:cxn ang="0">
                    <a:pos x="0" y="0"/>
                  </a:cxn>
                  <a:cxn ang="0">
                    <a:pos x="0" y="0"/>
                  </a:cxn>
                </a:cxnLst>
                <a:pathLst>
                  <a:path w="43195" h="43200" fill="none">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w="9525" cap="flat" cmpd="sng">
                <a:solidFill>
                  <a:schemeClr val="hlink">
                    <a:alpha val="100000"/>
                  </a:schemeClr>
                </a:solidFill>
                <a:prstDash val="solid"/>
                <a:round/>
                <a:headEnd type="none" w="med" len="med"/>
                <a:tailEnd type="none" w="med" len="med"/>
              </a:ln>
            </p:spPr>
            <p:txBody>
              <a:bodyPr/>
              <a:p>
                <a:endParaRPr lang="zh-CN" altLang="en-US"/>
              </a:p>
            </p:txBody>
          </p:sp>
        </p:grpSp>
        <p:grpSp>
          <p:nvGrpSpPr>
            <p:cNvPr id="2056" name="Group 63"/>
            <p:cNvGrpSpPr/>
            <p:nvPr userDrawn="1"/>
          </p:nvGrpSpPr>
          <p:grpSpPr>
            <a:xfrm>
              <a:off x="1480" y="1952"/>
              <a:ext cx="3808" cy="1812"/>
              <a:chOff x="1480" y="1952"/>
              <a:chExt cx="3808" cy="1812"/>
            </a:xfrm>
          </p:grpSpPr>
          <p:sp>
            <p:nvSpPr>
              <p:cNvPr id="2057" name="Line 64"/>
              <p:cNvSpPr/>
              <p:nvPr/>
            </p:nvSpPr>
            <p:spPr>
              <a:xfrm flipV="1">
                <a:off x="1480" y="3442"/>
                <a:ext cx="3808" cy="0"/>
              </a:xfrm>
              <a:prstGeom prst="line">
                <a:avLst/>
              </a:prstGeom>
              <a:ln w="9525" cap="flat" cmpd="sng">
                <a:solidFill>
                  <a:schemeClr val="hlink"/>
                </a:solidFill>
                <a:prstDash val="solid"/>
                <a:headEnd type="none" w="med" len="med"/>
                <a:tailEnd type="none" w="med" len="med"/>
              </a:ln>
            </p:spPr>
          </p:sp>
          <p:sp>
            <p:nvSpPr>
              <p:cNvPr id="2058" name="Line 65"/>
              <p:cNvSpPr/>
              <p:nvPr/>
            </p:nvSpPr>
            <p:spPr>
              <a:xfrm flipH="1">
                <a:off x="5172" y="1952"/>
                <a:ext cx="0" cy="1812"/>
              </a:xfrm>
              <a:prstGeom prst="line">
                <a:avLst/>
              </a:prstGeom>
              <a:ln w="9525" cap="flat" cmpd="sng">
                <a:solidFill>
                  <a:schemeClr val="hlink"/>
                </a:solidFill>
                <a:prstDash val="solid"/>
                <a:headEnd type="none" w="med" len="med"/>
                <a:tailEnd type="none" w="med" len="med"/>
              </a:ln>
            </p:spPr>
          </p:sp>
          <p:sp>
            <p:nvSpPr>
              <p:cNvPr id="2059" name="Arc 66"/>
              <p:cNvSpPr/>
              <p:nvPr/>
            </p:nvSpPr>
            <p:spPr>
              <a:xfrm rot="5400000">
                <a:off x="5096" y="3346"/>
                <a:ext cx="156" cy="157"/>
              </a:xfrm>
              <a:custGeom>
                <a:avLst/>
                <a:gdLst/>
                <a:ahLst/>
                <a:cxnLst>
                  <a:cxn ang="0">
                    <a:pos x="0" y="0"/>
                  </a:cxn>
                  <a:cxn ang="0">
                    <a:pos x="0" y="0"/>
                  </a:cxn>
                  <a:cxn ang="0">
                    <a:pos x="0" y="0"/>
                  </a:cxn>
                </a:cxnLst>
                <a:pathLst>
                  <a:path w="43195" h="43200" fill="none">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w="9525" cap="flat" cmpd="sng">
                <a:solidFill>
                  <a:schemeClr val="hlink">
                    <a:alpha val="100000"/>
                  </a:schemeClr>
                </a:solidFill>
                <a:prstDash val="solid"/>
                <a:round/>
                <a:headEnd type="none" w="med" len="med"/>
                <a:tailEnd type="none" w="med" len="med"/>
              </a:ln>
            </p:spPr>
            <p:txBody>
              <a:bodyPr/>
              <a:p>
                <a:endParaRPr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lvl="0"/>
            <a:r>
              <a:rPr lang="zh-CN" altLang="en-US" noProof="0" smtClean="0"/>
              <a:t>单击此处编辑母版标题样式</a:t>
            </a:r>
            <a:endParaRPr lang="zh-CN" altLang="en-US" noProof="0" smtClean="0"/>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0" indent="0">
              <a:buFont typeface="Wingdings" panose="05000000000000000000" pitchFamily="2" charset="2"/>
              <a:buNone/>
              <a:defRPr/>
            </a:lvl1pPr>
          </a:lstStyle>
          <a:p>
            <a:pPr lvl="0"/>
            <a:r>
              <a:rPr lang="zh-CN" altLang="en-US" noProof="0" smtClean="0"/>
              <a:t>单击此处编辑母版副标题样式</a:t>
            </a:r>
            <a:endParaRPr lang="zh-CN" altLang="en-US" noProof="0" smtClean="0"/>
          </a:p>
        </p:txBody>
      </p:sp>
      <p:sp>
        <p:nvSpPr>
          <p:cNvPr id="75" name="Rectangle 69"/>
          <p:cNvSpPr>
            <a:spLocks noGrp="1" noChangeArrowheads="1"/>
          </p:cNvSpPr>
          <p:nvPr>
            <p:ph type="dt" sz="quarter" idx="2"/>
          </p:nvPr>
        </p:nvSpPr>
        <p:spPr bwMode="auto">
          <a:xfrm>
            <a:off x="6858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kumimoji="0" sz="1400">
                <a:solidFill>
                  <a:schemeClr val="tx1"/>
                </a:solidFill>
                <a:latin typeface="+mn-lt"/>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76" name="Rectangle 70"/>
          <p:cNvSpPr>
            <a:spLocks noGrp="1" noChangeArrowheads="1"/>
          </p:cNvSpPr>
          <p:nvPr>
            <p:ph type="ftr" sz="quarter" idx="3"/>
          </p:nvPr>
        </p:nvSpPr>
        <p:spPr bwMode="auto">
          <a:xfrm>
            <a:off x="3124200" y="6248400"/>
            <a:ext cx="2895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ctr" eaLnBrk="1" hangingPunct="1">
              <a:defRPr kumimoji="0" sz="1400">
                <a:solidFill>
                  <a:schemeClr val="tx1"/>
                </a:solidFill>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77" name="Rectangle 71"/>
          <p:cNvSpPr>
            <a:spLocks noGrp="1" noChangeArrowheads="1"/>
          </p:cNvSpPr>
          <p:nvPr>
            <p:ph type="sldNum" sz="quarter" idx="4"/>
          </p:nvPr>
        </p:nvSpPr>
        <p:spPr bwMode="auto">
          <a:xfrm>
            <a:off x="65532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kumimoji="0" sz="1400">
                <a:solidFill>
                  <a:schemeClr val="tx1"/>
                </a:solidFill>
                <a:latin typeface="+mn-lt"/>
                <a:ea typeface="+mn-ea"/>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2145CA2C-C7CE-411E-B45C-DD0BCBA5E243}" type="slidenum">
              <a:rPr kumimoji="0" lang="en-US" altLang="zh-CN" sz="1400" b="0" i="0" u="none" strike="noStrike" kern="1200" cap="none" spc="0" normalizeH="0" baseline="0" noProof="0">
                <a:ln>
                  <a:noFill/>
                </a:ln>
                <a:solidFill>
                  <a:schemeClr val="tx1"/>
                </a:solidFill>
                <a:effectLst/>
                <a:uLnTx/>
                <a:uFillTx/>
                <a:latin typeface="+mn-lt"/>
                <a:ea typeface="+mn-ea"/>
                <a:cs typeface="+mn-cs"/>
              </a:rPr>
            </a:fld>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hasCustomPrompt="1"/>
          </p:nvPr>
        </p:nvSpPr>
        <p:spPr>
          <a:xfrm>
            <a:off x="628650" y="1825625"/>
            <a:ext cx="7886700" cy="435133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a:prstGeom prst="rect">
            <a:avLst/>
          </a:prstGeo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623888" y="4589463"/>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编辑母版文本样式</a:t>
            </a:r>
            <a:endParaRPr lang="zh-CN" altLang="en-US"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hasCustomPrompt="1"/>
          </p:nvPr>
        </p:nvSpPr>
        <p:spPr>
          <a:xfrm>
            <a:off x="628650" y="1825625"/>
            <a:ext cx="3867150" cy="435133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hasCustomPrompt="1"/>
          </p:nvPr>
        </p:nvSpPr>
        <p:spPr>
          <a:xfrm>
            <a:off x="4648200" y="1825625"/>
            <a:ext cx="3867150" cy="435133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a:prstGeom prst="rect">
            <a:avLst/>
          </a:prstGeom>
        </p:spPr>
        <p:txBody>
          <a:body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4" name="内容占位符 3"/>
          <p:cNvSpPr>
            <a:spLocks noGrp="1"/>
          </p:cNvSpPr>
          <p:nvPr>
            <p:ph sz="half" idx="2" hasCustomPrompt="1"/>
          </p:nvPr>
        </p:nvSpPr>
        <p:spPr>
          <a:xfrm>
            <a:off x="630238" y="2505075"/>
            <a:ext cx="3868737" cy="368458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6" name="内容占位符 5"/>
          <p:cNvSpPr>
            <a:spLocks noGrp="1"/>
          </p:cNvSpPr>
          <p:nvPr>
            <p:ph sz="quarter" idx="4" hasCustomPrompt="1"/>
          </p:nvPr>
        </p:nvSpPr>
        <p:spPr>
          <a:xfrm>
            <a:off x="4629150" y="2505075"/>
            <a:ext cx="3887788" cy="368458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smtClean="0"/>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a:prstGeom prst="rect">
            <a:avLst/>
          </a:prstGeo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hasCustomPrompt="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hasCustomPrompt="1"/>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a:prstGeom prst="rect">
            <a:avLst/>
          </a:prstGeo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Pct val="110000"/>
              <a:buFont typeface="Wingdings" panose="05000000000000000000" pitchFamily="2" charset="2"/>
              <a:buNone/>
              <a:defRPr/>
            </a:pPr>
            <a:endParaRPr kumimoji="1" lang="zh-CN" alt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a:xfrm>
            <a:off x="628650" y="1825625"/>
            <a:ext cx="7886700" cy="4351338"/>
          </a:xfrm>
          <a:prstGeom prst="rect">
            <a:avLst/>
          </a:prstGeom>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a:xfrm>
            <a:off x="628650" y="365125"/>
            <a:ext cx="5762625" cy="5811838"/>
          </a:xfrm>
          <a:prstGeom prst="rect">
            <a:avLst/>
          </a:prstGeom>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grpSp>
        <p:nvGrpSpPr>
          <p:cNvPr id="2050" name="Group 2"/>
          <p:cNvGrpSpPr/>
          <p:nvPr/>
        </p:nvGrpSpPr>
        <p:grpSpPr>
          <a:xfrm>
            <a:off x="0" y="0"/>
            <a:ext cx="9144000" cy="6858000"/>
            <a:chOff x="0" y="0"/>
            <a:chExt cx="5760" cy="4320"/>
          </a:xfrm>
        </p:grpSpPr>
        <p:grpSp>
          <p:nvGrpSpPr>
            <p:cNvPr id="2054" name="Group 3"/>
            <p:cNvGrpSpPr/>
            <p:nvPr/>
          </p:nvGrpSpPr>
          <p:grpSpPr>
            <a:xfrm>
              <a:off x="0" y="0"/>
              <a:ext cx="5760" cy="4320"/>
              <a:chOff x="0" y="0"/>
              <a:chExt cx="5760" cy="4320"/>
            </a:xfrm>
          </p:grpSpPr>
          <p:sp>
            <p:nvSpPr>
              <p:cNvPr id="21" name="Rectangle 4"/>
              <p:cNvSpPr>
                <a:spLocks noChangeArrowheads="1"/>
              </p:cNvSpPr>
              <p:nvPr/>
            </p:nvSpPr>
            <p:spPr bwMode="ltGray">
              <a:xfrm>
                <a:off x="2112" y="0"/>
                <a:ext cx="3648" cy="96"/>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000" b="0" i="0" u="none" strike="noStrike" kern="1200" cap="none" spc="0" normalizeH="0" baseline="0" noProof="0" smtClean="0">
                  <a:ln>
                    <a:noFill/>
                  </a:ln>
                  <a:solidFill>
                    <a:srgbClr val="000099"/>
                  </a:solidFill>
                  <a:effectLst/>
                  <a:uLnTx/>
                  <a:uFillTx/>
                  <a:latin typeface="Times New Roman" panose="02020603050405020304" pitchFamily="18" charset="0"/>
                  <a:ea typeface="华文中宋" panose="02010600040101010101" pitchFamily="2" charset="-122"/>
                  <a:cs typeface="+mn-cs"/>
                </a:endParaRPr>
              </a:p>
            </p:txBody>
          </p:sp>
          <p:grpSp>
            <p:nvGrpSpPr>
              <p:cNvPr id="2065" name="Group 5"/>
              <p:cNvGrpSpPr/>
              <p:nvPr userDrawn="1"/>
            </p:nvGrpSpPr>
            <p:grpSpPr>
              <a:xfrm>
                <a:off x="0" y="0"/>
                <a:ext cx="5760" cy="4320"/>
                <a:chOff x="0" y="0"/>
                <a:chExt cx="5760" cy="4320"/>
              </a:xfrm>
            </p:grpSpPr>
            <p:sp>
              <p:nvSpPr>
                <p:cNvPr id="2067" name="Line 6"/>
                <p:cNvSpPr/>
                <p:nvPr/>
              </p:nvSpPr>
              <p:spPr>
                <a:xfrm>
                  <a:off x="0" y="19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68" name="Line 7"/>
                <p:cNvSpPr/>
                <p:nvPr/>
              </p:nvSpPr>
              <p:spPr>
                <a:xfrm>
                  <a:off x="0" y="38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69" name="Line 8"/>
                <p:cNvSpPr/>
                <p:nvPr/>
              </p:nvSpPr>
              <p:spPr>
                <a:xfrm>
                  <a:off x="0" y="57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0" name="Line 9"/>
                <p:cNvSpPr/>
                <p:nvPr/>
              </p:nvSpPr>
              <p:spPr>
                <a:xfrm>
                  <a:off x="0" y="76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1" name="Line 10"/>
                <p:cNvSpPr/>
                <p:nvPr/>
              </p:nvSpPr>
              <p:spPr>
                <a:xfrm>
                  <a:off x="0" y="96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2" name="Line 11"/>
                <p:cNvSpPr/>
                <p:nvPr/>
              </p:nvSpPr>
              <p:spPr>
                <a:xfrm>
                  <a:off x="0" y="115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3" name="Line 12"/>
                <p:cNvSpPr/>
                <p:nvPr/>
              </p:nvSpPr>
              <p:spPr>
                <a:xfrm>
                  <a:off x="0" y="134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4" name="Line 13"/>
                <p:cNvSpPr/>
                <p:nvPr/>
              </p:nvSpPr>
              <p:spPr>
                <a:xfrm>
                  <a:off x="0" y="153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5" name="Line 14"/>
                <p:cNvSpPr/>
                <p:nvPr/>
              </p:nvSpPr>
              <p:spPr>
                <a:xfrm>
                  <a:off x="0" y="172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6" name="Line 15"/>
                <p:cNvSpPr/>
                <p:nvPr/>
              </p:nvSpPr>
              <p:spPr>
                <a:xfrm>
                  <a:off x="0" y="192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7" name="Line 16"/>
                <p:cNvSpPr/>
                <p:nvPr/>
              </p:nvSpPr>
              <p:spPr>
                <a:xfrm>
                  <a:off x="0" y="211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8" name="Line 17"/>
                <p:cNvSpPr/>
                <p:nvPr/>
              </p:nvSpPr>
              <p:spPr>
                <a:xfrm>
                  <a:off x="0" y="230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9" name="Line 18"/>
                <p:cNvSpPr/>
                <p:nvPr/>
              </p:nvSpPr>
              <p:spPr>
                <a:xfrm>
                  <a:off x="0" y="249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0" name="Line 19"/>
                <p:cNvSpPr/>
                <p:nvPr/>
              </p:nvSpPr>
              <p:spPr>
                <a:xfrm>
                  <a:off x="0" y="268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1" name="Line 20"/>
                <p:cNvSpPr/>
                <p:nvPr/>
              </p:nvSpPr>
              <p:spPr>
                <a:xfrm>
                  <a:off x="0" y="288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2" name="Line 21"/>
                <p:cNvSpPr/>
                <p:nvPr/>
              </p:nvSpPr>
              <p:spPr>
                <a:xfrm>
                  <a:off x="0" y="307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3" name="Line 22"/>
                <p:cNvSpPr/>
                <p:nvPr/>
              </p:nvSpPr>
              <p:spPr>
                <a:xfrm>
                  <a:off x="0" y="326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4" name="Line 23"/>
                <p:cNvSpPr/>
                <p:nvPr/>
              </p:nvSpPr>
              <p:spPr>
                <a:xfrm>
                  <a:off x="0" y="345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5" name="Line 24"/>
                <p:cNvSpPr/>
                <p:nvPr/>
              </p:nvSpPr>
              <p:spPr>
                <a:xfrm>
                  <a:off x="0" y="364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6" name="Line 25"/>
                <p:cNvSpPr/>
                <p:nvPr/>
              </p:nvSpPr>
              <p:spPr>
                <a:xfrm>
                  <a:off x="0" y="384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7" name="Line 26"/>
                <p:cNvSpPr/>
                <p:nvPr/>
              </p:nvSpPr>
              <p:spPr>
                <a:xfrm>
                  <a:off x="0" y="403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8" name="Line 27"/>
                <p:cNvSpPr/>
                <p:nvPr/>
              </p:nvSpPr>
              <p:spPr>
                <a:xfrm>
                  <a:off x="0" y="422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9" name="Line 28"/>
                <p:cNvSpPr/>
                <p:nvPr/>
              </p:nvSpPr>
              <p:spPr>
                <a:xfrm>
                  <a:off x="19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0" name="Line 29"/>
                <p:cNvSpPr/>
                <p:nvPr/>
              </p:nvSpPr>
              <p:spPr>
                <a:xfrm>
                  <a:off x="38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1" name="Line 30"/>
                <p:cNvSpPr/>
                <p:nvPr/>
              </p:nvSpPr>
              <p:spPr>
                <a:xfrm>
                  <a:off x="57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2" name="Line 31"/>
                <p:cNvSpPr/>
                <p:nvPr/>
              </p:nvSpPr>
              <p:spPr>
                <a:xfrm>
                  <a:off x="76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3" name="Line 32"/>
                <p:cNvSpPr/>
                <p:nvPr/>
              </p:nvSpPr>
              <p:spPr>
                <a:xfrm>
                  <a:off x="96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4" name="Line 33"/>
                <p:cNvSpPr/>
                <p:nvPr/>
              </p:nvSpPr>
              <p:spPr>
                <a:xfrm>
                  <a:off x="115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5" name="Line 34"/>
                <p:cNvSpPr/>
                <p:nvPr/>
              </p:nvSpPr>
              <p:spPr>
                <a:xfrm>
                  <a:off x="134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6" name="Line 35"/>
                <p:cNvSpPr/>
                <p:nvPr/>
              </p:nvSpPr>
              <p:spPr>
                <a:xfrm>
                  <a:off x="153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7" name="Line 36"/>
                <p:cNvSpPr/>
                <p:nvPr/>
              </p:nvSpPr>
              <p:spPr>
                <a:xfrm>
                  <a:off x="172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8" name="Line 37"/>
                <p:cNvSpPr/>
                <p:nvPr/>
              </p:nvSpPr>
              <p:spPr>
                <a:xfrm>
                  <a:off x="192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9" name="Line 38"/>
                <p:cNvSpPr/>
                <p:nvPr/>
              </p:nvSpPr>
              <p:spPr>
                <a:xfrm>
                  <a:off x="211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0" name="Line 39"/>
                <p:cNvSpPr/>
                <p:nvPr/>
              </p:nvSpPr>
              <p:spPr>
                <a:xfrm>
                  <a:off x="230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1" name="Line 40"/>
                <p:cNvSpPr/>
                <p:nvPr/>
              </p:nvSpPr>
              <p:spPr>
                <a:xfrm>
                  <a:off x="249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2" name="Line 41"/>
                <p:cNvSpPr/>
                <p:nvPr/>
              </p:nvSpPr>
              <p:spPr>
                <a:xfrm>
                  <a:off x="268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3" name="Line 42"/>
                <p:cNvSpPr/>
                <p:nvPr/>
              </p:nvSpPr>
              <p:spPr>
                <a:xfrm>
                  <a:off x="288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4" name="Line 43"/>
                <p:cNvSpPr/>
                <p:nvPr/>
              </p:nvSpPr>
              <p:spPr>
                <a:xfrm>
                  <a:off x="307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5" name="Line 44"/>
                <p:cNvSpPr/>
                <p:nvPr/>
              </p:nvSpPr>
              <p:spPr>
                <a:xfrm>
                  <a:off x="326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6" name="Line 45"/>
                <p:cNvSpPr/>
                <p:nvPr/>
              </p:nvSpPr>
              <p:spPr>
                <a:xfrm>
                  <a:off x="345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7" name="Line 46"/>
                <p:cNvSpPr/>
                <p:nvPr/>
              </p:nvSpPr>
              <p:spPr>
                <a:xfrm>
                  <a:off x="364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8" name="Line 47"/>
                <p:cNvSpPr/>
                <p:nvPr/>
              </p:nvSpPr>
              <p:spPr>
                <a:xfrm>
                  <a:off x="384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9" name="Line 48"/>
                <p:cNvSpPr/>
                <p:nvPr/>
              </p:nvSpPr>
              <p:spPr>
                <a:xfrm>
                  <a:off x="403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0" name="Line 49"/>
                <p:cNvSpPr/>
                <p:nvPr/>
              </p:nvSpPr>
              <p:spPr>
                <a:xfrm>
                  <a:off x="422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1" name="Line 50"/>
                <p:cNvSpPr/>
                <p:nvPr/>
              </p:nvSpPr>
              <p:spPr>
                <a:xfrm>
                  <a:off x="441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2" name="Line 51"/>
                <p:cNvSpPr/>
                <p:nvPr/>
              </p:nvSpPr>
              <p:spPr>
                <a:xfrm>
                  <a:off x="460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3" name="Line 52"/>
                <p:cNvSpPr/>
                <p:nvPr/>
              </p:nvSpPr>
              <p:spPr>
                <a:xfrm>
                  <a:off x="480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4" name="Line 53"/>
                <p:cNvSpPr/>
                <p:nvPr/>
              </p:nvSpPr>
              <p:spPr>
                <a:xfrm>
                  <a:off x="499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5" name="Line 54"/>
                <p:cNvSpPr/>
                <p:nvPr/>
              </p:nvSpPr>
              <p:spPr>
                <a:xfrm>
                  <a:off x="518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6" name="Line 55"/>
                <p:cNvSpPr/>
                <p:nvPr/>
              </p:nvSpPr>
              <p:spPr>
                <a:xfrm>
                  <a:off x="537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7" name="Line 56"/>
                <p:cNvSpPr/>
                <p:nvPr/>
              </p:nvSpPr>
              <p:spPr>
                <a:xfrm>
                  <a:off x="556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grpSp>
          <p:sp>
            <p:nvSpPr>
              <p:cNvPr id="2066" name="Line 57"/>
              <p:cNvSpPr/>
              <p:nvPr/>
            </p:nvSpPr>
            <p:spPr>
              <a:xfrm>
                <a:off x="5568" y="0"/>
                <a:ext cx="0" cy="1488"/>
              </a:xfrm>
              <a:prstGeom prst="line">
                <a:avLst/>
              </a:prstGeom>
              <a:ln w="9525" cap="flat" cmpd="sng">
                <a:solidFill>
                  <a:schemeClr val="hlink"/>
                </a:solidFill>
                <a:prstDash val="solid"/>
                <a:headEnd type="none" w="med" len="med"/>
                <a:tailEnd type="none" w="med" len="med"/>
              </a:ln>
            </p:spPr>
          </p:sp>
        </p:grpSp>
        <p:grpSp>
          <p:nvGrpSpPr>
            <p:cNvPr id="2055" name="Group 58"/>
            <p:cNvGrpSpPr/>
            <p:nvPr userDrawn="1"/>
          </p:nvGrpSpPr>
          <p:grpSpPr>
            <a:xfrm>
              <a:off x="3" y="559"/>
              <a:ext cx="4192" cy="1796"/>
              <a:chOff x="3" y="559"/>
              <a:chExt cx="4192" cy="1796"/>
            </a:xfrm>
          </p:grpSpPr>
          <p:sp>
            <p:nvSpPr>
              <p:cNvPr id="2060" name="Line 59"/>
              <p:cNvSpPr/>
              <p:nvPr/>
            </p:nvSpPr>
            <p:spPr>
              <a:xfrm>
                <a:off x="506" y="559"/>
                <a:ext cx="0" cy="1796"/>
              </a:xfrm>
              <a:prstGeom prst="line">
                <a:avLst/>
              </a:prstGeom>
              <a:ln w="9525" cap="flat" cmpd="sng">
                <a:solidFill>
                  <a:schemeClr val="hlink"/>
                </a:solidFill>
                <a:prstDash val="solid"/>
                <a:headEnd type="none" w="med" len="med"/>
                <a:tailEnd type="none" w="med" len="med"/>
              </a:ln>
            </p:spPr>
          </p:sp>
          <p:sp>
            <p:nvSpPr>
              <p:cNvPr id="2061" name="Line 60"/>
              <p:cNvSpPr/>
              <p:nvPr/>
            </p:nvSpPr>
            <p:spPr>
              <a:xfrm flipH="1" flipV="1">
                <a:off x="3" y="1924"/>
                <a:ext cx="3211" cy="1"/>
              </a:xfrm>
              <a:prstGeom prst="line">
                <a:avLst/>
              </a:prstGeom>
              <a:ln w="9525" cap="flat" cmpd="sng">
                <a:solidFill>
                  <a:schemeClr val="hlink"/>
                </a:solidFill>
                <a:prstDash val="solid"/>
                <a:headEnd type="none" w="med" len="med"/>
                <a:tailEnd type="none" w="med" len="med"/>
              </a:ln>
            </p:spPr>
          </p:sp>
          <p:sp>
            <p:nvSpPr>
              <p:cNvPr id="2062" name="Line 61"/>
              <p:cNvSpPr/>
              <p:nvPr/>
            </p:nvSpPr>
            <p:spPr>
              <a:xfrm flipH="1" flipV="1">
                <a:off x="384" y="938"/>
                <a:ext cx="3811" cy="1"/>
              </a:xfrm>
              <a:prstGeom prst="line">
                <a:avLst/>
              </a:prstGeom>
              <a:ln w="9525" cap="flat" cmpd="sng">
                <a:solidFill>
                  <a:schemeClr val="hlink"/>
                </a:solidFill>
                <a:prstDash val="solid"/>
                <a:headEnd type="none" w="med" len="med"/>
                <a:tailEnd type="none" w="med" len="med"/>
              </a:ln>
            </p:spPr>
          </p:sp>
          <p:sp>
            <p:nvSpPr>
              <p:cNvPr id="2063" name="Arc 62"/>
              <p:cNvSpPr/>
              <p:nvPr/>
            </p:nvSpPr>
            <p:spPr>
              <a:xfrm rot="-5400000" flipH="1">
                <a:off x="425" y="860"/>
                <a:ext cx="156" cy="157"/>
              </a:xfrm>
              <a:custGeom>
                <a:avLst/>
                <a:gdLst/>
                <a:ahLst/>
                <a:cxnLst>
                  <a:cxn ang="0">
                    <a:pos x="0" y="0"/>
                  </a:cxn>
                  <a:cxn ang="0">
                    <a:pos x="0" y="0"/>
                  </a:cxn>
                  <a:cxn ang="0">
                    <a:pos x="0" y="0"/>
                  </a:cxn>
                </a:cxnLst>
                <a:pathLst>
                  <a:path w="43195" h="43200" fill="none">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w="9525" cap="flat" cmpd="sng">
                <a:solidFill>
                  <a:schemeClr val="hlink">
                    <a:alpha val="100000"/>
                  </a:schemeClr>
                </a:solidFill>
                <a:prstDash val="solid"/>
                <a:round/>
                <a:headEnd type="none" w="med" len="med"/>
                <a:tailEnd type="none" w="med" len="med"/>
              </a:ln>
            </p:spPr>
            <p:txBody>
              <a:bodyPr/>
              <a:p>
                <a:endParaRPr lang="zh-CN" altLang="en-US"/>
              </a:p>
            </p:txBody>
          </p:sp>
        </p:grpSp>
        <p:grpSp>
          <p:nvGrpSpPr>
            <p:cNvPr id="2056" name="Group 63"/>
            <p:cNvGrpSpPr/>
            <p:nvPr userDrawn="1"/>
          </p:nvGrpSpPr>
          <p:grpSpPr>
            <a:xfrm>
              <a:off x="1480" y="1952"/>
              <a:ext cx="3808" cy="1812"/>
              <a:chOff x="1480" y="1952"/>
              <a:chExt cx="3808" cy="1812"/>
            </a:xfrm>
          </p:grpSpPr>
          <p:sp>
            <p:nvSpPr>
              <p:cNvPr id="2057" name="Line 64"/>
              <p:cNvSpPr/>
              <p:nvPr/>
            </p:nvSpPr>
            <p:spPr>
              <a:xfrm flipV="1">
                <a:off x="1480" y="3442"/>
                <a:ext cx="3808" cy="0"/>
              </a:xfrm>
              <a:prstGeom prst="line">
                <a:avLst/>
              </a:prstGeom>
              <a:ln w="9525" cap="flat" cmpd="sng">
                <a:solidFill>
                  <a:schemeClr val="hlink"/>
                </a:solidFill>
                <a:prstDash val="solid"/>
                <a:headEnd type="none" w="med" len="med"/>
                <a:tailEnd type="none" w="med" len="med"/>
              </a:ln>
            </p:spPr>
          </p:sp>
          <p:sp>
            <p:nvSpPr>
              <p:cNvPr id="2058" name="Line 65"/>
              <p:cNvSpPr/>
              <p:nvPr/>
            </p:nvSpPr>
            <p:spPr>
              <a:xfrm flipH="1">
                <a:off x="5172" y="1952"/>
                <a:ext cx="0" cy="1812"/>
              </a:xfrm>
              <a:prstGeom prst="line">
                <a:avLst/>
              </a:prstGeom>
              <a:ln w="9525" cap="flat" cmpd="sng">
                <a:solidFill>
                  <a:schemeClr val="hlink"/>
                </a:solidFill>
                <a:prstDash val="solid"/>
                <a:headEnd type="none" w="med" len="med"/>
                <a:tailEnd type="none" w="med" len="med"/>
              </a:ln>
            </p:spPr>
          </p:sp>
          <p:sp>
            <p:nvSpPr>
              <p:cNvPr id="2059" name="Arc 66"/>
              <p:cNvSpPr/>
              <p:nvPr/>
            </p:nvSpPr>
            <p:spPr>
              <a:xfrm rot="5400000">
                <a:off x="5096" y="3346"/>
                <a:ext cx="156" cy="157"/>
              </a:xfrm>
              <a:custGeom>
                <a:avLst/>
                <a:gdLst/>
                <a:ahLst/>
                <a:cxnLst>
                  <a:cxn ang="0">
                    <a:pos x="0" y="0"/>
                  </a:cxn>
                  <a:cxn ang="0">
                    <a:pos x="0" y="0"/>
                  </a:cxn>
                  <a:cxn ang="0">
                    <a:pos x="0" y="0"/>
                  </a:cxn>
                </a:cxnLst>
                <a:pathLst>
                  <a:path w="43195" h="43200" fill="none">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w="9525" cap="flat" cmpd="sng">
                <a:solidFill>
                  <a:schemeClr val="hlink">
                    <a:alpha val="100000"/>
                  </a:schemeClr>
                </a:solidFill>
                <a:prstDash val="solid"/>
                <a:round/>
                <a:headEnd type="none" w="med" len="med"/>
                <a:tailEnd type="none" w="med" len="med"/>
              </a:ln>
            </p:spPr>
            <p:txBody>
              <a:bodyPr/>
              <a:p>
                <a:endParaRPr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lvl="0"/>
            <a:r>
              <a:rPr lang="zh-CN" altLang="en-US" noProof="0" smtClean="0"/>
              <a:t>单击此处编辑母版标题样式</a:t>
            </a:r>
            <a:endParaRPr lang="zh-CN" altLang="en-US" noProof="0" smtClean="0"/>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0" indent="0">
              <a:buFont typeface="Wingdings" panose="05000000000000000000" pitchFamily="2" charset="2"/>
              <a:buNone/>
              <a:defRPr/>
            </a:lvl1pPr>
          </a:lstStyle>
          <a:p>
            <a:pPr lvl="0"/>
            <a:r>
              <a:rPr lang="zh-CN" altLang="en-US" noProof="0" smtClean="0"/>
              <a:t>单击此处编辑母版副标题样式</a:t>
            </a:r>
            <a:endParaRPr lang="zh-CN" altLang="en-US" noProof="0" smtClean="0"/>
          </a:p>
        </p:txBody>
      </p:sp>
      <p:sp>
        <p:nvSpPr>
          <p:cNvPr id="75" name="Rectangle 69"/>
          <p:cNvSpPr>
            <a:spLocks noGrp="1" noChangeArrowheads="1"/>
          </p:cNvSpPr>
          <p:nvPr>
            <p:ph type="dt" sz="quarter" idx="2"/>
          </p:nvPr>
        </p:nvSpPr>
        <p:spPr bwMode="auto">
          <a:xfrm>
            <a:off x="6858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kumimoji="0" sz="1400">
                <a:solidFill>
                  <a:schemeClr val="tx1"/>
                </a:solidFill>
                <a:latin typeface="+mn-lt"/>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76" name="Rectangle 70"/>
          <p:cNvSpPr>
            <a:spLocks noGrp="1" noChangeArrowheads="1"/>
          </p:cNvSpPr>
          <p:nvPr>
            <p:ph type="ftr" sz="quarter" idx="3"/>
          </p:nvPr>
        </p:nvSpPr>
        <p:spPr bwMode="auto">
          <a:xfrm>
            <a:off x="3124200" y="6248400"/>
            <a:ext cx="2895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ctr" eaLnBrk="1" hangingPunct="1">
              <a:defRPr kumimoji="0" sz="1400">
                <a:solidFill>
                  <a:schemeClr val="tx1"/>
                </a:solidFill>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77" name="Rectangle 71"/>
          <p:cNvSpPr>
            <a:spLocks noGrp="1" noChangeArrowheads="1"/>
          </p:cNvSpPr>
          <p:nvPr>
            <p:ph type="sldNum" sz="quarter" idx="4"/>
          </p:nvPr>
        </p:nvSpPr>
        <p:spPr bwMode="auto">
          <a:xfrm>
            <a:off x="65532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kumimoji="0" sz="1400">
                <a:solidFill>
                  <a:schemeClr val="tx1"/>
                </a:solidFill>
                <a:latin typeface="+mn-lt"/>
                <a:ea typeface="+mn-ea"/>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2145CA2C-C7CE-411E-B45C-DD0BCBA5E243}" type="slidenum">
              <a:rPr kumimoji="0" lang="en-US" altLang="zh-CN" sz="1400" b="0" i="0" u="none" strike="noStrike" kern="1200" cap="none" spc="0" normalizeH="0" baseline="0" noProof="0">
                <a:ln>
                  <a:noFill/>
                </a:ln>
                <a:solidFill>
                  <a:schemeClr val="tx1"/>
                </a:solidFill>
                <a:effectLst/>
                <a:uLnTx/>
                <a:uFillTx/>
                <a:latin typeface="+mn-lt"/>
                <a:ea typeface="+mn-ea"/>
                <a:cs typeface="+mn-cs"/>
              </a:rPr>
            </a:fld>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hasCustomPrompt="1"/>
          </p:nvPr>
        </p:nvSpPr>
        <p:spPr>
          <a:xfrm>
            <a:off x="628650" y="1825625"/>
            <a:ext cx="7886700" cy="435133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a:prstGeom prst="rect">
            <a:avLst/>
          </a:prstGeo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623888" y="4589463"/>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编辑母版文本样式</a:t>
            </a:r>
            <a:endParaRPr lang="zh-CN" altLang="en-US" smtClean="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hasCustomPrompt="1"/>
          </p:nvPr>
        </p:nvSpPr>
        <p:spPr>
          <a:xfrm>
            <a:off x="628650" y="1825625"/>
            <a:ext cx="3867150" cy="435133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hasCustomPrompt="1"/>
          </p:nvPr>
        </p:nvSpPr>
        <p:spPr>
          <a:xfrm>
            <a:off x="4648200" y="1825625"/>
            <a:ext cx="3867150" cy="435133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a:prstGeom prst="rect">
            <a:avLst/>
          </a:prstGeom>
        </p:spPr>
        <p:txBody>
          <a:body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4" name="内容占位符 3"/>
          <p:cNvSpPr>
            <a:spLocks noGrp="1"/>
          </p:cNvSpPr>
          <p:nvPr>
            <p:ph sz="half" idx="2" hasCustomPrompt="1"/>
          </p:nvPr>
        </p:nvSpPr>
        <p:spPr>
          <a:xfrm>
            <a:off x="630238" y="2505075"/>
            <a:ext cx="3868737" cy="368458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6" name="内容占位符 5"/>
          <p:cNvSpPr>
            <a:spLocks noGrp="1"/>
          </p:cNvSpPr>
          <p:nvPr>
            <p:ph sz="quarter" idx="4" hasCustomPrompt="1"/>
          </p:nvPr>
        </p:nvSpPr>
        <p:spPr>
          <a:xfrm>
            <a:off x="4629150" y="2505075"/>
            <a:ext cx="3887788" cy="368458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smtClean="0"/>
              <a:t>单击此处编辑母版标题样式</a:t>
            </a:r>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a:prstGeom prst="rect">
            <a:avLst/>
          </a:prstGeo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hasCustomPrompt="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hasCustomPrompt="1"/>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a:prstGeom prst="rect">
            <a:avLst/>
          </a:prstGeo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Pct val="110000"/>
              <a:buFont typeface="Wingdings" panose="05000000000000000000" pitchFamily="2" charset="2"/>
              <a:buNone/>
              <a:defRPr/>
            </a:pPr>
            <a:endParaRPr kumimoji="1" lang="zh-CN" alt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a:xfrm>
            <a:off x="628650" y="1825625"/>
            <a:ext cx="7886700" cy="4351338"/>
          </a:xfrm>
          <a:prstGeom prst="rect">
            <a:avLst/>
          </a:prstGeom>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a:xfrm>
            <a:off x="628650" y="365125"/>
            <a:ext cx="5762625" cy="5811838"/>
          </a:xfrm>
          <a:prstGeom prst="rect">
            <a:avLst/>
          </a:prstGeom>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grpSp>
        <p:nvGrpSpPr>
          <p:cNvPr id="2050" name="Group 2"/>
          <p:cNvGrpSpPr/>
          <p:nvPr/>
        </p:nvGrpSpPr>
        <p:grpSpPr>
          <a:xfrm>
            <a:off x="0" y="0"/>
            <a:ext cx="9144000" cy="6858000"/>
            <a:chOff x="0" y="0"/>
            <a:chExt cx="5760" cy="4320"/>
          </a:xfrm>
        </p:grpSpPr>
        <p:grpSp>
          <p:nvGrpSpPr>
            <p:cNvPr id="2054" name="Group 3"/>
            <p:cNvGrpSpPr/>
            <p:nvPr/>
          </p:nvGrpSpPr>
          <p:grpSpPr>
            <a:xfrm>
              <a:off x="0" y="0"/>
              <a:ext cx="5760" cy="4320"/>
              <a:chOff x="0" y="0"/>
              <a:chExt cx="5760" cy="4320"/>
            </a:xfrm>
          </p:grpSpPr>
          <p:sp>
            <p:nvSpPr>
              <p:cNvPr id="21" name="Rectangle 4"/>
              <p:cNvSpPr>
                <a:spLocks noChangeArrowheads="1"/>
              </p:cNvSpPr>
              <p:nvPr/>
            </p:nvSpPr>
            <p:spPr bwMode="ltGray">
              <a:xfrm>
                <a:off x="2112" y="0"/>
                <a:ext cx="3648" cy="96"/>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000" b="0" i="0" u="none" strike="noStrike" kern="1200" cap="none" spc="0" normalizeH="0" baseline="0" noProof="0" smtClean="0">
                  <a:ln>
                    <a:noFill/>
                  </a:ln>
                  <a:solidFill>
                    <a:srgbClr val="000099"/>
                  </a:solidFill>
                  <a:effectLst/>
                  <a:uLnTx/>
                  <a:uFillTx/>
                  <a:latin typeface="Times New Roman" panose="02020603050405020304" pitchFamily="18" charset="0"/>
                  <a:ea typeface="华文中宋" panose="02010600040101010101" pitchFamily="2" charset="-122"/>
                  <a:cs typeface="+mn-cs"/>
                </a:endParaRPr>
              </a:p>
            </p:txBody>
          </p:sp>
          <p:grpSp>
            <p:nvGrpSpPr>
              <p:cNvPr id="2065" name="Group 5"/>
              <p:cNvGrpSpPr/>
              <p:nvPr userDrawn="1"/>
            </p:nvGrpSpPr>
            <p:grpSpPr>
              <a:xfrm>
                <a:off x="0" y="0"/>
                <a:ext cx="5760" cy="4320"/>
                <a:chOff x="0" y="0"/>
                <a:chExt cx="5760" cy="4320"/>
              </a:xfrm>
            </p:grpSpPr>
            <p:sp>
              <p:nvSpPr>
                <p:cNvPr id="2067" name="Line 6"/>
                <p:cNvSpPr/>
                <p:nvPr/>
              </p:nvSpPr>
              <p:spPr>
                <a:xfrm>
                  <a:off x="0" y="19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68" name="Line 7"/>
                <p:cNvSpPr/>
                <p:nvPr/>
              </p:nvSpPr>
              <p:spPr>
                <a:xfrm>
                  <a:off x="0" y="38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69" name="Line 8"/>
                <p:cNvSpPr/>
                <p:nvPr/>
              </p:nvSpPr>
              <p:spPr>
                <a:xfrm>
                  <a:off x="0" y="57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0" name="Line 9"/>
                <p:cNvSpPr/>
                <p:nvPr/>
              </p:nvSpPr>
              <p:spPr>
                <a:xfrm>
                  <a:off x="0" y="76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1" name="Line 10"/>
                <p:cNvSpPr/>
                <p:nvPr/>
              </p:nvSpPr>
              <p:spPr>
                <a:xfrm>
                  <a:off x="0" y="96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2" name="Line 11"/>
                <p:cNvSpPr/>
                <p:nvPr/>
              </p:nvSpPr>
              <p:spPr>
                <a:xfrm>
                  <a:off x="0" y="115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3" name="Line 12"/>
                <p:cNvSpPr/>
                <p:nvPr/>
              </p:nvSpPr>
              <p:spPr>
                <a:xfrm>
                  <a:off x="0" y="134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4" name="Line 13"/>
                <p:cNvSpPr/>
                <p:nvPr/>
              </p:nvSpPr>
              <p:spPr>
                <a:xfrm>
                  <a:off x="0" y="153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5" name="Line 14"/>
                <p:cNvSpPr/>
                <p:nvPr/>
              </p:nvSpPr>
              <p:spPr>
                <a:xfrm>
                  <a:off x="0" y="172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6" name="Line 15"/>
                <p:cNvSpPr/>
                <p:nvPr/>
              </p:nvSpPr>
              <p:spPr>
                <a:xfrm>
                  <a:off x="0" y="192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7" name="Line 16"/>
                <p:cNvSpPr/>
                <p:nvPr/>
              </p:nvSpPr>
              <p:spPr>
                <a:xfrm>
                  <a:off x="0" y="211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8" name="Line 17"/>
                <p:cNvSpPr/>
                <p:nvPr/>
              </p:nvSpPr>
              <p:spPr>
                <a:xfrm>
                  <a:off x="0" y="230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9" name="Line 18"/>
                <p:cNvSpPr/>
                <p:nvPr/>
              </p:nvSpPr>
              <p:spPr>
                <a:xfrm>
                  <a:off x="0" y="249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0" name="Line 19"/>
                <p:cNvSpPr/>
                <p:nvPr/>
              </p:nvSpPr>
              <p:spPr>
                <a:xfrm>
                  <a:off x="0" y="268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1" name="Line 20"/>
                <p:cNvSpPr/>
                <p:nvPr/>
              </p:nvSpPr>
              <p:spPr>
                <a:xfrm>
                  <a:off x="0" y="288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2" name="Line 21"/>
                <p:cNvSpPr/>
                <p:nvPr/>
              </p:nvSpPr>
              <p:spPr>
                <a:xfrm>
                  <a:off x="0" y="307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3" name="Line 22"/>
                <p:cNvSpPr/>
                <p:nvPr/>
              </p:nvSpPr>
              <p:spPr>
                <a:xfrm>
                  <a:off x="0" y="326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4" name="Line 23"/>
                <p:cNvSpPr/>
                <p:nvPr/>
              </p:nvSpPr>
              <p:spPr>
                <a:xfrm>
                  <a:off x="0" y="345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5" name="Line 24"/>
                <p:cNvSpPr/>
                <p:nvPr/>
              </p:nvSpPr>
              <p:spPr>
                <a:xfrm>
                  <a:off x="0" y="364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6" name="Line 25"/>
                <p:cNvSpPr/>
                <p:nvPr/>
              </p:nvSpPr>
              <p:spPr>
                <a:xfrm>
                  <a:off x="0" y="384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7" name="Line 26"/>
                <p:cNvSpPr/>
                <p:nvPr/>
              </p:nvSpPr>
              <p:spPr>
                <a:xfrm>
                  <a:off x="0" y="403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8" name="Line 27"/>
                <p:cNvSpPr/>
                <p:nvPr/>
              </p:nvSpPr>
              <p:spPr>
                <a:xfrm>
                  <a:off x="0" y="422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9" name="Line 28"/>
                <p:cNvSpPr/>
                <p:nvPr/>
              </p:nvSpPr>
              <p:spPr>
                <a:xfrm>
                  <a:off x="19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0" name="Line 29"/>
                <p:cNvSpPr/>
                <p:nvPr/>
              </p:nvSpPr>
              <p:spPr>
                <a:xfrm>
                  <a:off x="38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1" name="Line 30"/>
                <p:cNvSpPr/>
                <p:nvPr/>
              </p:nvSpPr>
              <p:spPr>
                <a:xfrm>
                  <a:off x="57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2" name="Line 31"/>
                <p:cNvSpPr/>
                <p:nvPr/>
              </p:nvSpPr>
              <p:spPr>
                <a:xfrm>
                  <a:off x="76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3" name="Line 32"/>
                <p:cNvSpPr/>
                <p:nvPr/>
              </p:nvSpPr>
              <p:spPr>
                <a:xfrm>
                  <a:off x="96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4" name="Line 33"/>
                <p:cNvSpPr/>
                <p:nvPr/>
              </p:nvSpPr>
              <p:spPr>
                <a:xfrm>
                  <a:off x="115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5" name="Line 34"/>
                <p:cNvSpPr/>
                <p:nvPr/>
              </p:nvSpPr>
              <p:spPr>
                <a:xfrm>
                  <a:off x="134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6" name="Line 35"/>
                <p:cNvSpPr/>
                <p:nvPr/>
              </p:nvSpPr>
              <p:spPr>
                <a:xfrm>
                  <a:off x="153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7" name="Line 36"/>
                <p:cNvSpPr/>
                <p:nvPr/>
              </p:nvSpPr>
              <p:spPr>
                <a:xfrm>
                  <a:off x="172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8" name="Line 37"/>
                <p:cNvSpPr/>
                <p:nvPr/>
              </p:nvSpPr>
              <p:spPr>
                <a:xfrm>
                  <a:off x="192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9" name="Line 38"/>
                <p:cNvSpPr/>
                <p:nvPr/>
              </p:nvSpPr>
              <p:spPr>
                <a:xfrm>
                  <a:off x="211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0" name="Line 39"/>
                <p:cNvSpPr/>
                <p:nvPr/>
              </p:nvSpPr>
              <p:spPr>
                <a:xfrm>
                  <a:off x="230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1" name="Line 40"/>
                <p:cNvSpPr/>
                <p:nvPr/>
              </p:nvSpPr>
              <p:spPr>
                <a:xfrm>
                  <a:off x="249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2" name="Line 41"/>
                <p:cNvSpPr/>
                <p:nvPr/>
              </p:nvSpPr>
              <p:spPr>
                <a:xfrm>
                  <a:off x="268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3" name="Line 42"/>
                <p:cNvSpPr/>
                <p:nvPr/>
              </p:nvSpPr>
              <p:spPr>
                <a:xfrm>
                  <a:off x="288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4" name="Line 43"/>
                <p:cNvSpPr/>
                <p:nvPr/>
              </p:nvSpPr>
              <p:spPr>
                <a:xfrm>
                  <a:off x="307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5" name="Line 44"/>
                <p:cNvSpPr/>
                <p:nvPr/>
              </p:nvSpPr>
              <p:spPr>
                <a:xfrm>
                  <a:off x="326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6" name="Line 45"/>
                <p:cNvSpPr/>
                <p:nvPr/>
              </p:nvSpPr>
              <p:spPr>
                <a:xfrm>
                  <a:off x="345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7" name="Line 46"/>
                <p:cNvSpPr/>
                <p:nvPr/>
              </p:nvSpPr>
              <p:spPr>
                <a:xfrm>
                  <a:off x="364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8" name="Line 47"/>
                <p:cNvSpPr/>
                <p:nvPr/>
              </p:nvSpPr>
              <p:spPr>
                <a:xfrm>
                  <a:off x="384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9" name="Line 48"/>
                <p:cNvSpPr/>
                <p:nvPr/>
              </p:nvSpPr>
              <p:spPr>
                <a:xfrm>
                  <a:off x="403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0" name="Line 49"/>
                <p:cNvSpPr/>
                <p:nvPr/>
              </p:nvSpPr>
              <p:spPr>
                <a:xfrm>
                  <a:off x="422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1" name="Line 50"/>
                <p:cNvSpPr/>
                <p:nvPr/>
              </p:nvSpPr>
              <p:spPr>
                <a:xfrm>
                  <a:off x="441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2" name="Line 51"/>
                <p:cNvSpPr/>
                <p:nvPr/>
              </p:nvSpPr>
              <p:spPr>
                <a:xfrm>
                  <a:off x="460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3" name="Line 52"/>
                <p:cNvSpPr/>
                <p:nvPr/>
              </p:nvSpPr>
              <p:spPr>
                <a:xfrm>
                  <a:off x="480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4" name="Line 53"/>
                <p:cNvSpPr/>
                <p:nvPr/>
              </p:nvSpPr>
              <p:spPr>
                <a:xfrm>
                  <a:off x="499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5" name="Line 54"/>
                <p:cNvSpPr/>
                <p:nvPr/>
              </p:nvSpPr>
              <p:spPr>
                <a:xfrm>
                  <a:off x="518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6" name="Line 55"/>
                <p:cNvSpPr/>
                <p:nvPr/>
              </p:nvSpPr>
              <p:spPr>
                <a:xfrm>
                  <a:off x="537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7" name="Line 56"/>
                <p:cNvSpPr/>
                <p:nvPr/>
              </p:nvSpPr>
              <p:spPr>
                <a:xfrm>
                  <a:off x="556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grpSp>
          <p:sp>
            <p:nvSpPr>
              <p:cNvPr id="2066" name="Line 57"/>
              <p:cNvSpPr/>
              <p:nvPr/>
            </p:nvSpPr>
            <p:spPr>
              <a:xfrm>
                <a:off x="5568" y="0"/>
                <a:ext cx="0" cy="1488"/>
              </a:xfrm>
              <a:prstGeom prst="line">
                <a:avLst/>
              </a:prstGeom>
              <a:ln w="9525" cap="flat" cmpd="sng">
                <a:solidFill>
                  <a:schemeClr val="hlink"/>
                </a:solidFill>
                <a:prstDash val="solid"/>
                <a:headEnd type="none" w="med" len="med"/>
                <a:tailEnd type="none" w="med" len="med"/>
              </a:ln>
            </p:spPr>
          </p:sp>
        </p:grpSp>
        <p:grpSp>
          <p:nvGrpSpPr>
            <p:cNvPr id="2055" name="Group 58"/>
            <p:cNvGrpSpPr/>
            <p:nvPr userDrawn="1"/>
          </p:nvGrpSpPr>
          <p:grpSpPr>
            <a:xfrm>
              <a:off x="3" y="559"/>
              <a:ext cx="4192" cy="1796"/>
              <a:chOff x="3" y="559"/>
              <a:chExt cx="4192" cy="1796"/>
            </a:xfrm>
          </p:grpSpPr>
          <p:sp>
            <p:nvSpPr>
              <p:cNvPr id="2060" name="Line 59"/>
              <p:cNvSpPr/>
              <p:nvPr/>
            </p:nvSpPr>
            <p:spPr>
              <a:xfrm>
                <a:off x="506" y="559"/>
                <a:ext cx="0" cy="1796"/>
              </a:xfrm>
              <a:prstGeom prst="line">
                <a:avLst/>
              </a:prstGeom>
              <a:ln w="9525" cap="flat" cmpd="sng">
                <a:solidFill>
                  <a:schemeClr val="hlink"/>
                </a:solidFill>
                <a:prstDash val="solid"/>
                <a:headEnd type="none" w="med" len="med"/>
                <a:tailEnd type="none" w="med" len="med"/>
              </a:ln>
            </p:spPr>
          </p:sp>
          <p:sp>
            <p:nvSpPr>
              <p:cNvPr id="2061" name="Line 60"/>
              <p:cNvSpPr/>
              <p:nvPr/>
            </p:nvSpPr>
            <p:spPr>
              <a:xfrm flipH="1" flipV="1">
                <a:off x="3" y="1924"/>
                <a:ext cx="3211" cy="1"/>
              </a:xfrm>
              <a:prstGeom prst="line">
                <a:avLst/>
              </a:prstGeom>
              <a:ln w="9525" cap="flat" cmpd="sng">
                <a:solidFill>
                  <a:schemeClr val="hlink"/>
                </a:solidFill>
                <a:prstDash val="solid"/>
                <a:headEnd type="none" w="med" len="med"/>
                <a:tailEnd type="none" w="med" len="med"/>
              </a:ln>
            </p:spPr>
          </p:sp>
          <p:sp>
            <p:nvSpPr>
              <p:cNvPr id="2062" name="Line 61"/>
              <p:cNvSpPr/>
              <p:nvPr/>
            </p:nvSpPr>
            <p:spPr>
              <a:xfrm flipH="1" flipV="1">
                <a:off x="384" y="938"/>
                <a:ext cx="3811" cy="1"/>
              </a:xfrm>
              <a:prstGeom prst="line">
                <a:avLst/>
              </a:prstGeom>
              <a:ln w="9525" cap="flat" cmpd="sng">
                <a:solidFill>
                  <a:schemeClr val="hlink"/>
                </a:solidFill>
                <a:prstDash val="solid"/>
                <a:headEnd type="none" w="med" len="med"/>
                <a:tailEnd type="none" w="med" len="med"/>
              </a:ln>
            </p:spPr>
          </p:sp>
          <p:sp>
            <p:nvSpPr>
              <p:cNvPr id="2063" name="Arc 62"/>
              <p:cNvSpPr/>
              <p:nvPr/>
            </p:nvSpPr>
            <p:spPr>
              <a:xfrm rot="-5400000" flipH="1">
                <a:off x="425" y="860"/>
                <a:ext cx="156" cy="157"/>
              </a:xfrm>
              <a:custGeom>
                <a:avLst/>
                <a:gdLst/>
                <a:ahLst/>
                <a:cxnLst>
                  <a:cxn ang="0">
                    <a:pos x="0" y="0"/>
                  </a:cxn>
                  <a:cxn ang="0">
                    <a:pos x="0" y="0"/>
                  </a:cxn>
                  <a:cxn ang="0">
                    <a:pos x="0" y="0"/>
                  </a:cxn>
                </a:cxnLst>
                <a:pathLst>
                  <a:path w="43195" h="43200" fill="none">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w="9525" cap="flat" cmpd="sng">
                <a:solidFill>
                  <a:schemeClr val="hlink">
                    <a:alpha val="100000"/>
                  </a:schemeClr>
                </a:solidFill>
                <a:prstDash val="solid"/>
                <a:round/>
                <a:headEnd type="none" w="med" len="med"/>
                <a:tailEnd type="none" w="med" len="med"/>
              </a:ln>
            </p:spPr>
            <p:txBody>
              <a:bodyPr/>
              <a:p>
                <a:endParaRPr lang="zh-CN" altLang="en-US"/>
              </a:p>
            </p:txBody>
          </p:sp>
        </p:grpSp>
        <p:grpSp>
          <p:nvGrpSpPr>
            <p:cNvPr id="2056" name="Group 63"/>
            <p:cNvGrpSpPr/>
            <p:nvPr userDrawn="1"/>
          </p:nvGrpSpPr>
          <p:grpSpPr>
            <a:xfrm>
              <a:off x="1480" y="1952"/>
              <a:ext cx="3808" cy="1812"/>
              <a:chOff x="1480" y="1952"/>
              <a:chExt cx="3808" cy="1812"/>
            </a:xfrm>
          </p:grpSpPr>
          <p:sp>
            <p:nvSpPr>
              <p:cNvPr id="2057" name="Line 64"/>
              <p:cNvSpPr/>
              <p:nvPr/>
            </p:nvSpPr>
            <p:spPr>
              <a:xfrm flipV="1">
                <a:off x="1480" y="3442"/>
                <a:ext cx="3808" cy="0"/>
              </a:xfrm>
              <a:prstGeom prst="line">
                <a:avLst/>
              </a:prstGeom>
              <a:ln w="9525" cap="flat" cmpd="sng">
                <a:solidFill>
                  <a:schemeClr val="hlink"/>
                </a:solidFill>
                <a:prstDash val="solid"/>
                <a:headEnd type="none" w="med" len="med"/>
                <a:tailEnd type="none" w="med" len="med"/>
              </a:ln>
            </p:spPr>
          </p:sp>
          <p:sp>
            <p:nvSpPr>
              <p:cNvPr id="2058" name="Line 65"/>
              <p:cNvSpPr/>
              <p:nvPr/>
            </p:nvSpPr>
            <p:spPr>
              <a:xfrm flipH="1">
                <a:off x="5172" y="1952"/>
                <a:ext cx="0" cy="1812"/>
              </a:xfrm>
              <a:prstGeom prst="line">
                <a:avLst/>
              </a:prstGeom>
              <a:ln w="9525" cap="flat" cmpd="sng">
                <a:solidFill>
                  <a:schemeClr val="hlink"/>
                </a:solidFill>
                <a:prstDash val="solid"/>
                <a:headEnd type="none" w="med" len="med"/>
                <a:tailEnd type="none" w="med" len="med"/>
              </a:ln>
            </p:spPr>
          </p:sp>
          <p:sp>
            <p:nvSpPr>
              <p:cNvPr id="2059" name="Arc 66"/>
              <p:cNvSpPr/>
              <p:nvPr/>
            </p:nvSpPr>
            <p:spPr>
              <a:xfrm rot="5400000">
                <a:off x="5096" y="3346"/>
                <a:ext cx="156" cy="157"/>
              </a:xfrm>
              <a:custGeom>
                <a:avLst/>
                <a:gdLst/>
                <a:ahLst/>
                <a:cxnLst>
                  <a:cxn ang="0">
                    <a:pos x="0" y="0"/>
                  </a:cxn>
                  <a:cxn ang="0">
                    <a:pos x="0" y="0"/>
                  </a:cxn>
                  <a:cxn ang="0">
                    <a:pos x="0" y="0"/>
                  </a:cxn>
                </a:cxnLst>
                <a:pathLst>
                  <a:path w="43195" h="43200" fill="none">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w="9525" cap="flat" cmpd="sng">
                <a:solidFill>
                  <a:schemeClr val="hlink">
                    <a:alpha val="100000"/>
                  </a:schemeClr>
                </a:solidFill>
                <a:prstDash val="solid"/>
                <a:round/>
                <a:headEnd type="none" w="med" len="med"/>
                <a:tailEnd type="none" w="med" len="med"/>
              </a:ln>
            </p:spPr>
            <p:txBody>
              <a:bodyPr/>
              <a:p>
                <a:endParaRPr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lvl="0"/>
            <a:r>
              <a:rPr lang="zh-CN" altLang="en-US" noProof="0" smtClean="0"/>
              <a:t>单击此处编辑母版标题样式</a:t>
            </a:r>
            <a:endParaRPr lang="zh-CN" altLang="en-US" noProof="0" smtClean="0"/>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0" indent="0">
              <a:buFont typeface="Wingdings" panose="05000000000000000000" pitchFamily="2" charset="2"/>
              <a:buNone/>
              <a:defRPr/>
            </a:lvl1pPr>
          </a:lstStyle>
          <a:p>
            <a:pPr lvl="0"/>
            <a:r>
              <a:rPr lang="zh-CN" altLang="en-US" noProof="0" smtClean="0"/>
              <a:t>单击此处编辑母版副标题样式</a:t>
            </a:r>
            <a:endParaRPr lang="zh-CN" altLang="en-US" noProof="0" smtClean="0"/>
          </a:p>
        </p:txBody>
      </p:sp>
      <p:sp>
        <p:nvSpPr>
          <p:cNvPr id="75" name="Rectangle 69"/>
          <p:cNvSpPr>
            <a:spLocks noGrp="1" noChangeArrowheads="1"/>
          </p:cNvSpPr>
          <p:nvPr>
            <p:ph type="dt" sz="quarter" idx="2"/>
          </p:nvPr>
        </p:nvSpPr>
        <p:spPr bwMode="auto">
          <a:xfrm>
            <a:off x="6858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kumimoji="0" sz="1400">
                <a:solidFill>
                  <a:schemeClr val="tx1"/>
                </a:solidFill>
                <a:latin typeface="+mn-lt"/>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76" name="Rectangle 70"/>
          <p:cNvSpPr>
            <a:spLocks noGrp="1" noChangeArrowheads="1"/>
          </p:cNvSpPr>
          <p:nvPr>
            <p:ph type="ftr" sz="quarter" idx="3"/>
          </p:nvPr>
        </p:nvSpPr>
        <p:spPr bwMode="auto">
          <a:xfrm>
            <a:off x="3124200" y="6248400"/>
            <a:ext cx="2895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ctr" eaLnBrk="1" hangingPunct="1">
              <a:defRPr kumimoji="0" sz="1400">
                <a:solidFill>
                  <a:schemeClr val="tx1"/>
                </a:solidFill>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77" name="Rectangle 71"/>
          <p:cNvSpPr>
            <a:spLocks noGrp="1" noChangeArrowheads="1"/>
          </p:cNvSpPr>
          <p:nvPr>
            <p:ph type="sldNum" sz="quarter" idx="4"/>
          </p:nvPr>
        </p:nvSpPr>
        <p:spPr bwMode="auto">
          <a:xfrm>
            <a:off x="65532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kumimoji="0" sz="1400">
                <a:solidFill>
                  <a:schemeClr val="tx1"/>
                </a:solidFill>
                <a:latin typeface="+mn-lt"/>
                <a:ea typeface="+mn-ea"/>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2145CA2C-C7CE-411E-B45C-DD0BCBA5E243}" type="slidenum">
              <a:rPr kumimoji="0" lang="en-US" altLang="zh-CN" sz="1400" b="0" i="0" u="none" strike="noStrike" kern="1200" cap="none" spc="0" normalizeH="0" baseline="0" noProof="0">
                <a:ln>
                  <a:noFill/>
                </a:ln>
                <a:solidFill>
                  <a:schemeClr val="tx1"/>
                </a:solidFill>
                <a:effectLst/>
                <a:uLnTx/>
                <a:uFillTx/>
                <a:latin typeface="+mn-lt"/>
                <a:ea typeface="+mn-ea"/>
                <a:cs typeface="+mn-cs"/>
              </a:rPr>
            </a:fld>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hasCustomPrompt="1"/>
          </p:nvPr>
        </p:nvSpPr>
        <p:spPr>
          <a:xfrm>
            <a:off x="628650" y="1825625"/>
            <a:ext cx="7886700" cy="435133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a:prstGeom prst="rect">
            <a:avLst/>
          </a:prstGeo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623888" y="4589463"/>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编辑母版文本样式</a:t>
            </a:r>
            <a:endParaRPr lang="zh-CN" altLang="en-US" smtClean="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hasCustomPrompt="1"/>
          </p:nvPr>
        </p:nvSpPr>
        <p:spPr>
          <a:xfrm>
            <a:off x="628650" y="1825625"/>
            <a:ext cx="3867150" cy="435133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hasCustomPrompt="1"/>
          </p:nvPr>
        </p:nvSpPr>
        <p:spPr>
          <a:xfrm>
            <a:off x="4648200" y="1825625"/>
            <a:ext cx="3867150" cy="435133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a:prstGeom prst="rect">
            <a:avLst/>
          </a:prstGeom>
        </p:spPr>
        <p:txBody>
          <a:body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4" name="内容占位符 3"/>
          <p:cNvSpPr>
            <a:spLocks noGrp="1"/>
          </p:cNvSpPr>
          <p:nvPr>
            <p:ph sz="half" idx="2" hasCustomPrompt="1"/>
          </p:nvPr>
        </p:nvSpPr>
        <p:spPr>
          <a:xfrm>
            <a:off x="630238" y="2505075"/>
            <a:ext cx="3868737" cy="368458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6" name="内容占位符 5"/>
          <p:cNvSpPr>
            <a:spLocks noGrp="1"/>
          </p:cNvSpPr>
          <p:nvPr>
            <p:ph sz="quarter" idx="4" hasCustomPrompt="1"/>
          </p:nvPr>
        </p:nvSpPr>
        <p:spPr>
          <a:xfrm>
            <a:off x="4629150" y="2505075"/>
            <a:ext cx="3887788" cy="368458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smtClean="0"/>
              <a:t>单击此处编辑母版标题样式</a:t>
            </a:r>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a:prstGeom prst="rect">
            <a:avLst/>
          </a:prstGeo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hasCustomPrompt="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hasCustomPrompt="1"/>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a:prstGeom prst="rect">
            <a:avLst/>
          </a:prstGeo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Pct val="110000"/>
              <a:buFont typeface="Wingdings" panose="05000000000000000000" pitchFamily="2" charset="2"/>
              <a:buNone/>
              <a:defRPr/>
            </a:pPr>
            <a:endParaRPr kumimoji="1" lang="zh-CN" alt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a:xfrm>
            <a:off x="628650" y="1825625"/>
            <a:ext cx="7886700" cy="4351338"/>
          </a:xfrm>
          <a:prstGeom prst="rect">
            <a:avLst/>
          </a:prstGeom>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a:xfrm>
            <a:off x="628650" y="365125"/>
            <a:ext cx="5762625" cy="5811838"/>
          </a:xfrm>
          <a:prstGeom prst="rect">
            <a:avLst/>
          </a:prstGeom>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grpSp>
        <p:nvGrpSpPr>
          <p:cNvPr id="2050" name="Group 2"/>
          <p:cNvGrpSpPr/>
          <p:nvPr/>
        </p:nvGrpSpPr>
        <p:grpSpPr>
          <a:xfrm>
            <a:off x="0" y="0"/>
            <a:ext cx="9144000" cy="6858000"/>
            <a:chOff x="0" y="0"/>
            <a:chExt cx="5760" cy="4320"/>
          </a:xfrm>
        </p:grpSpPr>
        <p:grpSp>
          <p:nvGrpSpPr>
            <p:cNvPr id="2054" name="Group 3"/>
            <p:cNvGrpSpPr/>
            <p:nvPr/>
          </p:nvGrpSpPr>
          <p:grpSpPr>
            <a:xfrm>
              <a:off x="0" y="0"/>
              <a:ext cx="5760" cy="4320"/>
              <a:chOff x="0" y="0"/>
              <a:chExt cx="5760" cy="4320"/>
            </a:xfrm>
          </p:grpSpPr>
          <p:sp>
            <p:nvSpPr>
              <p:cNvPr id="21" name="Rectangle 4"/>
              <p:cNvSpPr>
                <a:spLocks noChangeArrowheads="1"/>
              </p:cNvSpPr>
              <p:nvPr/>
            </p:nvSpPr>
            <p:spPr bwMode="ltGray">
              <a:xfrm>
                <a:off x="2112" y="0"/>
                <a:ext cx="3648" cy="96"/>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000" b="0" i="0" u="none" strike="noStrike" kern="1200" cap="none" spc="0" normalizeH="0" baseline="0" noProof="0" smtClean="0">
                  <a:ln>
                    <a:noFill/>
                  </a:ln>
                  <a:solidFill>
                    <a:srgbClr val="000099"/>
                  </a:solidFill>
                  <a:effectLst/>
                  <a:uLnTx/>
                  <a:uFillTx/>
                  <a:latin typeface="Times New Roman" panose="02020603050405020304" pitchFamily="18" charset="0"/>
                  <a:ea typeface="华文中宋" panose="02010600040101010101" pitchFamily="2" charset="-122"/>
                  <a:cs typeface="+mn-cs"/>
                </a:endParaRPr>
              </a:p>
            </p:txBody>
          </p:sp>
          <p:grpSp>
            <p:nvGrpSpPr>
              <p:cNvPr id="2065" name="Group 5"/>
              <p:cNvGrpSpPr/>
              <p:nvPr userDrawn="1"/>
            </p:nvGrpSpPr>
            <p:grpSpPr>
              <a:xfrm>
                <a:off x="0" y="0"/>
                <a:ext cx="5760" cy="4320"/>
                <a:chOff x="0" y="0"/>
                <a:chExt cx="5760" cy="4320"/>
              </a:xfrm>
            </p:grpSpPr>
            <p:sp>
              <p:nvSpPr>
                <p:cNvPr id="2067" name="Line 6"/>
                <p:cNvSpPr/>
                <p:nvPr/>
              </p:nvSpPr>
              <p:spPr>
                <a:xfrm>
                  <a:off x="0" y="19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68" name="Line 7"/>
                <p:cNvSpPr/>
                <p:nvPr/>
              </p:nvSpPr>
              <p:spPr>
                <a:xfrm>
                  <a:off x="0" y="38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69" name="Line 8"/>
                <p:cNvSpPr/>
                <p:nvPr/>
              </p:nvSpPr>
              <p:spPr>
                <a:xfrm>
                  <a:off x="0" y="57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0" name="Line 9"/>
                <p:cNvSpPr/>
                <p:nvPr/>
              </p:nvSpPr>
              <p:spPr>
                <a:xfrm>
                  <a:off x="0" y="76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1" name="Line 10"/>
                <p:cNvSpPr/>
                <p:nvPr/>
              </p:nvSpPr>
              <p:spPr>
                <a:xfrm>
                  <a:off x="0" y="96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2" name="Line 11"/>
                <p:cNvSpPr/>
                <p:nvPr/>
              </p:nvSpPr>
              <p:spPr>
                <a:xfrm>
                  <a:off x="0" y="115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3" name="Line 12"/>
                <p:cNvSpPr/>
                <p:nvPr/>
              </p:nvSpPr>
              <p:spPr>
                <a:xfrm>
                  <a:off x="0" y="134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4" name="Line 13"/>
                <p:cNvSpPr/>
                <p:nvPr/>
              </p:nvSpPr>
              <p:spPr>
                <a:xfrm>
                  <a:off x="0" y="153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5" name="Line 14"/>
                <p:cNvSpPr/>
                <p:nvPr/>
              </p:nvSpPr>
              <p:spPr>
                <a:xfrm>
                  <a:off x="0" y="172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6" name="Line 15"/>
                <p:cNvSpPr/>
                <p:nvPr/>
              </p:nvSpPr>
              <p:spPr>
                <a:xfrm>
                  <a:off x="0" y="192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7" name="Line 16"/>
                <p:cNvSpPr/>
                <p:nvPr/>
              </p:nvSpPr>
              <p:spPr>
                <a:xfrm>
                  <a:off x="0" y="211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8" name="Line 17"/>
                <p:cNvSpPr/>
                <p:nvPr/>
              </p:nvSpPr>
              <p:spPr>
                <a:xfrm>
                  <a:off x="0" y="230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9" name="Line 18"/>
                <p:cNvSpPr/>
                <p:nvPr/>
              </p:nvSpPr>
              <p:spPr>
                <a:xfrm>
                  <a:off x="0" y="249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0" name="Line 19"/>
                <p:cNvSpPr/>
                <p:nvPr/>
              </p:nvSpPr>
              <p:spPr>
                <a:xfrm>
                  <a:off x="0" y="268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1" name="Line 20"/>
                <p:cNvSpPr/>
                <p:nvPr/>
              </p:nvSpPr>
              <p:spPr>
                <a:xfrm>
                  <a:off x="0" y="288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2" name="Line 21"/>
                <p:cNvSpPr/>
                <p:nvPr/>
              </p:nvSpPr>
              <p:spPr>
                <a:xfrm>
                  <a:off x="0" y="307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3" name="Line 22"/>
                <p:cNvSpPr/>
                <p:nvPr/>
              </p:nvSpPr>
              <p:spPr>
                <a:xfrm>
                  <a:off x="0" y="326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4" name="Line 23"/>
                <p:cNvSpPr/>
                <p:nvPr/>
              </p:nvSpPr>
              <p:spPr>
                <a:xfrm>
                  <a:off x="0" y="345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5" name="Line 24"/>
                <p:cNvSpPr/>
                <p:nvPr/>
              </p:nvSpPr>
              <p:spPr>
                <a:xfrm>
                  <a:off x="0" y="364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6" name="Line 25"/>
                <p:cNvSpPr/>
                <p:nvPr/>
              </p:nvSpPr>
              <p:spPr>
                <a:xfrm>
                  <a:off x="0" y="384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7" name="Line 26"/>
                <p:cNvSpPr/>
                <p:nvPr/>
              </p:nvSpPr>
              <p:spPr>
                <a:xfrm>
                  <a:off x="0" y="403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8" name="Line 27"/>
                <p:cNvSpPr/>
                <p:nvPr/>
              </p:nvSpPr>
              <p:spPr>
                <a:xfrm>
                  <a:off x="0" y="422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9" name="Line 28"/>
                <p:cNvSpPr/>
                <p:nvPr/>
              </p:nvSpPr>
              <p:spPr>
                <a:xfrm>
                  <a:off x="19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0" name="Line 29"/>
                <p:cNvSpPr/>
                <p:nvPr/>
              </p:nvSpPr>
              <p:spPr>
                <a:xfrm>
                  <a:off x="38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1" name="Line 30"/>
                <p:cNvSpPr/>
                <p:nvPr/>
              </p:nvSpPr>
              <p:spPr>
                <a:xfrm>
                  <a:off x="57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2" name="Line 31"/>
                <p:cNvSpPr/>
                <p:nvPr/>
              </p:nvSpPr>
              <p:spPr>
                <a:xfrm>
                  <a:off x="76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3" name="Line 32"/>
                <p:cNvSpPr/>
                <p:nvPr/>
              </p:nvSpPr>
              <p:spPr>
                <a:xfrm>
                  <a:off x="96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4" name="Line 33"/>
                <p:cNvSpPr/>
                <p:nvPr/>
              </p:nvSpPr>
              <p:spPr>
                <a:xfrm>
                  <a:off x="115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5" name="Line 34"/>
                <p:cNvSpPr/>
                <p:nvPr/>
              </p:nvSpPr>
              <p:spPr>
                <a:xfrm>
                  <a:off x="134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6" name="Line 35"/>
                <p:cNvSpPr/>
                <p:nvPr/>
              </p:nvSpPr>
              <p:spPr>
                <a:xfrm>
                  <a:off x="153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7" name="Line 36"/>
                <p:cNvSpPr/>
                <p:nvPr/>
              </p:nvSpPr>
              <p:spPr>
                <a:xfrm>
                  <a:off x="172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8" name="Line 37"/>
                <p:cNvSpPr/>
                <p:nvPr/>
              </p:nvSpPr>
              <p:spPr>
                <a:xfrm>
                  <a:off x="192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9" name="Line 38"/>
                <p:cNvSpPr/>
                <p:nvPr/>
              </p:nvSpPr>
              <p:spPr>
                <a:xfrm>
                  <a:off x="211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0" name="Line 39"/>
                <p:cNvSpPr/>
                <p:nvPr/>
              </p:nvSpPr>
              <p:spPr>
                <a:xfrm>
                  <a:off x="230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1" name="Line 40"/>
                <p:cNvSpPr/>
                <p:nvPr/>
              </p:nvSpPr>
              <p:spPr>
                <a:xfrm>
                  <a:off x="249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2" name="Line 41"/>
                <p:cNvSpPr/>
                <p:nvPr/>
              </p:nvSpPr>
              <p:spPr>
                <a:xfrm>
                  <a:off x="268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3" name="Line 42"/>
                <p:cNvSpPr/>
                <p:nvPr/>
              </p:nvSpPr>
              <p:spPr>
                <a:xfrm>
                  <a:off x="288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4" name="Line 43"/>
                <p:cNvSpPr/>
                <p:nvPr/>
              </p:nvSpPr>
              <p:spPr>
                <a:xfrm>
                  <a:off x="307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5" name="Line 44"/>
                <p:cNvSpPr/>
                <p:nvPr/>
              </p:nvSpPr>
              <p:spPr>
                <a:xfrm>
                  <a:off x="326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6" name="Line 45"/>
                <p:cNvSpPr/>
                <p:nvPr/>
              </p:nvSpPr>
              <p:spPr>
                <a:xfrm>
                  <a:off x="345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7" name="Line 46"/>
                <p:cNvSpPr/>
                <p:nvPr/>
              </p:nvSpPr>
              <p:spPr>
                <a:xfrm>
                  <a:off x="364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8" name="Line 47"/>
                <p:cNvSpPr/>
                <p:nvPr/>
              </p:nvSpPr>
              <p:spPr>
                <a:xfrm>
                  <a:off x="384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9" name="Line 48"/>
                <p:cNvSpPr/>
                <p:nvPr/>
              </p:nvSpPr>
              <p:spPr>
                <a:xfrm>
                  <a:off x="403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0" name="Line 49"/>
                <p:cNvSpPr/>
                <p:nvPr/>
              </p:nvSpPr>
              <p:spPr>
                <a:xfrm>
                  <a:off x="422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1" name="Line 50"/>
                <p:cNvSpPr/>
                <p:nvPr/>
              </p:nvSpPr>
              <p:spPr>
                <a:xfrm>
                  <a:off x="441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2" name="Line 51"/>
                <p:cNvSpPr/>
                <p:nvPr/>
              </p:nvSpPr>
              <p:spPr>
                <a:xfrm>
                  <a:off x="460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3" name="Line 52"/>
                <p:cNvSpPr/>
                <p:nvPr/>
              </p:nvSpPr>
              <p:spPr>
                <a:xfrm>
                  <a:off x="480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4" name="Line 53"/>
                <p:cNvSpPr/>
                <p:nvPr/>
              </p:nvSpPr>
              <p:spPr>
                <a:xfrm>
                  <a:off x="499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5" name="Line 54"/>
                <p:cNvSpPr/>
                <p:nvPr/>
              </p:nvSpPr>
              <p:spPr>
                <a:xfrm>
                  <a:off x="518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6" name="Line 55"/>
                <p:cNvSpPr/>
                <p:nvPr/>
              </p:nvSpPr>
              <p:spPr>
                <a:xfrm>
                  <a:off x="537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7" name="Line 56"/>
                <p:cNvSpPr/>
                <p:nvPr/>
              </p:nvSpPr>
              <p:spPr>
                <a:xfrm>
                  <a:off x="556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grpSp>
          <p:sp>
            <p:nvSpPr>
              <p:cNvPr id="2066" name="Line 57"/>
              <p:cNvSpPr/>
              <p:nvPr/>
            </p:nvSpPr>
            <p:spPr>
              <a:xfrm>
                <a:off x="5568" y="0"/>
                <a:ext cx="0" cy="1488"/>
              </a:xfrm>
              <a:prstGeom prst="line">
                <a:avLst/>
              </a:prstGeom>
              <a:ln w="9525" cap="flat" cmpd="sng">
                <a:solidFill>
                  <a:schemeClr val="hlink"/>
                </a:solidFill>
                <a:prstDash val="solid"/>
                <a:headEnd type="none" w="med" len="med"/>
                <a:tailEnd type="none" w="med" len="med"/>
              </a:ln>
            </p:spPr>
          </p:sp>
        </p:grpSp>
        <p:grpSp>
          <p:nvGrpSpPr>
            <p:cNvPr id="2055" name="Group 58"/>
            <p:cNvGrpSpPr/>
            <p:nvPr userDrawn="1"/>
          </p:nvGrpSpPr>
          <p:grpSpPr>
            <a:xfrm>
              <a:off x="3" y="559"/>
              <a:ext cx="4192" cy="1796"/>
              <a:chOff x="3" y="559"/>
              <a:chExt cx="4192" cy="1796"/>
            </a:xfrm>
          </p:grpSpPr>
          <p:sp>
            <p:nvSpPr>
              <p:cNvPr id="2060" name="Line 59"/>
              <p:cNvSpPr/>
              <p:nvPr/>
            </p:nvSpPr>
            <p:spPr>
              <a:xfrm>
                <a:off x="506" y="559"/>
                <a:ext cx="0" cy="1796"/>
              </a:xfrm>
              <a:prstGeom prst="line">
                <a:avLst/>
              </a:prstGeom>
              <a:ln w="9525" cap="flat" cmpd="sng">
                <a:solidFill>
                  <a:schemeClr val="hlink"/>
                </a:solidFill>
                <a:prstDash val="solid"/>
                <a:headEnd type="none" w="med" len="med"/>
                <a:tailEnd type="none" w="med" len="med"/>
              </a:ln>
            </p:spPr>
          </p:sp>
          <p:sp>
            <p:nvSpPr>
              <p:cNvPr id="2061" name="Line 60"/>
              <p:cNvSpPr/>
              <p:nvPr/>
            </p:nvSpPr>
            <p:spPr>
              <a:xfrm flipH="1" flipV="1">
                <a:off x="3" y="1924"/>
                <a:ext cx="3211" cy="1"/>
              </a:xfrm>
              <a:prstGeom prst="line">
                <a:avLst/>
              </a:prstGeom>
              <a:ln w="9525" cap="flat" cmpd="sng">
                <a:solidFill>
                  <a:schemeClr val="hlink"/>
                </a:solidFill>
                <a:prstDash val="solid"/>
                <a:headEnd type="none" w="med" len="med"/>
                <a:tailEnd type="none" w="med" len="med"/>
              </a:ln>
            </p:spPr>
          </p:sp>
          <p:sp>
            <p:nvSpPr>
              <p:cNvPr id="2062" name="Line 61"/>
              <p:cNvSpPr/>
              <p:nvPr/>
            </p:nvSpPr>
            <p:spPr>
              <a:xfrm flipH="1" flipV="1">
                <a:off x="384" y="938"/>
                <a:ext cx="3811" cy="1"/>
              </a:xfrm>
              <a:prstGeom prst="line">
                <a:avLst/>
              </a:prstGeom>
              <a:ln w="9525" cap="flat" cmpd="sng">
                <a:solidFill>
                  <a:schemeClr val="hlink"/>
                </a:solidFill>
                <a:prstDash val="solid"/>
                <a:headEnd type="none" w="med" len="med"/>
                <a:tailEnd type="none" w="med" len="med"/>
              </a:ln>
            </p:spPr>
          </p:sp>
          <p:sp>
            <p:nvSpPr>
              <p:cNvPr id="2063" name="Arc 62"/>
              <p:cNvSpPr/>
              <p:nvPr/>
            </p:nvSpPr>
            <p:spPr>
              <a:xfrm rot="-5400000" flipH="1">
                <a:off x="425" y="860"/>
                <a:ext cx="156" cy="157"/>
              </a:xfrm>
              <a:custGeom>
                <a:avLst/>
                <a:gdLst/>
                <a:ahLst/>
                <a:cxnLst>
                  <a:cxn ang="0">
                    <a:pos x="0" y="0"/>
                  </a:cxn>
                  <a:cxn ang="0">
                    <a:pos x="0" y="0"/>
                  </a:cxn>
                  <a:cxn ang="0">
                    <a:pos x="0" y="0"/>
                  </a:cxn>
                </a:cxnLst>
                <a:pathLst>
                  <a:path w="43195" h="43200" fill="none">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w="9525" cap="flat" cmpd="sng">
                <a:solidFill>
                  <a:schemeClr val="hlink">
                    <a:alpha val="100000"/>
                  </a:schemeClr>
                </a:solidFill>
                <a:prstDash val="solid"/>
                <a:round/>
                <a:headEnd type="none" w="med" len="med"/>
                <a:tailEnd type="none" w="med" len="med"/>
              </a:ln>
            </p:spPr>
            <p:txBody>
              <a:bodyPr/>
              <a:p>
                <a:endParaRPr lang="zh-CN" altLang="en-US"/>
              </a:p>
            </p:txBody>
          </p:sp>
        </p:grpSp>
        <p:grpSp>
          <p:nvGrpSpPr>
            <p:cNvPr id="2056" name="Group 63"/>
            <p:cNvGrpSpPr/>
            <p:nvPr userDrawn="1"/>
          </p:nvGrpSpPr>
          <p:grpSpPr>
            <a:xfrm>
              <a:off x="1480" y="1952"/>
              <a:ext cx="3808" cy="1812"/>
              <a:chOff x="1480" y="1952"/>
              <a:chExt cx="3808" cy="1812"/>
            </a:xfrm>
          </p:grpSpPr>
          <p:sp>
            <p:nvSpPr>
              <p:cNvPr id="2057" name="Line 64"/>
              <p:cNvSpPr/>
              <p:nvPr/>
            </p:nvSpPr>
            <p:spPr>
              <a:xfrm flipV="1">
                <a:off x="1480" y="3442"/>
                <a:ext cx="3808" cy="0"/>
              </a:xfrm>
              <a:prstGeom prst="line">
                <a:avLst/>
              </a:prstGeom>
              <a:ln w="9525" cap="flat" cmpd="sng">
                <a:solidFill>
                  <a:schemeClr val="hlink"/>
                </a:solidFill>
                <a:prstDash val="solid"/>
                <a:headEnd type="none" w="med" len="med"/>
                <a:tailEnd type="none" w="med" len="med"/>
              </a:ln>
            </p:spPr>
          </p:sp>
          <p:sp>
            <p:nvSpPr>
              <p:cNvPr id="2058" name="Line 65"/>
              <p:cNvSpPr/>
              <p:nvPr/>
            </p:nvSpPr>
            <p:spPr>
              <a:xfrm flipH="1">
                <a:off x="5172" y="1952"/>
                <a:ext cx="0" cy="1812"/>
              </a:xfrm>
              <a:prstGeom prst="line">
                <a:avLst/>
              </a:prstGeom>
              <a:ln w="9525" cap="flat" cmpd="sng">
                <a:solidFill>
                  <a:schemeClr val="hlink"/>
                </a:solidFill>
                <a:prstDash val="solid"/>
                <a:headEnd type="none" w="med" len="med"/>
                <a:tailEnd type="none" w="med" len="med"/>
              </a:ln>
            </p:spPr>
          </p:sp>
          <p:sp>
            <p:nvSpPr>
              <p:cNvPr id="2059" name="Arc 66"/>
              <p:cNvSpPr/>
              <p:nvPr/>
            </p:nvSpPr>
            <p:spPr>
              <a:xfrm rot="5400000">
                <a:off x="5096" y="3346"/>
                <a:ext cx="156" cy="157"/>
              </a:xfrm>
              <a:custGeom>
                <a:avLst/>
                <a:gdLst/>
                <a:ahLst/>
                <a:cxnLst>
                  <a:cxn ang="0">
                    <a:pos x="0" y="0"/>
                  </a:cxn>
                  <a:cxn ang="0">
                    <a:pos x="0" y="0"/>
                  </a:cxn>
                  <a:cxn ang="0">
                    <a:pos x="0" y="0"/>
                  </a:cxn>
                </a:cxnLst>
                <a:pathLst>
                  <a:path w="43195" h="43200" fill="none">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w="9525" cap="flat" cmpd="sng">
                <a:solidFill>
                  <a:schemeClr val="hlink">
                    <a:alpha val="100000"/>
                  </a:schemeClr>
                </a:solidFill>
                <a:prstDash val="solid"/>
                <a:round/>
                <a:headEnd type="none" w="med" len="med"/>
                <a:tailEnd type="none" w="med" len="med"/>
              </a:ln>
            </p:spPr>
            <p:txBody>
              <a:bodyPr/>
              <a:p>
                <a:endParaRPr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lvl="0"/>
            <a:r>
              <a:rPr lang="zh-CN" altLang="en-US" noProof="0" smtClean="0"/>
              <a:t>单击此处编辑母版标题样式</a:t>
            </a:r>
            <a:endParaRPr lang="zh-CN" altLang="en-US" noProof="0" smtClean="0"/>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0" indent="0">
              <a:buFont typeface="Wingdings" panose="05000000000000000000" pitchFamily="2" charset="2"/>
              <a:buNone/>
              <a:defRPr/>
            </a:lvl1pPr>
          </a:lstStyle>
          <a:p>
            <a:pPr lvl="0"/>
            <a:r>
              <a:rPr lang="zh-CN" altLang="en-US" noProof="0" smtClean="0"/>
              <a:t>单击此处编辑母版副标题样式</a:t>
            </a:r>
            <a:endParaRPr lang="zh-CN" altLang="en-US" noProof="0" smtClean="0"/>
          </a:p>
        </p:txBody>
      </p:sp>
      <p:sp>
        <p:nvSpPr>
          <p:cNvPr id="75" name="Rectangle 69"/>
          <p:cNvSpPr>
            <a:spLocks noGrp="1" noChangeArrowheads="1"/>
          </p:cNvSpPr>
          <p:nvPr>
            <p:ph type="dt" sz="quarter" idx="2"/>
          </p:nvPr>
        </p:nvSpPr>
        <p:spPr bwMode="auto">
          <a:xfrm>
            <a:off x="6858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kumimoji="0" sz="1400">
                <a:solidFill>
                  <a:schemeClr val="tx1"/>
                </a:solidFill>
                <a:latin typeface="+mn-lt"/>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76" name="Rectangle 70"/>
          <p:cNvSpPr>
            <a:spLocks noGrp="1" noChangeArrowheads="1"/>
          </p:cNvSpPr>
          <p:nvPr>
            <p:ph type="ftr" sz="quarter" idx="3"/>
          </p:nvPr>
        </p:nvSpPr>
        <p:spPr bwMode="auto">
          <a:xfrm>
            <a:off x="3124200" y="6248400"/>
            <a:ext cx="2895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ctr" eaLnBrk="1" hangingPunct="1">
              <a:defRPr kumimoji="0" sz="1400">
                <a:solidFill>
                  <a:schemeClr val="tx1"/>
                </a:solidFill>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77" name="Rectangle 71"/>
          <p:cNvSpPr>
            <a:spLocks noGrp="1" noChangeArrowheads="1"/>
          </p:cNvSpPr>
          <p:nvPr>
            <p:ph type="sldNum" sz="quarter" idx="4"/>
          </p:nvPr>
        </p:nvSpPr>
        <p:spPr bwMode="auto">
          <a:xfrm>
            <a:off x="65532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kumimoji="0" sz="1400">
                <a:solidFill>
                  <a:schemeClr val="tx1"/>
                </a:solidFill>
                <a:latin typeface="+mn-lt"/>
                <a:ea typeface="+mn-ea"/>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2145CA2C-C7CE-411E-B45C-DD0BCBA5E243}" type="slidenum">
              <a:rPr kumimoji="0" lang="en-US" altLang="zh-CN" sz="1400" b="0" i="0" u="none" strike="noStrike" kern="1200" cap="none" spc="0" normalizeH="0" baseline="0" noProof="0">
                <a:ln>
                  <a:noFill/>
                </a:ln>
                <a:solidFill>
                  <a:schemeClr val="tx1"/>
                </a:solidFill>
                <a:effectLst/>
                <a:uLnTx/>
                <a:uFillTx/>
                <a:latin typeface="+mn-lt"/>
                <a:ea typeface="+mn-ea"/>
                <a:cs typeface="+mn-cs"/>
              </a:rPr>
            </a:fld>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hasCustomPrompt="1"/>
          </p:nvPr>
        </p:nvSpPr>
        <p:spPr>
          <a:xfrm>
            <a:off x="628650" y="1825625"/>
            <a:ext cx="7886700" cy="435133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a:prstGeom prst="rect">
            <a:avLst/>
          </a:prstGeo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623888" y="4589463"/>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编辑母版文本样式</a:t>
            </a:r>
            <a:endParaRPr lang="zh-CN" altLang="en-US" smtClean="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hasCustomPrompt="1"/>
          </p:nvPr>
        </p:nvSpPr>
        <p:spPr>
          <a:xfrm>
            <a:off x="628650" y="1825625"/>
            <a:ext cx="3867150" cy="435133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hasCustomPrompt="1"/>
          </p:nvPr>
        </p:nvSpPr>
        <p:spPr>
          <a:xfrm>
            <a:off x="4648200" y="1825625"/>
            <a:ext cx="3867150" cy="435133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a:prstGeom prst="rect">
            <a:avLst/>
          </a:prstGeom>
        </p:spPr>
        <p:txBody>
          <a:body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4" name="内容占位符 3"/>
          <p:cNvSpPr>
            <a:spLocks noGrp="1"/>
          </p:cNvSpPr>
          <p:nvPr>
            <p:ph sz="half" idx="2" hasCustomPrompt="1"/>
          </p:nvPr>
        </p:nvSpPr>
        <p:spPr>
          <a:xfrm>
            <a:off x="630238" y="2505075"/>
            <a:ext cx="3868737" cy="368458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6" name="内容占位符 5"/>
          <p:cNvSpPr>
            <a:spLocks noGrp="1"/>
          </p:cNvSpPr>
          <p:nvPr>
            <p:ph sz="quarter" idx="4" hasCustomPrompt="1"/>
          </p:nvPr>
        </p:nvSpPr>
        <p:spPr>
          <a:xfrm>
            <a:off x="4629150" y="2505075"/>
            <a:ext cx="3887788" cy="368458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smtClean="0"/>
              <a:t>单击此处编辑母版标题样式</a:t>
            </a:r>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a:prstGeom prst="rect">
            <a:avLst/>
          </a:prstGeo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hasCustomPrompt="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hasCustomPrompt="1"/>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a:prstGeom prst="rect">
            <a:avLst/>
          </a:prstGeo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Pct val="110000"/>
              <a:buFont typeface="Wingdings" panose="05000000000000000000" pitchFamily="2" charset="2"/>
              <a:buNone/>
              <a:defRPr/>
            </a:pPr>
            <a:endParaRPr kumimoji="1" lang="zh-CN" alt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a:xfrm>
            <a:off x="628650" y="1825625"/>
            <a:ext cx="7886700" cy="4351338"/>
          </a:xfrm>
          <a:prstGeom prst="rect">
            <a:avLst/>
          </a:prstGeom>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a:xfrm>
            <a:off x="628650" y="365125"/>
            <a:ext cx="5762625" cy="5811838"/>
          </a:xfrm>
          <a:prstGeom prst="rect">
            <a:avLst/>
          </a:prstGeom>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grpSp>
        <p:nvGrpSpPr>
          <p:cNvPr id="2050" name="Group 2"/>
          <p:cNvGrpSpPr/>
          <p:nvPr/>
        </p:nvGrpSpPr>
        <p:grpSpPr>
          <a:xfrm>
            <a:off x="0" y="0"/>
            <a:ext cx="9144000" cy="6858000"/>
            <a:chOff x="0" y="0"/>
            <a:chExt cx="5760" cy="4320"/>
          </a:xfrm>
        </p:grpSpPr>
        <p:grpSp>
          <p:nvGrpSpPr>
            <p:cNvPr id="2054" name="Group 3"/>
            <p:cNvGrpSpPr/>
            <p:nvPr/>
          </p:nvGrpSpPr>
          <p:grpSpPr>
            <a:xfrm>
              <a:off x="0" y="0"/>
              <a:ext cx="5760" cy="4320"/>
              <a:chOff x="0" y="0"/>
              <a:chExt cx="5760" cy="4320"/>
            </a:xfrm>
          </p:grpSpPr>
          <p:sp>
            <p:nvSpPr>
              <p:cNvPr id="21" name="Rectangle 4"/>
              <p:cNvSpPr>
                <a:spLocks noChangeArrowheads="1"/>
              </p:cNvSpPr>
              <p:nvPr/>
            </p:nvSpPr>
            <p:spPr bwMode="ltGray">
              <a:xfrm>
                <a:off x="2112" y="0"/>
                <a:ext cx="3648" cy="96"/>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000" b="0" i="0" u="none" strike="noStrike" kern="1200" cap="none" spc="0" normalizeH="0" baseline="0" noProof="0" smtClean="0">
                  <a:ln>
                    <a:noFill/>
                  </a:ln>
                  <a:solidFill>
                    <a:srgbClr val="000099"/>
                  </a:solidFill>
                  <a:effectLst/>
                  <a:uLnTx/>
                  <a:uFillTx/>
                  <a:latin typeface="Times New Roman" panose="02020603050405020304" pitchFamily="18" charset="0"/>
                  <a:ea typeface="华文中宋" panose="02010600040101010101" pitchFamily="2" charset="-122"/>
                  <a:cs typeface="+mn-cs"/>
                </a:endParaRPr>
              </a:p>
            </p:txBody>
          </p:sp>
          <p:grpSp>
            <p:nvGrpSpPr>
              <p:cNvPr id="2065" name="Group 5"/>
              <p:cNvGrpSpPr/>
              <p:nvPr userDrawn="1"/>
            </p:nvGrpSpPr>
            <p:grpSpPr>
              <a:xfrm>
                <a:off x="0" y="0"/>
                <a:ext cx="5760" cy="4320"/>
                <a:chOff x="0" y="0"/>
                <a:chExt cx="5760" cy="4320"/>
              </a:xfrm>
            </p:grpSpPr>
            <p:sp>
              <p:nvSpPr>
                <p:cNvPr id="2067" name="Line 6"/>
                <p:cNvSpPr/>
                <p:nvPr/>
              </p:nvSpPr>
              <p:spPr>
                <a:xfrm>
                  <a:off x="0" y="19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68" name="Line 7"/>
                <p:cNvSpPr/>
                <p:nvPr/>
              </p:nvSpPr>
              <p:spPr>
                <a:xfrm>
                  <a:off x="0" y="38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69" name="Line 8"/>
                <p:cNvSpPr/>
                <p:nvPr/>
              </p:nvSpPr>
              <p:spPr>
                <a:xfrm>
                  <a:off x="0" y="57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0" name="Line 9"/>
                <p:cNvSpPr/>
                <p:nvPr/>
              </p:nvSpPr>
              <p:spPr>
                <a:xfrm>
                  <a:off x="0" y="76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1" name="Line 10"/>
                <p:cNvSpPr/>
                <p:nvPr/>
              </p:nvSpPr>
              <p:spPr>
                <a:xfrm>
                  <a:off x="0" y="96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2" name="Line 11"/>
                <p:cNvSpPr/>
                <p:nvPr/>
              </p:nvSpPr>
              <p:spPr>
                <a:xfrm>
                  <a:off x="0" y="115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3" name="Line 12"/>
                <p:cNvSpPr/>
                <p:nvPr/>
              </p:nvSpPr>
              <p:spPr>
                <a:xfrm>
                  <a:off x="0" y="134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4" name="Line 13"/>
                <p:cNvSpPr/>
                <p:nvPr/>
              </p:nvSpPr>
              <p:spPr>
                <a:xfrm>
                  <a:off x="0" y="153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5" name="Line 14"/>
                <p:cNvSpPr/>
                <p:nvPr/>
              </p:nvSpPr>
              <p:spPr>
                <a:xfrm>
                  <a:off x="0" y="172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6" name="Line 15"/>
                <p:cNvSpPr/>
                <p:nvPr/>
              </p:nvSpPr>
              <p:spPr>
                <a:xfrm>
                  <a:off x="0" y="192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7" name="Line 16"/>
                <p:cNvSpPr/>
                <p:nvPr/>
              </p:nvSpPr>
              <p:spPr>
                <a:xfrm>
                  <a:off x="0" y="211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8" name="Line 17"/>
                <p:cNvSpPr/>
                <p:nvPr/>
              </p:nvSpPr>
              <p:spPr>
                <a:xfrm>
                  <a:off x="0" y="230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9" name="Line 18"/>
                <p:cNvSpPr/>
                <p:nvPr/>
              </p:nvSpPr>
              <p:spPr>
                <a:xfrm>
                  <a:off x="0" y="249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0" name="Line 19"/>
                <p:cNvSpPr/>
                <p:nvPr/>
              </p:nvSpPr>
              <p:spPr>
                <a:xfrm>
                  <a:off x="0" y="268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1" name="Line 20"/>
                <p:cNvSpPr/>
                <p:nvPr/>
              </p:nvSpPr>
              <p:spPr>
                <a:xfrm>
                  <a:off x="0" y="288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2" name="Line 21"/>
                <p:cNvSpPr/>
                <p:nvPr/>
              </p:nvSpPr>
              <p:spPr>
                <a:xfrm>
                  <a:off x="0" y="307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3" name="Line 22"/>
                <p:cNvSpPr/>
                <p:nvPr/>
              </p:nvSpPr>
              <p:spPr>
                <a:xfrm>
                  <a:off x="0" y="326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4" name="Line 23"/>
                <p:cNvSpPr/>
                <p:nvPr/>
              </p:nvSpPr>
              <p:spPr>
                <a:xfrm>
                  <a:off x="0" y="345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5" name="Line 24"/>
                <p:cNvSpPr/>
                <p:nvPr/>
              </p:nvSpPr>
              <p:spPr>
                <a:xfrm>
                  <a:off x="0" y="364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6" name="Line 25"/>
                <p:cNvSpPr/>
                <p:nvPr/>
              </p:nvSpPr>
              <p:spPr>
                <a:xfrm>
                  <a:off x="0" y="384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7" name="Line 26"/>
                <p:cNvSpPr/>
                <p:nvPr/>
              </p:nvSpPr>
              <p:spPr>
                <a:xfrm>
                  <a:off x="0" y="403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8" name="Line 27"/>
                <p:cNvSpPr/>
                <p:nvPr/>
              </p:nvSpPr>
              <p:spPr>
                <a:xfrm>
                  <a:off x="0" y="422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9" name="Line 28"/>
                <p:cNvSpPr/>
                <p:nvPr/>
              </p:nvSpPr>
              <p:spPr>
                <a:xfrm>
                  <a:off x="19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0" name="Line 29"/>
                <p:cNvSpPr/>
                <p:nvPr/>
              </p:nvSpPr>
              <p:spPr>
                <a:xfrm>
                  <a:off x="38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1" name="Line 30"/>
                <p:cNvSpPr/>
                <p:nvPr/>
              </p:nvSpPr>
              <p:spPr>
                <a:xfrm>
                  <a:off x="57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2" name="Line 31"/>
                <p:cNvSpPr/>
                <p:nvPr/>
              </p:nvSpPr>
              <p:spPr>
                <a:xfrm>
                  <a:off x="76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3" name="Line 32"/>
                <p:cNvSpPr/>
                <p:nvPr/>
              </p:nvSpPr>
              <p:spPr>
                <a:xfrm>
                  <a:off x="96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4" name="Line 33"/>
                <p:cNvSpPr/>
                <p:nvPr/>
              </p:nvSpPr>
              <p:spPr>
                <a:xfrm>
                  <a:off x="115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5" name="Line 34"/>
                <p:cNvSpPr/>
                <p:nvPr/>
              </p:nvSpPr>
              <p:spPr>
                <a:xfrm>
                  <a:off x="134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6" name="Line 35"/>
                <p:cNvSpPr/>
                <p:nvPr/>
              </p:nvSpPr>
              <p:spPr>
                <a:xfrm>
                  <a:off x="153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7" name="Line 36"/>
                <p:cNvSpPr/>
                <p:nvPr/>
              </p:nvSpPr>
              <p:spPr>
                <a:xfrm>
                  <a:off x="172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8" name="Line 37"/>
                <p:cNvSpPr/>
                <p:nvPr/>
              </p:nvSpPr>
              <p:spPr>
                <a:xfrm>
                  <a:off x="192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9" name="Line 38"/>
                <p:cNvSpPr/>
                <p:nvPr/>
              </p:nvSpPr>
              <p:spPr>
                <a:xfrm>
                  <a:off x="211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0" name="Line 39"/>
                <p:cNvSpPr/>
                <p:nvPr/>
              </p:nvSpPr>
              <p:spPr>
                <a:xfrm>
                  <a:off x="230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1" name="Line 40"/>
                <p:cNvSpPr/>
                <p:nvPr/>
              </p:nvSpPr>
              <p:spPr>
                <a:xfrm>
                  <a:off x="249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2" name="Line 41"/>
                <p:cNvSpPr/>
                <p:nvPr/>
              </p:nvSpPr>
              <p:spPr>
                <a:xfrm>
                  <a:off x="268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3" name="Line 42"/>
                <p:cNvSpPr/>
                <p:nvPr/>
              </p:nvSpPr>
              <p:spPr>
                <a:xfrm>
                  <a:off x="288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4" name="Line 43"/>
                <p:cNvSpPr/>
                <p:nvPr/>
              </p:nvSpPr>
              <p:spPr>
                <a:xfrm>
                  <a:off x="307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5" name="Line 44"/>
                <p:cNvSpPr/>
                <p:nvPr/>
              </p:nvSpPr>
              <p:spPr>
                <a:xfrm>
                  <a:off x="326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6" name="Line 45"/>
                <p:cNvSpPr/>
                <p:nvPr/>
              </p:nvSpPr>
              <p:spPr>
                <a:xfrm>
                  <a:off x="345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7" name="Line 46"/>
                <p:cNvSpPr/>
                <p:nvPr/>
              </p:nvSpPr>
              <p:spPr>
                <a:xfrm>
                  <a:off x="364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8" name="Line 47"/>
                <p:cNvSpPr/>
                <p:nvPr/>
              </p:nvSpPr>
              <p:spPr>
                <a:xfrm>
                  <a:off x="384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9" name="Line 48"/>
                <p:cNvSpPr/>
                <p:nvPr/>
              </p:nvSpPr>
              <p:spPr>
                <a:xfrm>
                  <a:off x="403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0" name="Line 49"/>
                <p:cNvSpPr/>
                <p:nvPr/>
              </p:nvSpPr>
              <p:spPr>
                <a:xfrm>
                  <a:off x="422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1" name="Line 50"/>
                <p:cNvSpPr/>
                <p:nvPr/>
              </p:nvSpPr>
              <p:spPr>
                <a:xfrm>
                  <a:off x="441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2" name="Line 51"/>
                <p:cNvSpPr/>
                <p:nvPr/>
              </p:nvSpPr>
              <p:spPr>
                <a:xfrm>
                  <a:off x="460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3" name="Line 52"/>
                <p:cNvSpPr/>
                <p:nvPr/>
              </p:nvSpPr>
              <p:spPr>
                <a:xfrm>
                  <a:off x="480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4" name="Line 53"/>
                <p:cNvSpPr/>
                <p:nvPr/>
              </p:nvSpPr>
              <p:spPr>
                <a:xfrm>
                  <a:off x="499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5" name="Line 54"/>
                <p:cNvSpPr/>
                <p:nvPr/>
              </p:nvSpPr>
              <p:spPr>
                <a:xfrm>
                  <a:off x="518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6" name="Line 55"/>
                <p:cNvSpPr/>
                <p:nvPr/>
              </p:nvSpPr>
              <p:spPr>
                <a:xfrm>
                  <a:off x="537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7" name="Line 56"/>
                <p:cNvSpPr/>
                <p:nvPr/>
              </p:nvSpPr>
              <p:spPr>
                <a:xfrm>
                  <a:off x="556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grpSp>
          <p:sp>
            <p:nvSpPr>
              <p:cNvPr id="2066" name="Line 57"/>
              <p:cNvSpPr/>
              <p:nvPr/>
            </p:nvSpPr>
            <p:spPr>
              <a:xfrm>
                <a:off x="5568" y="0"/>
                <a:ext cx="0" cy="1488"/>
              </a:xfrm>
              <a:prstGeom prst="line">
                <a:avLst/>
              </a:prstGeom>
              <a:ln w="9525" cap="flat" cmpd="sng">
                <a:solidFill>
                  <a:schemeClr val="hlink"/>
                </a:solidFill>
                <a:prstDash val="solid"/>
                <a:headEnd type="none" w="med" len="med"/>
                <a:tailEnd type="none" w="med" len="med"/>
              </a:ln>
            </p:spPr>
          </p:sp>
        </p:grpSp>
        <p:grpSp>
          <p:nvGrpSpPr>
            <p:cNvPr id="2055" name="Group 58"/>
            <p:cNvGrpSpPr/>
            <p:nvPr userDrawn="1"/>
          </p:nvGrpSpPr>
          <p:grpSpPr>
            <a:xfrm>
              <a:off x="3" y="559"/>
              <a:ext cx="4192" cy="1796"/>
              <a:chOff x="3" y="559"/>
              <a:chExt cx="4192" cy="1796"/>
            </a:xfrm>
          </p:grpSpPr>
          <p:sp>
            <p:nvSpPr>
              <p:cNvPr id="2060" name="Line 59"/>
              <p:cNvSpPr/>
              <p:nvPr/>
            </p:nvSpPr>
            <p:spPr>
              <a:xfrm>
                <a:off x="506" y="559"/>
                <a:ext cx="0" cy="1796"/>
              </a:xfrm>
              <a:prstGeom prst="line">
                <a:avLst/>
              </a:prstGeom>
              <a:ln w="9525" cap="flat" cmpd="sng">
                <a:solidFill>
                  <a:schemeClr val="hlink"/>
                </a:solidFill>
                <a:prstDash val="solid"/>
                <a:headEnd type="none" w="med" len="med"/>
                <a:tailEnd type="none" w="med" len="med"/>
              </a:ln>
            </p:spPr>
          </p:sp>
          <p:sp>
            <p:nvSpPr>
              <p:cNvPr id="2061" name="Line 60"/>
              <p:cNvSpPr/>
              <p:nvPr/>
            </p:nvSpPr>
            <p:spPr>
              <a:xfrm flipH="1" flipV="1">
                <a:off x="3" y="1924"/>
                <a:ext cx="3211" cy="1"/>
              </a:xfrm>
              <a:prstGeom prst="line">
                <a:avLst/>
              </a:prstGeom>
              <a:ln w="9525" cap="flat" cmpd="sng">
                <a:solidFill>
                  <a:schemeClr val="hlink"/>
                </a:solidFill>
                <a:prstDash val="solid"/>
                <a:headEnd type="none" w="med" len="med"/>
                <a:tailEnd type="none" w="med" len="med"/>
              </a:ln>
            </p:spPr>
          </p:sp>
          <p:sp>
            <p:nvSpPr>
              <p:cNvPr id="2062" name="Line 61"/>
              <p:cNvSpPr/>
              <p:nvPr/>
            </p:nvSpPr>
            <p:spPr>
              <a:xfrm flipH="1" flipV="1">
                <a:off x="384" y="938"/>
                <a:ext cx="3811" cy="1"/>
              </a:xfrm>
              <a:prstGeom prst="line">
                <a:avLst/>
              </a:prstGeom>
              <a:ln w="9525" cap="flat" cmpd="sng">
                <a:solidFill>
                  <a:schemeClr val="hlink"/>
                </a:solidFill>
                <a:prstDash val="solid"/>
                <a:headEnd type="none" w="med" len="med"/>
                <a:tailEnd type="none" w="med" len="med"/>
              </a:ln>
            </p:spPr>
          </p:sp>
          <p:sp>
            <p:nvSpPr>
              <p:cNvPr id="2063" name="Arc 62"/>
              <p:cNvSpPr/>
              <p:nvPr/>
            </p:nvSpPr>
            <p:spPr>
              <a:xfrm rot="-5400000" flipH="1">
                <a:off x="425" y="860"/>
                <a:ext cx="156" cy="157"/>
              </a:xfrm>
              <a:custGeom>
                <a:avLst/>
                <a:gdLst/>
                <a:ahLst/>
                <a:cxnLst>
                  <a:cxn ang="0">
                    <a:pos x="0" y="0"/>
                  </a:cxn>
                  <a:cxn ang="0">
                    <a:pos x="0" y="0"/>
                  </a:cxn>
                  <a:cxn ang="0">
                    <a:pos x="0" y="0"/>
                  </a:cxn>
                </a:cxnLst>
                <a:pathLst>
                  <a:path w="43195" h="43200" fill="none">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w="9525" cap="flat" cmpd="sng">
                <a:solidFill>
                  <a:schemeClr val="hlink">
                    <a:alpha val="100000"/>
                  </a:schemeClr>
                </a:solidFill>
                <a:prstDash val="solid"/>
                <a:round/>
                <a:headEnd type="none" w="med" len="med"/>
                <a:tailEnd type="none" w="med" len="med"/>
              </a:ln>
            </p:spPr>
            <p:txBody>
              <a:bodyPr/>
              <a:p>
                <a:endParaRPr lang="zh-CN" altLang="en-US"/>
              </a:p>
            </p:txBody>
          </p:sp>
        </p:grpSp>
        <p:grpSp>
          <p:nvGrpSpPr>
            <p:cNvPr id="2056" name="Group 63"/>
            <p:cNvGrpSpPr/>
            <p:nvPr userDrawn="1"/>
          </p:nvGrpSpPr>
          <p:grpSpPr>
            <a:xfrm>
              <a:off x="1480" y="1952"/>
              <a:ext cx="3808" cy="1812"/>
              <a:chOff x="1480" y="1952"/>
              <a:chExt cx="3808" cy="1812"/>
            </a:xfrm>
          </p:grpSpPr>
          <p:sp>
            <p:nvSpPr>
              <p:cNvPr id="2057" name="Line 64"/>
              <p:cNvSpPr/>
              <p:nvPr/>
            </p:nvSpPr>
            <p:spPr>
              <a:xfrm flipV="1">
                <a:off x="1480" y="3442"/>
                <a:ext cx="3808" cy="0"/>
              </a:xfrm>
              <a:prstGeom prst="line">
                <a:avLst/>
              </a:prstGeom>
              <a:ln w="9525" cap="flat" cmpd="sng">
                <a:solidFill>
                  <a:schemeClr val="hlink"/>
                </a:solidFill>
                <a:prstDash val="solid"/>
                <a:headEnd type="none" w="med" len="med"/>
                <a:tailEnd type="none" w="med" len="med"/>
              </a:ln>
            </p:spPr>
          </p:sp>
          <p:sp>
            <p:nvSpPr>
              <p:cNvPr id="2058" name="Line 65"/>
              <p:cNvSpPr/>
              <p:nvPr/>
            </p:nvSpPr>
            <p:spPr>
              <a:xfrm flipH="1">
                <a:off x="5172" y="1952"/>
                <a:ext cx="0" cy="1812"/>
              </a:xfrm>
              <a:prstGeom prst="line">
                <a:avLst/>
              </a:prstGeom>
              <a:ln w="9525" cap="flat" cmpd="sng">
                <a:solidFill>
                  <a:schemeClr val="hlink"/>
                </a:solidFill>
                <a:prstDash val="solid"/>
                <a:headEnd type="none" w="med" len="med"/>
                <a:tailEnd type="none" w="med" len="med"/>
              </a:ln>
            </p:spPr>
          </p:sp>
          <p:sp>
            <p:nvSpPr>
              <p:cNvPr id="2059" name="Arc 66"/>
              <p:cNvSpPr/>
              <p:nvPr/>
            </p:nvSpPr>
            <p:spPr>
              <a:xfrm rot="5400000">
                <a:off x="5096" y="3346"/>
                <a:ext cx="156" cy="157"/>
              </a:xfrm>
              <a:custGeom>
                <a:avLst/>
                <a:gdLst/>
                <a:ahLst/>
                <a:cxnLst>
                  <a:cxn ang="0">
                    <a:pos x="0" y="0"/>
                  </a:cxn>
                  <a:cxn ang="0">
                    <a:pos x="0" y="0"/>
                  </a:cxn>
                  <a:cxn ang="0">
                    <a:pos x="0" y="0"/>
                  </a:cxn>
                </a:cxnLst>
                <a:pathLst>
                  <a:path w="43195" h="43200" fill="none">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w="9525" cap="flat" cmpd="sng">
                <a:solidFill>
                  <a:schemeClr val="hlink">
                    <a:alpha val="100000"/>
                  </a:schemeClr>
                </a:solidFill>
                <a:prstDash val="solid"/>
                <a:round/>
                <a:headEnd type="none" w="med" len="med"/>
                <a:tailEnd type="none" w="med" len="med"/>
              </a:ln>
            </p:spPr>
            <p:txBody>
              <a:bodyPr/>
              <a:p>
                <a:endParaRPr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lvl="0"/>
            <a:r>
              <a:rPr lang="zh-CN" altLang="en-US" noProof="0" smtClean="0"/>
              <a:t>单击此处编辑母版标题样式</a:t>
            </a:r>
            <a:endParaRPr lang="zh-CN" altLang="en-US" noProof="0" smtClean="0"/>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0" indent="0">
              <a:buFont typeface="Wingdings" panose="05000000000000000000" pitchFamily="2" charset="2"/>
              <a:buNone/>
              <a:defRPr/>
            </a:lvl1pPr>
          </a:lstStyle>
          <a:p>
            <a:pPr lvl="0"/>
            <a:r>
              <a:rPr lang="zh-CN" altLang="en-US" noProof="0" smtClean="0"/>
              <a:t>单击此处编辑母版副标题样式</a:t>
            </a:r>
            <a:endParaRPr lang="zh-CN" altLang="en-US" noProof="0" smtClean="0"/>
          </a:p>
        </p:txBody>
      </p:sp>
      <p:sp>
        <p:nvSpPr>
          <p:cNvPr id="75" name="Rectangle 69"/>
          <p:cNvSpPr>
            <a:spLocks noGrp="1" noChangeArrowheads="1"/>
          </p:cNvSpPr>
          <p:nvPr>
            <p:ph type="dt" sz="quarter" idx="2"/>
          </p:nvPr>
        </p:nvSpPr>
        <p:spPr bwMode="auto">
          <a:xfrm>
            <a:off x="6858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kumimoji="0" sz="1400">
                <a:solidFill>
                  <a:schemeClr val="tx1"/>
                </a:solidFill>
                <a:latin typeface="+mn-lt"/>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76" name="Rectangle 70"/>
          <p:cNvSpPr>
            <a:spLocks noGrp="1" noChangeArrowheads="1"/>
          </p:cNvSpPr>
          <p:nvPr>
            <p:ph type="ftr" sz="quarter" idx="3"/>
          </p:nvPr>
        </p:nvSpPr>
        <p:spPr bwMode="auto">
          <a:xfrm>
            <a:off x="3124200" y="6248400"/>
            <a:ext cx="2895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ctr" eaLnBrk="1" hangingPunct="1">
              <a:defRPr kumimoji="0" sz="1400">
                <a:solidFill>
                  <a:schemeClr val="tx1"/>
                </a:solidFill>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77" name="Rectangle 71"/>
          <p:cNvSpPr>
            <a:spLocks noGrp="1" noChangeArrowheads="1"/>
          </p:cNvSpPr>
          <p:nvPr>
            <p:ph type="sldNum" sz="quarter" idx="4"/>
          </p:nvPr>
        </p:nvSpPr>
        <p:spPr bwMode="auto">
          <a:xfrm>
            <a:off x="65532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kumimoji="0" sz="1400">
                <a:solidFill>
                  <a:schemeClr val="tx1"/>
                </a:solidFill>
                <a:latin typeface="+mn-lt"/>
                <a:ea typeface="+mn-ea"/>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2145CA2C-C7CE-411E-B45C-DD0BCBA5E243}" type="slidenum">
              <a:rPr kumimoji="0" lang="en-US" altLang="zh-CN" sz="1400" b="0" i="0" u="none" strike="noStrike" kern="1200" cap="none" spc="0" normalizeH="0" baseline="0" noProof="0">
                <a:ln>
                  <a:noFill/>
                </a:ln>
                <a:solidFill>
                  <a:schemeClr val="tx1"/>
                </a:solidFill>
                <a:effectLst/>
                <a:uLnTx/>
                <a:uFillTx/>
                <a:latin typeface="+mn-lt"/>
                <a:ea typeface="+mn-ea"/>
                <a:cs typeface="+mn-cs"/>
              </a:rPr>
            </a:fld>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hasCustomPrompt="1"/>
          </p:nvPr>
        </p:nvSpPr>
        <p:spPr>
          <a:xfrm>
            <a:off x="628650" y="1825625"/>
            <a:ext cx="7886700" cy="435133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a:prstGeom prst="rect">
            <a:avLst/>
          </a:prstGeo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623888" y="4589463"/>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编辑母版文本样式</a:t>
            </a:r>
            <a:endParaRPr lang="zh-CN" altLang="en-US" smtClean="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hasCustomPrompt="1"/>
          </p:nvPr>
        </p:nvSpPr>
        <p:spPr>
          <a:xfrm>
            <a:off x="628650" y="1825625"/>
            <a:ext cx="3867150" cy="435133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hasCustomPrompt="1"/>
          </p:nvPr>
        </p:nvSpPr>
        <p:spPr>
          <a:xfrm>
            <a:off x="4648200" y="1825625"/>
            <a:ext cx="3867150" cy="435133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a:prstGeom prst="rect">
            <a:avLst/>
          </a:prstGeom>
        </p:spPr>
        <p:txBody>
          <a:body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4" name="内容占位符 3"/>
          <p:cNvSpPr>
            <a:spLocks noGrp="1"/>
          </p:cNvSpPr>
          <p:nvPr>
            <p:ph sz="half" idx="2" hasCustomPrompt="1"/>
          </p:nvPr>
        </p:nvSpPr>
        <p:spPr>
          <a:xfrm>
            <a:off x="630238" y="2505075"/>
            <a:ext cx="3868737" cy="368458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6" name="内容占位符 5"/>
          <p:cNvSpPr>
            <a:spLocks noGrp="1"/>
          </p:cNvSpPr>
          <p:nvPr>
            <p:ph sz="quarter" idx="4" hasCustomPrompt="1"/>
          </p:nvPr>
        </p:nvSpPr>
        <p:spPr>
          <a:xfrm>
            <a:off x="4629150" y="2505075"/>
            <a:ext cx="3887788" cy="368458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smtClean="0"/>
              <a:t>单击此处编辑母版标题样式</a:t>
            </a:r>
            <a:endParaRPr lang="zh-CN" alt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a:prstGeom prst="rect">
            <a:avLst/>
          </a:prstGeo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hasCustomPrompt="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hasCustomPrompt="1"/>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a:prstGeom prst="rect">
            <a:avLst/>
          </a:prstGeo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Pct val="110000"/>
              <a:buFont typeface="Wingdings" panose="05000000000000000000" pitchFamily="2" charset="2"/>
              <a:buNone/>
              <a:defRPr/>
            </a:pPr>
            <a:endParaRPr kumimoji="1" lang="zh-CN" alt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a:xfrm>
            <a:off x="628650" y="1825625"/>
            <a:ext cx="7886700" cy="4351338"/>
          </a:xfrm>
          <a:prstGeom prst="rect">
            <a:avLst/>
          </a:prstGeom>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a:xfrm>
            <a:off x="628650" y="365125"/>
            <a:ext cx="5762625" cy="5811838"/>
          </a:xfrm>
          <a:prstGeom prst="rect">
            <a:avLst/>
          </a:prstGeom>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grpSp>
        <p:nvGrpSpPr>
          <p:cNvPr id="2050" name="Group 2"/>
          <p:cNvGrpSpPr/>
          <p:nvPr/>
        </p:nvGrpSpPr>
        <p:grpSpPr>
          <a:xfrm>
            <a:off x="0" y="0"/>
            <a:ext cx="9144000" cy="6858000"/>
            <a:chOff x="0" y="0"/>
            <a:chExt cx="5760" cy="4320"/>
          </a:xfrm>
        </p:grpSpPr>
        <p:grpSp>
          <p:nvGrpSpPr>
            <p:cNvPr id="2054" name="Group 3"/>
            <p:cNvGrpSpPr/>
            <p:nvPr/>
          </p:nvGrpSpPr>
          <p:grpSpPr>
            <a:xfrm>
              <a:off x="0" y="0"/>
              <a:ext cx="5760" cy="4320"/>
              <a:chOff x="0" y="0"/>
              <a:chExt cx="5760" cy="4320"/>
            </a:xfrm>
          </p:grpSpPr>
          <p:sp>
            <p:nvSpPr>
              <p:cNvPr id="21" name="Rectangle 4"/>
              <p:cNvSpPr>
                <a:spLocks noChangeArrowheads="1"/>
              </p:cNvSpPr>
              <p:nvPr/>
            </p:nvSpPr>
            <p:spPr bwMode="ltGray">
              <a:xfrm>
                <a:off x="2112" y="0"/>
                <a:ext cx="3648" cy="96"/>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000" b="0" i="0" u="none" strike="noStrike" kern="1200" cap="none" spc="0" normalizeH="0" baseline="0" noProof="0" smtClean="0">
                  <a:ln>
                    <a:noFill/>
                  </a:ln>
                  <a:solidFill>
                    <a:srgbClr val="000099"/>
                  </a:solidFill>
                  <a:effectLst/>
                  <a:uLnTx/>
                  <a:uFillTx/>
                  <a:latin typeface="Times New Roman" panose="02020603050405020304" pitchFamily="18" charset="0"/>
                  <a:ea typeface="华文中宋" panose="02010600040101010101" pitchFamily="2" charset="-122"/>
                  <a:cs typeface="+mn-cs"/>
                </a:endParaRPr>
              </a:p>
            </p:txBody>
          </p:sp>
          <p:grpSp>
            <p:nvGrpSpPr>
              <p:cNvPr id="2065" name="Group 5"/>
              <p:cNvGrpSpPr/>
              <p:nvPr userDrawn="1"/>
            </p:nvGrpSpPr>
            <p:grpSpPr>
              <a:xfrm>
                <a:off x="0" y="0"/>
                <a:ext cx="5760" cy="4320"/>
                <a:chOff x="0" y="0"/>
                <a:chExt cx="5760" cy="4320"/>
              </a:xfrm>
            </p:grpSpPr>
            <p:sp>
              <p:nvSpPr>
                <p:cNvPr id="2067" name="Line 6"/>
                <p:cNvSpPr/>
                <p:nvPr/>
              </p:nvSpPr>
              <p:spPr>
                <a:xfrm>
                  <a:off x="0" y="19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68" name="Line 7"/>
                <p:cNvSpPr/>
                <p:nvPr/>
              </p:nvSpPr>
              <p:spPr>
                <a:xfrm>
                  <a:off x="0" y="38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69" name="Line 8"/>
                <p:cNvSpPr/>
                <p:nvPr/>
              </p:nvSpPr>
              <p:spPr>
                <a:xfrm>
                  <a:off x="0" y="57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0" name="Line 9"/>
                <p:cNvSpPr/>
                <p:nvPr/>
              </p:nvSpPr>
              <p:spPr>
                <a:xfrm>
                  <a:off x="0" y="76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1" name="Line 10"/>
                <p:cNvSpPr/>
                <p:nvPr/>
              </p:nvSpPr>
              <p:spPr>
                <a:xfrm>
                  <a:off x="0" y="96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2" name="Line 11"/>
                <p:cNvSpPr/>
                <p:nvPr/>
              </p:nvSpPr>
              <p:spPr>
                <a:xfrm>
                  <a:off x="0" y="115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3" name="Line 12"/>
                <p:cNvSpPr/>
                <p:nvPr/>
              </p:nvSpPr>
              <p:spPr>
                <a:xfrm>
                  <a:off x="0" y="134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4" name="Line 13"/>
                <p:cNvSpPr/>
                <p:nvPr/>
              </p:nvSpPr>
              <p:spPr>
                <a:xfrm>
                  <a:off x="0" y="153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5" name="Line 14"/>
                <p:cNvSpPr/>
                <p:nvPr/>
              </p:nvSpPr>
              <p:spPr>
                <a:xfrm>
                  <a:off x="0" y="172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6" name="Line 15"/>
                <p:cNvSpPr/>
                <p:nvPr/>
              </p:nvSpPr>
              <p:spPr>
                <a:xfrm>
                  <a:off x="0" y="192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7" name="Line 16"/>
                <p:cNvSpPr/>
                <p:nvPr/>
              </p:nvSpPr>
              <p:spPr>
                <a:xfrm>
                  <a:off x="0" y="211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8" name="Line 17"/>
                <p:cNvSpPr/>
                <p:nvPr/>
              </p:nvSpPr>
              <p:spPr>
                <a:xfrm>
                  <a:off x="0" y="230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9" name="Line 18"/>
                <p:cNvSpPr/>
                <p:nvPr/>
              </p:nvSpPr>
              <p:spPr>
                <a:xfrm>
                  <a:off x="0" y="249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0" name="Line 19"/>
                <p:cNvSpPr/>
                <p:nvPr/>
              </p:nvSpPr>
              <p:spPr>
                <a:xfrm>
                  <a:off x="0" y="268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1" name="Line 20"/>
                <p:cNvSpPr/>
                <p:nvPr/>
              </p:nvSpPr>
              <p:spPr>
                <a:xfrm>
                  <a:off x="0" y="288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2" name="Line 21"/>
                <p:cNvSpPr/>
                <p:nvPr/>
              </p:nvSpPr>
              <p:spPr>
                <a:xfrm>
                  <a:off x="0" y="307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3" name="Line 22"/>
                <p:cNvSpPr/>
                <p:nvPr/>
              </p:nvSpPr>
              <p:spPr>
                <a:xfrm>
                  <a:off x="0" y="326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4" name="Line 23"/>
                <p:cNvSpPr/>
                <p:nvPr/>
              </p:nvSpPr>
              <p:spPr>
                <a:xfrm>
                  <a:off x="0" y="345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5" name="Line 24"/>
                <p:cNvSpPr/>
                <p:nvPr/>
              </p:nvSpPr>
              <p:spPr>
                <a:xfrm>
                  <a:off x="0" y="364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6" name="Line 25"/>
                <p:cNvSpPr/>
                <p:nvPr/>
              </p:nvSpPr>
              <p:spPr>
                <a:xfrm>
                  <a:off x="0" y="384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7" name="Line 26"/>
                <p:cNvSpPr/>
                <p:nvPr/>
              </p:nvSpPr>
              <p:spPr>
                <a:xfrm>
                  <a:off x="0" y="403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8" name="Line 27"/>
                <p:cNvSpPr/>
                <p:nvPr/>
              </p:nvSpPr>
              <p:spPr>
                <a:xfrm>
                  <a:off x="0" y="422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9" name="Line 28"/>
                <p:cNvSpPr/>
                <p:nvPr/>
              </p:nvSpPr>
              <p:spPr>
                <a:xfrm>
                  <a:off x="19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0" name="Line 29"/>
                <p:cNvSpPr/>
                <p:nvPr/>
              </p:nvSpPr>
              <p:spPr>
                <a:xfrm>
                  <a:off x="38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1" name="Line 30"/>
                <p:cNvSpPr/>
                <p:nvPr/>
              </p:nvSpPr>
              <p:spPr>
                <a:xfrm>
                  <a:off x="57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2" name="Line 31"/>
                <p:cNvSpPr/>
                <p:nvPr/>
              </p:nvSpPr>
              <p:spPr>
                <a:xfrm>
                  <a:off x="76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3" name="Line 32"/>
                <p:cNvSpPr/>
                <p:nvPr/>
              </p:nvSpPr>
              <p:spPr>
                <a:xfrm>
                  <a:off x="96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4" name="Line 33"/>
                <p:cNvSpPr/>
                <p:nvPr/>
              </p:nvSpPr>
              <p:spPr>
                <a:xfrm>
                  <a:off x="115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5" name="Line 34"/>
                <p:cNvSpPr/>
                <p:nvPr/>
              </p:nvSpPr>
              <p:spPr>
                <a:xfrm>
                  <a:off x="134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6" name="Line 35"/>
                <p:cNvSpPr/>
                <p:nvPr/>
              </p:nvSpPr>
              <p:spPr>
                <a:xfrm>
                  <a:off x="153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7" name="Line 36"/>
                <p:cNvSpPr/>
                <p:nvPr/>
              </p:nvSpPr>
              <p:spPr>
                <a:xfrm>
                  <a:off x="172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8" name="Line 37"/>
                <p:cNvSpPr/>
                <p:nvPr/>
              </p:nvSpPr>
              <p:spPr>
                <a:xfrm>
                  <a:off x="192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9" name="Line 38"/>
                <p:cNvSpPr/>
                <p:nvPr/>
              </p:nvSpPr>
              <p:spPr>
                <a:xfrm>
                  <a:off x="211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0" name="Line 39"/>
                <p:cNvSpPr/>
                <p:nvPr/>
              </p:nvSpPr>
              <p:spPr>
                <a:xfrm>
                  <a:off x="230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1" name="Line 40"/>
                <p:cNvSpPr/>
                <p:nvPr/>
              </p:nvSpPr>
              <p:spPr>
                <a:xfrm>
                  <a:off x="249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2" name="Line 41"/>
                <p:cNvSpPr/>
                <p:nvPr/>
              </p:nvSpPr>
              <p:spPr>
                <a:xfrm>
                  <a:off x="268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3" name="Line 42"/>
                <p:cNvSpPr/>
                <p:nvPr/>
              </p:nvSpPr>
              <p:spPr>
                <a:xfrm>
                  <a:off x="288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4" name="Line 43"/>
                <p:cNvSpPr/>
                <p:nvPr/>
              </p:nvSpPr>
              <p:spPr>
                <a:xfrm>
                  <a:off x="307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5" name="Line 44"/>
                <p:cNvSpPr/>
                <p:nvPr/>
              </p:nvSpPr>
              <p:spPr>
                <a:xfrm>
                  <a:off x="326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6" name="Line 45"/>
                <p:cNvSpPr/>
                <p:nvPr/>
              </p:nvSpPr>
              <p:spPr>
                <a:xfrm>
                  <a:off x="345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7" name="Line 46"/>
                <p:cNvSpPr/>
                <p:nvPr/>
              </p:nvSpPr>
              <p:spPr>
                <a:xfrm>
                  <a:off x="364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8" name="Line 47"/>
                <p:cNvSpPr/>
                <p:nvPr/>
              </p:nvSpPr>
              <p:spPr>
                <a:xfrm>
                  <a:off x="384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9" name="Line 48"/>
                <p:cNvSpPr/>
                <p:nvPr/>
              </p:nvSpPr>
              <p:spPr>
                <a:xfrm>
                  <a:off x="403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0" name="Line 49"/>
                <p:cNvSpPr/>
                <p:nvPr/>
              </p:nvSpPr>
              <p:spPr>
                <a:xfrm>
                  <a:off x="422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1" name="Line 50"/>
                <p:cNvSpPr/>
                <p:nvPr/>
              </p:nvSpPr>
              <p:spPr>
                <a:xfrm>
                  <a:off x="441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2" name="Line 51"/>
                <p:cNvSpPr/>
                <p:nvPr/>
              </p:nvSpPr>
              <p:spPr>
                <a:xfrm>
                  <a:off x="460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3" name="Line 52"/>
                <p:cNvSpPr/>
                <p:nvPr/>
              </p:nvSpPr>
              <p:spPr>
                <a:xfrm>
                  <a:off x="480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4" name="Line 53"/>
                <p:cNvSpPr/>
                <p:nvPr/>
              </p:nvSpPr>
              <p:spPr>
                <a:xfrm>
                  <a:off x="499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5" name="Line 54"/>
                <p:cNvSpPr/>
                <p:nvPr/>
              </p:nvSpPr>
              <p:spPr>
                <a:xfrm>
                  <a:off x="518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6" name="Line 55"/>
                <p:cNvSpPr/>
                <p:nvPr/>
              </p:nvSpPr>
              <p:spPr>
                <a:xfrm>
                  <a:off x="537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7" name="Line 56"/>
                <p:cNvSpPr/>
                <p:nvPr/>
              </p:nvSpPr>
              <p:spPr>
                <a:xfrm>
                  <a:off x="556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grpSp>
          <p:sp>
            <p:nvSpPr>
              <p:cNvPr id="2066" name="Line 57"/>
              <p:cNvSpPr/>
              <p:nvPr/>
            </p:nvSpPr>
            <p:spPr>
              <a:xfrm>
                <a:off x="5568" y="0"/>
                <a:ext cx="0" cy="1488"/>
              </a:xfrm>
              <a:prstGeom prst="line">
                <a:avLst/>
              </a:prstGeom>
              <a:ln w="9525" cap="flat" cmpd="sng">
                <a:solidFill>
                  <a:schemeClr val="hlink"/>
                </a:solidFill>
                <a:prstDash val="solid"/>
                <a:headEnd type="none" w="med" len="med"/>
                <a:tailEnd type="none" w="med" len="med"/>
              </a:ln>
            </p:spPr>
          </p:sp>
        </p:grpSp>
        <p:grpSp>
          <p:nvGrpSpPr>
            <p:cNvPr id="2055" name="Group 58"/>
            <p:cNvGrpSpPr/>
            <p:nvPr userDrawn="1"/>
          </p:nvGrpSpPr>
          <p:grpSpPr>
            <a:xfrm>
              <a:off x="3" y="559"/>
              <a:ext cx="4192" cy="1796"/>
              <a:chOff x="3" y="559"/>
              <a:chExt cx="4192" cy="1796"/>
            </a:xfrm>
          </p:grpSpPr>
          <p:sp>
            <p:nvSpPr>
              <p:cNvPr id="2060" name="Line 59"/>
              <p:cNvSpPr/>
              <p:nvPr/>
            </p:nvSpPr>
            <p:spPr>
              <a:xfrm>
                <a:off x="506" y="559"/>
                <a:ext cx="0" cy="1796"/>
              </a:xfrm>
              <a:prstGeom prst="line">
                <a:avLst/>
              </a:prstGeom>
              <a:ln w="9525" cap="flat" cmpd="sng">
                <a:solidFill>
                  <a:schemeClr val="hlink"/>
                </a:solidFill>
                <a:prstDash val="solid"/>
                <a:headEnd type="none" w="med" len="med"/>
                <a:tailEnd type="none" w="med" len="med"/>
              </a:ln>
            </p:spPr>
          </p:sp>
          <p:sp>
            <p:nvSpPr>
              <p:cNvPr id="2061" name="Line 60"/>
              <p:cNvSpPr/>
              <p:nvPr/>
            </p:nvSpPr>
            <p:spPr>
              <a:xfrm flipH="1" flipV="1">
                <a:off x="3" y="1924"/>
                <a:ext cx="3211" cy="1"/>
              </a:xfrm>
              <a:prstGeom prst="line">
                <a:avLst/>
              </a:prstGeom>
              <a:ln w="9525" cap="flat" cmpd="sng">
                <a:solidFill>
                  <a:schemeClr val="hlink"/>
                </a:solidFill>
                <a:prstDash val="solid"/>
                <a:headEnd type="none" w="med" len="med"/>
                <a:tailEnd type="none" w="med" len="med"/>
              </a:ln>
            </p:spPr>
          </p:sp>
          <p:sp>
            <p:nvSpPr>
              <p:cNvPr id="2062" name="Line 61"/>
              <p:cNvSpPr/>
              <p:nvPr/>
            </p:nvSpPr>
            <p:spPr>
              <a:xfrm flipH="1" flipV="1">
                <a:off x="384" y="938"/>
                <a:ext cx="3811" cy="1"/>
              </a:xfrm>
              <a:prstGeom prst="line">
                <a:avLst/>
              </a:prstGeom>
              <a:ln w="9525" cap="flat" cmpd="sng">
                <a:solidFill>
                  <a:schemeClr val="hlink"/>
                </a:solidFill>
                <a:prstDash val="solid"/>
                <a:headEnd type="none" w="med" len="med"/>
                <a:tailEnd type="none" w="med" len="med"/>
              </a:ln>
            </p:spPr>
          </p:sp>
          <p:sp>
            <p:nvSpPr>
              <p:cNvPr id="2063" name="Arc 62"/>
              <p:cNvSpPr/>
              <p:nvPr/>
            </p:nvSpPr>
            <p:spPr>
              <a:xfrm rot="-5400000" flipH="1">
                <a:off x="425" y="860"/>
                <a:ext cx="156" cy="157"/>
              </a:xfrm>
              <a:custGeom>
                <a:avLst/>
                <a:gdLst/>
                <a:ahLst/>
                <a:cxnLst>
                  <a:cxn ang="0">
                    <a:pos x="0" y="0"/>
                  </a:cxn>
                  <a:cxn ang="0">
                    <a:pos x="0" y="0"/>
                  </a:cxn>
                  <a:cxn ang="0">
                    <a:pos x="0" y="0"/>
                  </a:cxn>
                </a:cxnLst>
                <a:pathLst>
                  <a:path w="43195" h="43200" fill="none">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w="9525" cap="flat" cmpd="sng">
                <a:solidFill>
                  <a:schemeClr val="hlink">
                    <a:alpha val="100000"/>
                  </a:schemeClr>
                </a:solidFill>
                <a:prstDash val="solid"/>
                <a:round/>
                <a:headEnd type="none" w="med" len="med"/>
                <a:tailEnd type="none" w="med" len="med"/>
              </a:ln>
            </p:spPr>
            <p:txBody>
              <a:bodyPr/>
              <a:p>
                <a:endParaRPr lang="zh-CN" altLang="en-US"/>
              </a:p>
            </p:txBody>
          </p:sp>
        </p:grpSp>
        <p:grpSp>
          <p:nvGrpSpPr>
            <p:cNvPr id="2056" name="Group 63"/>
            <p:cNvGrpSpPr/>
            <p:nvPr userDrawn="1"/>
          </p:nvGrpSpPr>
          <p:grpSpPr>
            <a:xfrm>
              <a:off x="1480" y="1952"/>
              <a:ext cx="3808" cy="1812"/>
              <a:chOff x="1480" y="1952"/>
              <a:chExt cx="3808" cy="1812"/>
            </a:xfrm>
          </p:grpSpPr>
          <p:sp>
            <p:nvSpPr>
              <p:cNvPr id="2057" name="Line 64"/>
              <p:cNvSpPr/>
              <p:nvPr/>
            </p:nvSpPr>
            <p:spPr>
              <a:xfrm flipV="1">
                <a:off x="1480" y="3442"/>
                <a:ext cx="3808" cy="0"/>
              </a:xfrm>
              <a:prstGeom prst="line">
                <a:avLst/>
              </a:prstGeom>
              <a:ln w="9525" cap="flat" cmpd="sng">
                <a:solidFill>
                  <a:schemeClr val="hlink"/>
                </a:solidFill>
                <a:prstDash val="solid"/>
                <a:headEnd type="none" w="med" len="med"/>
                <a:tailEnd type="none" w="med" len="med"/>
              </a:ln>
            </p:spPr>
          </p:sp>
          <p:sp>
            <p:nvSpPr>
              <p:cNvPr id="2058" name="Line 65"/>
              <p:cNvSpPr/>
              <p:nvPr/>
            </p:nvSpPr>
            <p:spPr>
              <a:xfrm flipH="1">
                <a:off x="5172" y="1952"/>
                <a:ext cx="0" cy="1812"/>
              </a:xfrm>
              <a:prstGeom prst="line">
                <a:avLst/>
              </a:prstGeom>
              <a:ln w="9525" cap="flat" cmpd="sng">
                <a:solidFill>
                  <a:schemeClr val="hlink"/>
                </a:solidFill>
                <a:prstDash val="solid"/>
                <a:headEnd type="none" w="med" len="med"/>
                <a:tailEnd type="none" w="med" len="med"/>
              </a:ln>
            </p:spPr>
          </p:sp>
          <p:sp>
            <p:nvSpPr>
              <p:cNvPr id="2059" name="Arc 66"/>
              <p:cNvSpPr/>
              <p:nvPr/>
            </p:nvSpPr>
            <p:spPr>
              <a:xfrm rot="5400000">
                <a:off x="5096" y="3346"/>
                <a:ext cx="156" cy="157"/>
              </a:xfrm>
              <a:custGeom>
                <a:avLst/>
                <a:gdLst/>
                <a:ahLst/>
                <a:cxnLst>
                  <a:cxn ang="0">
                    <a:pos x="0" y="0"/>
                  </a:cxn>
                  <a:cxn ang="0">
                    <a:pos x="0" y="0"/>
                  </a:cxn>
                  <a:cxn ang="0">
                    <a:pos x="0" y="0"/>
                  </a:cxn>
                </a:cxnLst>
                <a:pathLst>
                  <a:path w="43195" h="43200" fill="none">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w="9525" cap="flat" cmpd="sng">
                <a:solidFill>
                  <a:schemeClr val="hlink">
                    <a:alpha val="100000"/>
                  </a:schemeClr>
                </a:solidFill>
                <a:prstDash val="solid"/>
                <a:round/>
                <a:headEnd type="none" w="med" len="med"/>
                <a:tailEnd type="none" w="med" len="med"/>
              </a:ln>
            </p:spPr>
            <p:txBody>
              <a:bodyPr/>
              <a:p>
                <a:endParaRPr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lvl="0"/>
            <a:r>
              <a:rPr lang="zh-CN" altLang="en-US" noProof="0" smtClean="0"/>
              <a:t>单击此处编辑母版标题样式</a:t>
            </a:r>
            <a:endParaRPr lang="zh-CN" altLang="en-US" noProof="0" smtClean="0"/>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0" indent="0">
              <a:buFont typeface="Wingdings" panose="05000000000000000000" pitchFamily="2" charset="2"/>
              <a:buNone/>
              <a:defRPr/>
            </a:lvl1pPr>
          </a:lstStyle>
          <a:p>
            <a:pPr lvl="0"/>
            <a:r>
              <a:rPr lang="zh-CN" altLang="en-US" noProof="0" smtClean="0"/>
              <a:t>单击此处编辑母版副标题样式</a:t>
            </a:r>
            <a:endParaRPr lang="zh-CN" altLang="en-US" noProof="0" smtClean="0"/>
          </a:p>
        </p:txBody>
      </p:sp>
      <p:sp>
        <p:nvSpPr>
          <p:cNvPr id="75" name="Rectangle 69"/>
          <p:cNvSpPr>
            <a:spLocks noGrp="1" noChangeArrowheads="1"/>
          </p:cNvSpPr>
          <p:nvPr>
            <p:ph type="dt" sz="quarter" idx="2"/>
          </p:nvPr>
        </p:nvSpPr>
        <p:spPr bwMode="auto">
          <a:xfrm>
            <a:off x="6858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kumimoji="0" sz="1400">
                <a:solidFill>
                  <a:schemeClr val="tx1"/>
                </a:solidFill>
                <a:latin typeface="+mn-lt"/>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76" name="Rectangle 70"/>
          <p:cNvSpPr>
            <a:spLocks noGrp="1" noChangeArrowheads="1"/>
          </p:cNvSpPr>
          <p:nvPr>
            <p:ph type="ftr" sz="quarter" idx="3"/>
          </p:nvPr>
        </p:nvSpPr>
        <p:spPr bwMode="auto">
          <a:xfrm>
            <a:off x="3124200" y="6248400"/>
            <a:ext cx="2895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ctr" eaLnBrk="1" hangingPunct="1">
              <a:defRPr kumimoji="0" sz="1400">
                <a:solidFill>
                  <a:schemeClr val="tx1"/>
                </a:solidFill>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77" name="Rectangle 71"/>
          <p:cNvSpPr>
            <a:spLocks noGrp="1" noChangeArrowheads="1"/>
          </p:cNvSpPr>
          <p:nvPr>
            <p:ph type="sldNum" sz="quarter" idx="4"/>
          </p:nvPr>
        </p:nvSpPr>
        <p:spPr bwMode="auto">
          <a:xfrm>
            <a:off x="65532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kumimoji="0" sz="1400">
                <a:solidFill>
                  <a:schemeClr val="tx1"/>
                </a:solidFill>
                <a:latin typeface="+mn-lt"/>
                <a:ea typeface="+mn-ea"/>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2145CA2C-C7CE-411E-B45C-DD0BCBA5E243}" type="slidenum">
              <a:rPr kumimoji="0" lang="en-US" altLang="zh-CN" sz="1400" b="0" i="0" u="none" strike="noStrike" kern="1200" cap="none" spc="0" normalizeH="0" baseline="0" noProof="0">
                <a:ln>
                  <a:noFill/>
                </a:ln>
                <a:solidFill>
                  <a:schemeClr val="tx1"/>
                </a:solidFill>
                <a:effectLst/>
                <a:uLnTx/>
                <a:uFillTx/>
                <a:latin typeface="+mn-lt"/>
                <a:ea typeface="+mn-ea"/>
                <a:cs typeface="+mn-cs"/>
              </a:rPr>
            </a:fld>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hasCustomPrompt="1"/>
          </p:nvPr>
        </p:nvSpPr>
        <p:spPr>
          <a:xfrm>
            <a:off x="628650" y="1825625"/>
            <a:ext cx="7886700" cy="435133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a:prstGeom prst="rect">
            <a:avLst/>
          </a:prstGeo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623888" y="4589463"/>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编辑母版文本样式</a:t>
            </a:r>
            <a:endParaRPr lang="zh-CN" altLang="en-US" smtClean="0"/>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hasCustomPrompt="1"/>
          </p:nvPr>
        </p:nvSpPr>
        <p:spPr>
          <a:xfrm>
            <a:off x="628650" y="1825625"/>
            <a:ext cx="3867150" cy="435133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hasCustomPrompt="1"/>
          </p:nvPr>
        </p:nvSpPr>
        <p:spPr>
          <a:xfrm>
            <a:off x="4648200" y="1825625"/>
            <a:ext cx="3867150" cy="435133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a:prstGeom prst="rect">
            <a:avLst/>
          </a:prstGeom>
        </p:spPr>
        <p:txBody>
          <a:body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4" name="内容占位符 3"/>
          <p:cNvSpPr>
            <a:spLocks noGrp="1"/>
          </p:cNvSpPr>
          <p:nvPr>
            <p:ph sz="half" idx="2" hasCustomPrompt="1"/>
          </p:nvPr>
        </p:nvSpPr>
        <p:spPr>
          <a:xfrm>
            <a:off x="630238" y="2505075"/>
            <a:ext cx="3868737" cy="368458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6" name="内容占位符 5"/>
          <p:cNvSpPr>
            <a:spLocks noGrp="1"/>
          </p:cNvSpPr>
          <p:nvPr>
            <p:ph sz="quarter" idx="4" hasCustomPrompt="1"/>
          </p:nvPr>
        </p:nvSpPr>
        <p:spPr>
          <a:xfrm>
            <a:off x="4629150" y="2505075"/>
            <a:ext cx="3887788" cy="368458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smtClean="0"/>
              <a:t>单击此处编辑母版标题样式</a:t>
            </a:r>
            <a:endParaRPr lang="zh-CN" altLang="en-US"/>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a:prstGeom prst="rect">
            <a:avLst/>
          </a:prstGeo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hasCustomPrompt="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hasCustomPrompt="1"/>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a:prstGeom prst="rect">
            <a:avLst/>
          </a:prstGeo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Pct val="110000"/>
              <a:buFont typeface="Wingdings" panose="05000000000000000000" pitchFamily="2" charset="2"/>
              <a:buNone/>
              <a:defRPr/>
            </a:pPr>
            <a:endParaRPr kumimoji="1" lang="zh-CN" alt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a:xfrm>
            <a:off x="628650" y="1825625"/>
            <a:ext cx="7886700" cy="4351338"/>
          </a:xfrm>
          <a:prstGeom prst="rect">
            <a:avLst/>
          </a:prstGeom>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a:xfrm>
            <a:off x="628650" y="365125"/>
            <a:ext cx="5762625" cy="5811838"/>
          </a:xfrm>
          <a:prstGeom prst="rect">
            <a:avLst/>
          </a:prstGeom>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grpSp>
        <p:nvGrpSpPr>
          <p:cNvPr id="2050" name="Group 2"/>
          <p:cNvGrpSpPr/>
          <p:nvPr/>
        </p:nvGrpSpPr>
        <p:grpSpPr>
          <a:xfrm>
            <a:off x="0" y="0"/>
            <a:ext cx="9144000" cy="6858000"/>
            <a:chOff x="0" y="0"/>
            <a:chExt cx="5760" cy="4320"/>
          </a:xfrm>
        </p:grpSpPr>
        <p:grpSp>
          <p:nvGrpSpPr>
            <p:cNvPr id="2054" name="Group 3"/>
            <p:cNvGrpSpPr/>
            <p:nvPr/>
          </p:nvGrpSpPr>
          <p:grpSpPr>
            <a:xfrm>
              <a:off x="0" y="0"/>
              <a:ext cx="5760" cy="4320"/>
              <a:chOff x="0" y="0"/>
              <a:chExt cx="5760" cy="4320"/>
            </a:xfrm>
          </p:grpSpPr>
          <p:sp>
            <p:nvSpPr>
              <p:cNvPr id="21" name="Rectangle 4"/>
              <p:cNvSpPr>
                <a:spLocks noChangeArrowheads="1"/>
              </p:cNvSpPr>
              <p:nvPr/>
            </p:nvSpPr>
            <p:spPr bwMode="ltGray">
              <a:xfrm>
                <a:off x="2112" y="0"/>
                <a:ext cx="3648" cy="96"/>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000" b="0" i="0" u="none" strike="noStrike" kern="1200" cap="none" spc="0" normalizeH="0" baseline="0" noProof="0" smtClean="0">
                  <a:ln>
                    <a:noFill/>
                  </a:ln>
                  <a:solidFill>
                    <a:srgbClr val="000099"/>
                  </a:solidFill>
                  <a:effectLst/>
                  <a:uLnTx/>
                  <a:uFillTx/>
                  <a:latin typeface="Times New Roman" panose="02020603050405020304" pitchFamily="18" charset="0"/>
                  <a:ea typeface="华文中宋" panose="02010600040101010101" pitchFamily="2" charset="-122"/>
                  <a:cs typeface="+mn-cs"/>
                </a:endParaRPr>
              </a:p>
            </p:txBody>
          </p:sp>
          <p:grpSp>
            <p:nvGrpSpPr>
              <p:cNvPr id="2065" name="Group 5"/>
              <p:cNvGrpSpPr/>
              <p:nvPr userDrawn="1"/>
            </p:nvGrpSpPr>
            <p:grpSpPr>
              <a:xfrm>
                <a:off x="0" y="0"/>
                <a:ext cx="5760" cy="4320"/>
                <a:chOff x="0" y="0"/>
                <a:chExt cx="5760" cy="4320"/>
              </a:xfrm>
            </p:grpSpPr>
            <p:sp>
              <p:nvSpPr>
                <p:cNvPr id="2067" name="Line 6"/>
                <p:cNvSpPr/>
                <p:nvPr/>
              </p:nvSpPr>
              <p:spPr>
                <a:xfrm>
                  <a:off x="0" y="19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68" name="Line 7"/>
                <p:cNvSpPr/>
                <p:nvPr/>
              </p:nvSpPr>
              <p:spPr>
                <a:xfrm>
                  <a:off x="0" y="38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69" name="Line 8"/>
                <p:cNvSpPr/>
                <p:nvPr/>
              </p:nvSpPr>
              <p:spPr>
                <a:xfrm>
                  <a:off x="0" y="57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0" name="Line 9"/>
                <p:cNvSpPr/>
                <p:nvPr/>
              </p:nvSpPr>
              <p:spPr>
                <a:xfrm>
                  <a:off x="0" y="76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1" name="Line 10"/>
                <p:cNvSpPr/>
                <p:nvPr/>
              </p:nvSpPr>
              <p:spPr>
                <a:xfrm>
                  <a:off x="0" y="96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2" name="Line 11"/>
                <p:cNvSpPr/>
                <p:nvPr/>
              </p:nvSpPr>
              <p:spPr>
                <a:xfrm>
                  <a:off x="0" y="115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3" name="Line 12"/>
                <p:cNvSpPr/>
                <p:nvPr/>
              </p:nvSpPr>
              <p:spPr>
                <a:xfrm>
                  <a:off x="0" y="134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4" name="Line 13"/>
                <p:cNvSpPr/>
                <p:nvPr/>
              </p:nvSpPr>
              <p:spPr>
                <a:xfrm>
                  <a:off x="0" y="153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5" name="Line 14"/>
                <p:cNvSpPr/>
                <p:nvPr/>
              </p:nvSpPr>
              <p:spPr>
                <a:xfrm>
                  <a:off x="0" y="172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6" name="Line 15"/>
                <p:cNvSpPr/>
                <p:nvPr/>
              </p:nvSpPr>
              <p:spPr>
                <a:xfrm>
                  <a:off x="0" y="192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7" name="Line 16"/>
                <p:cNvSpPr/>
                <p:nvPr/>
              </p:nvSpPr>
              <p:spPr>
                <a:xfrm>
                  <a:off x="0" y="211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8" name="Line 17"/>
                <p:cNvSpPr/>
                <p:nvPr/>
              </p:nvSpPr>
              <p:spPr>
                <a:xfrm>
                  <a:off x="0" y="230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79" name="Line 18"/>
                <p:cNvSpPr/>
                <p:nvPr/>
              </p:nvSpPr>
              <p:spPr>
                <a:xfrm>
                  <a:off x="0" y="249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0" name="Line 19"/>
                <p:cNvSpPr/>
                <p:nvPr/>
              </p:nvSpPr>
              <p:spPr>
                <a:xfrm>
                  <a:off x="0" y="268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1" name="Line 20"/>
                <p:cNvSpPr/>
                <p:nvPr/>
              </p:nvSpPr>
              <p:spPr>
                <a:xfrm>
                  <a:off x="0" y="288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2" name="Line 21"/>
                <p:cNvSpPr/>
                <p:nvPr/>
              </p:nvSpPr>
              <p:spPr>
                <a:xfrm>
                  <a:off x="0" y="307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3" name="Line 22"/>
                <p:cNvSpPr/>
                <p:nvPr/>
              </p:nvSpPr>
              <p:spPr>
                <a:xfrm>
                  <a:off x="0" y="326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4" name="Line 23"/>
                <p:cNvSpPr/>
                <p:nvPr/>
              </p:nvSpPr>
              <p:spPr>
                <a:xfrm>
                  <a:off x="0" y="345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5" name="Line 24"/>
                <p:cNvSpPr/>
                <p:nvPr/>
              </p:nvSpPr>
              <p:spPr>
                <a:xfrm>
                  <a:off x="0" y="364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6" name="Line 25"/>
                <p:cNvSpPr/>
                <p:nvPr/>
              </p:nvSpPr>
              <p:spPr>
                <a:xfrm>
                  <a:off x="0" y="384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7" name="Line 26"/>
                <p:cNvSpPr/>
                <p:nvPr/>
              </p:nvSpPr>
              <p:spPr>
                <a:xfrm>
                  <a:off x="0" y="403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8" name="Line 27"/>
                <p:cNvSpPr/>
                <p:nvPr/>
              </p:nvSpPr>
              <p:spPr>
                <a:xfrm>
                  <a:off x="0" y="422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89" name="Line 28"/>
                <p:cNvSpPr/>
                <p:nvPr/>
              </p:nvSpPr>
              <p:spPr>
                <a:xfrm>
                  <a:off x="19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0" name="Line 29"/>
                <p:cNvSpPr/>
                <p:nvPr/>
              </p:nvSpPr>
              <p:spPr>
                <a:xfrm>
                  <a:off x="38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1" name="Line 30"/>
                <p:cNvSpPr/>
                <p:nvPr/>
              </p:nvSpPr>
              <p:spPr>
                <a:xfrm>
                  <a:off x="57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2" name="Line 31"/>
                <p:cNvSpPr/>
                <p:nvPr/>
              </p:nvSpPr>
              <p:spPr>
                <a:xfrm>
                  <a:off x="76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3" name="Line 32"/>
                <p:cNvSpPr/>
                <p:nvPr/>
              </p:nvSpPr>
              <p:spPr>
                <a:xfrm>
                  <a:off x="96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4" name="Line 33"/>
                <p:cNvSpPr/>
                <p:nvPr/>
              </p:nvSpPr>
              <p:spPr>
                <a:xfrm>
                  <a:off x="115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5" name="Line 34"/>
                <p:cNvSpPr/>
                <p:nvPr/>
              </p:nvSpPr>
              <p:spPr>
                <a:xfrm>
                  <a:off x="134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6" name="Line 35"/>
                <p:cNvSpPr/>
                <p:nvPr/>
              </p:nvSpPr>
              <p:spPr>
                <a:xfrm>
                  <a:off x="153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7" name="Line 36"/>
                <p:cNvSpPr/>
                <p:nvPr/>
              </p:nvSpPr>
              <p:spPr>
                <a:xfrm>
                  <a:off x="172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8" name="Line 37"/>
                <p:cNvSpPr/>
                <p:nvPr/>
              </p:nvSpPr>
              <p:spPr>
                <a:xfrm>
                  <a:off x="192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99" name="Line 38"/>
                <p:cNvSpPr/>
                <p:nvPr/>
              </p:nvSpPr>
              <p:spPr>
                <a:xfrm>
                  <a:off x="211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0" name="Line 39"/>
                <p:cNvSpPr/>
                <p:nvPr/>
              </p:nvSpPr>
              <p:spPr>
                <a:xfrm>
                  <a:off x="230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1" name="Line 40"/>
                <p:cNvSpPr/>
                <p:nvPr/>
              </p:nvSpPr>
              <p:spPr>
                <a:xfrm>
                  <a:off x="249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2" name="Line 41"/>
                <p:cNvSpPr/>
                <p:nvPr/>
              </p:nvSpPr>
              <p:spPr>
                <a:xfrm>
                  <a:off x="268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3" name="Line 42"/>
                <p:cNvSpPr/>
                <p:nvPr/>
              </p:nvSpPr>
              <p:spPr>
                <a:xfrm>
                  <a:off x="288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4" name="Line 43"/>
                <p:cNvSpPr/>
                <p:nvPr/>
              </p:nvSpPr>
              <p:spPr>
                <a:xfrm>
                  <a:off x="307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5" name="Line 44"/>
                <p:cNvSpPr/>
                <p:nvPr/>
              </p:nvSpPr>
              <p:spPr>
                <a:xfrm>
                  <a:off x="326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6" name="Line 45"/>
                <p:cNvSpPr/>
                <p:nvPr/>
              </p:nvSpPr>
              <p:spPr>
                <a:xfrm>
                  <a:off x="345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7" name="Line 46"/>
                <p:cNvSpPr/>
                <p:nvPr/>
              </p:nvSpPr>
              <p:spPr>
                <a:xfrm>
                  <a:off x="364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8" name="Line 47"/>
                <p:cNvSpPr/>
                <p:nvPr/>
              </p:nvSpPr>
              <p:spPr>
                <a:xfrm>
                  <a:off x="384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09" name="Line 48"/>
                <p:cNvSpPr/>
                <p:nvPr/>
              </p:nvSpPr>
              <p:spPr>
                <a:xfrm>
                  <a:off x="403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0" name="Line 49"/>
                <p:cNvSpPr/>
                <p:nvPr/>
              </p:nvSpPr>
              <p:spPr>
                <a:xfrm>
                  <a:off x="422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1" name="Line 50"/>
                <p:cNvSpPr/>
                <p:nvPr/>
              </p:nvSpPr>
              <p:spPr>
                <a:xfrm>
                  <a:off x="441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2" name="Line 51"/>
                <p:cNvSpPr/>
                <p:nvPr/>
              </p:nvSpPr>
              <p:spPr>
                <a:xfrm>
                  <a:off x="460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3" name="Line 52"/>
                <p:cNvSpPr/>
                <p:nvPr/>
              </p:nvSpPr>
              <p:spPr>
                <a:xfrm>
                  <a:off x="480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4" name="Line 53"/>
                <p:cNvSpPr/>
                <p:nvPr/>
              </p:nvSpPr>
              <p:spPr>
                <a:xfrm>
                  <a:off x="499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5" name="Line 54"/>
                <p:cNvSpPr/>
                <p:nvPr/>
              </p:nvSpPr>
              <p:spPr>
                <a:xfrm>
                  <a:off x="518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6" name="Line 55"/>
                <p:cNvSpPr/>
                <p:nvPr/>
              </p:nvSpPr>
              <p:spPr>
                <a:xfrm>
                  <a:off x="537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17" name="Line 56"/>
                <p:cNvSpPr/>
                <p:nvPr/>
              </p:nvSpPr>
              <p:spPr>
                <a:xfrm>
                  <a:off x="556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grpSp>
          <p:sp>
            <p:nvSpPr>
              <p:cNvPr id="2066" name="Line 57"/>
              <p:cNvSpPr/>
              <p:nvPr/>
            </p:nvSpPr>
            <p:spPr>
              <a:xfrm>
                <a:off x="5568" y="0"/>
                <a:ext cx="0" cy="1488"/>
              </a:xfrm>
              <a:prstGeom prst="line">
                <a:avLst/>
              </a:prstGeom>
              <a:ln w="9525" cap="flat" cmpd="sng">
                <a:solidFill>
                  <a:schemeClr val="hlink"/>
                </a:solidFill>
                <a:prstDash val="solid"/>
                <a:headEnd type="none" w="med" len="med"/>
                <a:tailEnd type="none" w="med" len="med"/>
              </a:ln>
            </p:spPr>
          </p:sp>
        </p:grpSp>
        <p:grpSp>
          <p:nvGrpSpPr>
            <p:cNvPr id="2055" name="Group 58"/>
            <p:cNvGrpSpPr/>
            <p:nvPr userDrawn="1"/>
          </p:nvGrpSpPr>
          <p:grpSpPr>
            <a:xfrm>
              <a:off x="3" y="559"/>
              <a:ext cx="4192" cy="1796"/>
              <a:chOff x="3" y="559"/>
              <a:chExt cx="4192" cy="1796"/>
            </a:xfrm>
          </p:grpSpPr>
          <p:sp>
            <p:nvSpPr>
              <p:cNvPr id="2060" name="Line 59"/>
              <p:cNvSpPr/>
              <p:nvPr/>
            </p:nvSpPr>
            <p:spPr>
              <a:xfrm>
                <a:off x="506" y="559"/>
                <a:ext cx="0" cy="1796"/>
              </a:xfrm>
              <a:prstGeom prst="line">
                <a:avLst/>
              </a:prstGeom>
              <a:ln w="9525" cap="flat" cmpd="sng">
                <a:solidFill>
                  <a:schemeClr val="hlink"/>
                </a:solidFill>
                <a:prstDash val="solid"/>
                <a:headEnd type="none" w="med" len="med"/>
                <a:tailEnd type="none" w="med" len="med"/>
              </a:ln>
            </p:spPr>
          </p:sp>
          <p:sp>
            <p:nvSpPr>
              <p:cNvPr id="2061" name="Line 60"/>
              <p:cNvSpPr/>
              <p:nvPr/>
            </p:nvSpPr>
            <p:spPr>
              <a:xfrm flipH="1" flipV="1">
                <a:off x="3" y="1924"/>
                <a:ext cx="3211" cy="1"/>
              </a:xfrm>
              <a:prstGeom prst="line">
                <a:avLst/>
              </a:prstGeom>
              <a:ln w="9525" cap="flat" cmpd="sng">
                <a:solidFill>
                  <a:schemeClr val="hlink"/>
                </a:solidFill>
                <a:prstDash val="solid"/>
                <a:headEnd type="none" w="med" len="med"/>
                <a:tailEnd type="none" w="med" len="med"/>
              </a:ln>
            </p:spPr>
          </p:sp>
          <p:sp>
            <p:nvSpPr>
              <p:cNvPr id="2062" name="Line 61"/>
              <p:cNvSpPr/>
              <p:nvPr/>
            </p:nvSpPr>
            <p:spPr>
              <a:xfrm flipH="1" flipV="1">
                <a:off x="384" y="938"/>
                <a:ext cx="3811" cy="1"/>
              </a:xfrm>
              <a:prstGeom prst="line">
                <a:avLst/>
              </a:prstGeom>
              <a:ln w="9525" cap="flat" cmpd="sng">
                <a:solidFill>
                  <a:schemeClr val="hlink"/>
                </a:solidFill>
                <a:prstDash val="solid"/>
                <a:headEnd type="none" w="med" len="med"/>
                <a:tailEnd type="none" w="med" len="med"/>
              </a:ln>
            </p:spPr>
          </p:sp>
          <p:sp>
            <p:nvSpPr>
              <p:cNvPr id="2063" name="Arc 62"/>
              <p:cNvSpPr/>
              <p:nvPr/>
            </p:nvSpPr>
            <p:spPr>
              <a:xfrm rot="-5400000" flipH="1">
                <a:off x="425" y="860"/>
                <a:ext cx="156" cy="157"/>
              </a:xfrm>
              <a:custGeom>
                <a:avLst/>
                <a:gdLst/>
                <a:ahLst/>
                <a:cxnLst>
                  <a:cxn ang="0">
                    <a:pos x="0" y="0"/>
                  </a:cxn>
                  <a:cxn ang="0">
                    <a:pos x="0" y="0"/>
                  </a:cxn>
                  <a:cxn ang="0">
                    <a:pos x="0" y="0"/>
                  </a:cxn>
                </a:cxnLst>
                <a:pathLst>
                  <a:path w="43195" h="43200" fill="none">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w="9525" cap="flat" cmpd="sng">
                <a:solidFill>
                  <a:schemeClr val="hlink">
                    <a:alpha val="100000"/>
                  </a:schemeClr>
                </a:solidFill>
                <a:prstDash val="solid"/>
                <a:round/>
                <a:headEnd type="none" w="med" len="med"/>
                <a:tailEnd type="none" w="med" len="med"/>
              </a:ln>
            </p:spPr>
            <p:txBody>
              <a:bodyPr/>
              <a:p>
                <a:endParaRPr lang="zh-CN" altLang="en-US"/>
              </a:p>
            </p:txBody>
          </p:sp>
        </p:grpSp>
        <p:grpSp>
          <p:nvGrpSpPr>
            <p:cNvPr id="2056" name="Group 63"/>
            <p:cNvGrpSpPr/>
            <p:nvPr userDrawn="1"/>
          </p:nvGrpSpPr>
          <p:grpSpPr>
            <a:xfrm>
              <a:off x="1480" y="1952"/>
              <a:ext cx="3808" cy="1812"/>
              <a:chOff x="1480" y="1952"/>
              <a:chExt cx="3808" cy="1812"/>
            </a:xfrm>
          </p:grpSpPr>
          <p:sp>
            <p:nvSpPr>
              <p:cNvPr id="2057" name="Line 64"/>
              <p:cNvSpPr/>
              <p:nvPr/>
            </p:nvSpPr>
            <p:spPr>
              <a:xfrm flipV="1">
                <a:off x="1480" y="3442"/>
                <a:ext cx="3808" cy="0"/>
              </a:xfrm>
              <a:prstGeom prst="line">
                <a:avLst/>
              </a:prstGeom>
              <a:ln w="9525" cap="flat" cmpd="sng">
                <a:solidFill>
                  <a:schemeClr val="hlink"/>
                </a:solidFill>
                <a:prstDash val="solid"/>
                <a:headEnd type="none" w="med" len="med"/>
                <a:tailEnd type="none" w="med" len="med"/>
              </a:ln>
            </p:spPr>
          </p:sp>
          <p:sp>
            <p:nvSpPr>
              <p:cNvPr id="2058" name="Line 65"/>
              <p:cNvSpPr/>
              <p:nvPr/>
            </p:nvSpPr>
            <p:spPr>
              <a:xfrm flipH="1">
                <a:off x="5172" y="1952"/>
                <a:ext cx="0" cy="1812"/>
              </a:xfrm>
              <a:prstGeom prst="line">
                <a:avLst/>
              </a:prstGeom>
              <a:ln w="9525" cap="flat" cmpd="sng">
                <a:solidFill>
                  <a:schemeClr val="hlink"/>
                </a:solidFill>
                <a:prstDash val="solid"/>
                <a:headEnd type="none" w="med" len="med"/>
                <a:tailEnd type="none" w="med" len="med"/>
              </a:ln>
            </p:spPr>
          </p:sp>
          <p:sp>
            <p:nvSpPr>
              <p:cNvPr id="2059" name="Arc 66"/>
              <p:cNvSpPr/>
              <p:nvPr/>
            </p:nvSpPr>
            <p:spPr>
              <a:xfrm rot="5400000">
                <a:off x="5096" y="3346"/>
                <a:ext cx="156" cy="157"/>
              </a:xfrm>
              <a:custGeom>
                <a:avLst/>
                <a:gdLst/>
                <a:ahLst/>
                <a:cxnLst>
                  <a:cxn ang="0">
                    <a:pos x="0" y="0"/>
                  </a:cxn>
                  <a:cxn ang="0">
                    <a:pos x="0" y="0"/>
                  </a:cxn>
                  <a:cxn ang="0">
                    <a:pos x="0" y="0"/>
                  </a:cxn>
                </a:cxnLst>
                <a:pathLst>
                  <a:path w="43195" h="43200" fill="none">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w="9525" cap="flat" cmpd="sng">
                <a:solidFill>
                  <a:schemeClr val="hlink">
                    <a:alpha val="100000"/>
                  </a:schemeClr>
                </a:solidFill>
                <a:prstDash val="solid"/>
                <a:round/>
                <a:headEnd type="none" w="med" len="med"/>
                <a:tailEnd type="none" w="med" len="med"/>
              </a:ln>
            </p:spPr>
            <p:txBody>
              <a:bodyPr/>
              <a:p>
                <a:endParaRPr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lvl="0"/>
            <a:r>
              <a:rPr lang="zh-CN" altLang="en-US" noProof="0" smtClean="0"/>
              <a:t>单击此处编辑母版标题样式</a:t>
            </a:r>
            <a:endParaRPr lang="zh-CN" altLang="en-US" noProof="0" smtClean="0"/>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0" indent="0">
              <a:buFont typeface="Wingdings" panose="05000000000000000000" pitchFamily="2" charset="2"/>
              <a:buNone/>
              <a:defRPr/>
            </a:lvl1pPr>
          </a:lstStyle>
          <a:p>
            <a:pPr lvl="0"/>
            <a:r>
              <a:rPr lang="zh-CN" altLang="en-US" noProof="0" smtClean="0"/>
              <a:t>单击此处编辑母版副标题样式</a:t>
            </a:r>
            <a:endParaRPr lang="zh-CN" altLang="en-US" noProof="0" smtClean="0"/>
          </a:p>
        </p:txBody>
      </p:sp>
      <p:sp>
        <p:nvSpPr>
          <p:cNvPr id="75" name="Rectangle 69"/>
          <p:cNvSpPr>
            <a:spLocks noGrp="1" noChangeArrowheads="1"/>
          </p:cNvSpPr>
          <p:nvPr>
            <p:ph type="dt" sz="quarter" idx="2"/>
          </p:nvPr>
        </p:nvSpPr>
        <p:spPr bwMode="auto">
          <a:xfrm>
            <a:off x="6858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kumimoji="0" sz="1400">
                <a:solidFill>
                  <a:schemeClr val="tx1"/>
                </a:solidFill>
                <a:latin typeface="+mn-lt"/>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76" name="Rectangle 70"/>
          <p:cNvSpPr>
            <a:spLocks noGrp="1" noChangeArrowheads="1"/>
          </p:cNvSpPr>
          <p:nvPr>
            <p:ph type="ftr" sz="quarter" idx="3"/>
          </p:nvPr>
        </p:nvSpPr>
        <p:spPr bwMode="auto">
          <a:xfrm>
            <a:off x="3124200" y="6248400"/>
            <a:ext cx="2895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ctr" eaLnBrk="1" hangingPunct="1">
              <a:defRPr kumimoji="0" sz="1400">
                <a:solidFill>
                  <a:schemeClr val="tx1"/>
                </a:solidFill>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77" name="Rectangle 71"/>
          <p:cNvSpPr>
            <a:spLocks noGrp="1" noChangeArrowheads="1"/>
          </p:cNvSpPr>
          <p:nvPr>
            <p:ph type="sldNum" sz="quarter" idx="4"/>
          </p:nvPr>
        </p:nvSpPr>
        <p:spPr bwMode="auto">
          <a:xfrm>
            <a:off x="65532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kumimoji="0" sz="1400">
                <a:solidFill>
                  <a:schemeClr val="tx1"/>
                </a:solidFill>
                <a:latin typeface="+mn-lt"/>
                <a:ea typeface="+mn-ea"/>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2145CA2C-C7CE-411E-B45C-DD0BCBA5E243}" type="slidenum">
              <a:rPr kumimoji="0" lang="en-US" altLang="zh-CN" sz="1400" b="0" i="0" u="none" strike="noStrike" kern="1200" cap="none" spc="0" normalizeH="0" baseline="0" noProof="0">
                <a:ln>
                  <a:noFill/>
                </a:ln>
                <a:solidFill>
                  <a:schemeClr val="tx1"/>
                </a:solidFill>
                <a:effectLst/>
                <a:uLnTx/>
                <a:uFillTx/>
                <a:latin typeface="+mn-lt"/>
                <a:ea typeface="+mn-ea"/>
                <a:cs typeface="+mn-cs"/>
              </a:rPr>
            </a:fld>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hasCustomPrompt="1"/>
          </p:nvPr>
        </p:nvSpPr>
        <p:spPr>
          <a:xfrm>
            <a:off x="628650" y="1825625"/>
            <a:ext cx="7886700" cy="435133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a:prstGeom prst="rect">
            <a:avLst/>
          </a:prstGeo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623888" y="4589463"/>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编辑母版文本样式</a:t>
            </a:r>
            <a:endParaRPr lang="zh-CN" altLang="en-US" smtClean="0"/>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hasCustomPrompt="1"/>
          </p:nvPr>
        </p:nvSpPr>
        <p:spPr>
          <a:xfrm>
            <a:off x="628650" y="1825625"/>
            <a:ext cx="3867150" cy="435133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hasCustomPrompt="1"/>
          </p:nvPr>
        </p:nvSpPr>
        <p:spPr>
          <a:xfrm>
            <a:off x="4648200" y="1825625"/>
            <a:ext cx="3867150" cy="435133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a:prstGeom prst="rect">
            <a:avLst/>
          </a:prstGeom>
        </p:spPr>
        <p:txBody>
          <a:body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4" name="内容占位符 3"/>
          <p:cNvSpPr>
            <a:spLocks noGrp="1"/>
          </p:cNvSpPr>
          <p:nvPr>
            <p:ph sz="half" idx="2" hasCustomPrompt="1"/>
          </p:nvPr>
        </p:nvSpPr>
        <p:spPr>
          <a:xfrm>
            <a:off x="630238" y="2505075"/>
            <a:ext cx="3868737" cy="368458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6" name="内容占位符 5"/>
          <p:cNvSpPr>
            <a:spLocks noGrp="1"/>
          </p:cNvSpPr>
          <p:nvPr>
            <p:ph sz="quarter" idx="4" hasCustomPrompt="1"/>
          </p:nvPr>
        </p:nvSpPr>
        <p:spPr>
          <a:xfrm>
            <a:off x="4629150" y="2505075"/>
            <a:ext cx="3887788" cy="368458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smtClean="0"/>
              <a:t>单击此处编辑母版标题样式</a:t>
            </a:r>
            <a:endParaRPr lang="zh-CN" altLang="en-US"/>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a:prstGeom prst="rect">
            <a:avLst/>
          </a:prstGeo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hasCustomPrompt="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hasCustomPrompt="1"/>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a:prstGeom prst="rect">
            <a:avLst/>
          </a:prstGeo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Pct val="110000"/>
              <a:buFont typeface="Wingdings" panose="05000000000000000000" pitchFamily="2" charset="2"/>
              <a:buNone/>
              <a:defRPr/>
            </a:pPr>
            <a:endParaRPr kumimoji="1" lang="zh-CN" alt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a:xfrm>
            <a:off x="628650" y="1825625"/>
            <a:ext cx="7886700" cy="4351338"/>
          </a:xfrm>
          <a:prstGeom prst="rect">
            <a:avLst/>
          </a:prstGeom>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a:xfrm>
            <a:off x="628650" y="365125"/>
            <a:ext cx="5762625" cy="5811838"/>
          </a:xfrm>
          <a:prstGeom prst="rect">
            <a:avLst/>
          </a:prstGeom>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vmlDrawing" Target="../drawings/vmlDrawing1.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2.bin"/><Relationship Id="rId14" Type="http://schemas.openxmlformats.org/officeDocument/2006/relationships/image" Target="../media/image2.jpeg"/><Relationship Id="rId13" Type="http://schemas.openxmlformats.org/officeDocument/2006/relationships/image" Target="../media/image1.png"/><Relationship Id="rId12" Type="http://schemas.openxmlformats.org/officeDocument/2006/relationships/oleObject" Target="../embeddings/oleObject1.bin"/><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9" Type="http://schemas.openxmlformats.org/officeDocument/2006/relationships/theme" Target="../theme/theme2.xml"/><Relationship Id="rId18" Type="http://schemas.openxmlformats.org/officeDocument/2006/relationships/vmlDrawing" Target="../drawings/vmlDrawing2.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4.bin"/><Relationship Id="rId14" Type="http://schemas.openxmlformats.org/officeDocument/2006/relationships/image" Target="../media/image2.jpeg"/><Relationship Id="rId13" Type="http://schemas.openxmlformats.org/officeDocument/2006/relationships/image" Target="../media/image1.png"/><Relationship Id="rId12" Type="http://schemas.openxmlformats.org/officeDocument/2006/relationships/oleObject" Target="../embeddings/oleObject3.bin"/><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9" Type="http://schemas.openxmlformats.org/officeDocument/2006/relationships/theme" Target="../theme/theme3.xml"/><Relationship Id="rId18" Type="http://schemas.openxmlformats.org/officeDocument/2006/relationships/vmlDrawing" Target="../drawings/vmlDrawing3.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6.bin"/><Relationship Id="rId14" Type="http://schemas.openxmlformats.org/officeDocument/2006/relationships/image" Target="../media/image2.jpeg"/><Relationship Id="rId13" Type="http://schemas.openxmlformats.org/officeDocument/2006/relationships/image" Target="../media/image1.png"/><Relationship Id="rId12" Type="http://schemas.openxmlformats.org/officeDocument/2006/relationships/oleObject" Target="../embeddings/oleObject5.bin"/><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9" Type="http://schemas.openxmlformats.org/officeDocument/2006/relationships/theme" Target="../theme/theme4.xml"/><Relationship Id="rId18" Type="http://schemas.openxmlformats.org/officeDocument/2006/relationships/vmlDrawing" Target="../drawings/vmlDrawing4.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8.bin"/><Relationship Id="rId14" Type="http://schemas.openxmlformats.org/officeDocument/2006/relationships/image" Target="../media/image2.jpeg"/><Relationship Id="rId13" Type="http://schemas.openxmlformats.org/officeDocument/2006/relationships/image" Target="../media/image1.png"/><Relationship Id="rId12" Type="http://schemas.openxmlformats.org/officeDocument/2006/relationships/oleObject" Target="../embeddings/oleObject7.bin"/><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3.xml"/><Relationship Id="rId8" Type="http://schemas.openxmlformats.org/officeDocument/2006/relationships/slideLayout" Target="../slideLayouts/slideLayout52.xml"/><Relationship Id="rId7" Type="http://schemas.openxmlformats.org/officeDocument/2006/relationships/slideLayout" Target="../slideLayouts/slideLayout51.xml"/><Relationship Id="rId6" Type="http://schemas.openxmlformats.org/officeDocument/2006/relationships/slideLayout" Target="../slideLayouts/slideLayout50.xml"/><Relationship Id="rId5" Type="http://schemas.openxmlformats.org/officeDocument/2006/relationships/slideLayout" Target="../slideLayouts/slideLayout49.xml"/><Relationship Id="rId4" Type="http://schemas.openxmlformats.org/officeDocument/2006/relationships/slideLayout" Target="../slideLayouts/slideLayout48.xml"/><Relationship Id="rId3" Type="http://schemas.openxmlformats.org/officeDocument/2006/relationships/slideLayout" Target="../slideLayouts/slideLayout47.xml"/><Relationship Id="rId2" Type="http://schemas.openxmlformats.org/officeDocument/2006/relationships/slideLayout" Target="../slideLayouts/slideLayout46.xml"/><Relationship Id="rId19" Type="http://schemas.openxmlformats.org/officeDocument/2006/relationships/theme" Target="../theme/theme5.xml"/><Relationship Id="rId18" Type="http://schemas.openxmlformats.org/officeDocument/2006/relationships/vmlDrawing" Target="../drawings/vmlDrawing5.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10.bin"/><Relationship Id="rId14" Type="http://schemas.openxmlformats.org/officeDocument/2006/relationships/image" Target="../media/image2.jpeg"/><Relationship Id="rId13" Type="http://schemas.openxmlformats.org/officeDocument/2006/relationships/image" Target="../media/image1.png"/><Relationship Id="rId12" Type="http://schemas.openxmlformats.org/officeDocument/2006/relationships/oleObject" Target="../embeddings/oleObject9.bin"/><Relationship Id="rId11" Type="http://schemas.openxmlformats.org/officeDocument/2006/relationships/slideLayout" Target="../slideLayouts/slideLayout55.xml"/><Relationship Id="rId10" Type="http://schemas.openxmlformats.org/officeDocument/2006/relationships/slideLayout" Target="../slideLayouts/slideLayout54.xml"/><Relationship Id="rId1" Type="http://schemas.openxmlformats.org/officeDocument/2006/relationships/slideLayout" Target="../slideLayouts/slideLayout45.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4.xml"/><Relationship Id="rId8" Type="http://schemas.openxmlformats.org/officeDocument/2006/relationships/slideLayout" Target="../slideLayouts/slideLayout63.xml"/><Relationship Id="rId7" Type="http://schemas.openxmlformats.org/officeDocument/2006/relationships/slideLayout" Target="../slideLayouts/slideLayout62.xml"/><Relationship Id="rId6" Type="http://schemas.openxmlformats.org/officeDocument/2006/relationships/slideLayout" Target="../slideLayouts/slideLayout61.xml"/><Relationship Id="rId5" Type="http://schemas.openxmlformats.org/officeDocument/2006/relationships/slideLayout" Target="../slideLayouts/slideLayout60.xml"/><Relationship Id="rId4" Type="http://schemas.openxmlformats.org/officeDocument/2006/relationships/slideLayout" Target="../slideLayouts/slideLayout59.xml"/><Relationship Id="rId3" Type="http://schemas.openxmlformats.org/officeDocument/2006/relationships/slideLayout" Target="../slideLayouts/slideLayout58.xml"/><Relationship Id="rId2" Type="http://schemas.openxmlformats.org/officeDocument/2006/relationships/slideLayout" Target="../slideLayouts/slideLayout57.xml"/><Relationship Id="rId19" Type="http://schemas.openxmlformats.org/officeDocument/2006/relationships/theme" Target="../theme/theme6.xml"/><Relationship Id="rId18" Type="http://schemas.openxmlformats.org/officeDocument/2006/relationships/vmlDrawing" Target="../drawings/vmlDrawing6.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12.bin"/><Relationship Id="rId14" Type="http://schemas.openxmlformats.org/officeDocument/2006/relationships/image" Target="../media/image2.jpeg"/><Relationship Id="rId13" Type="http://schemas.openxmlformats.org/officeDocument/2006/relationships/image" Target="../media/image1.png"/><Relationship Id="rId12" Type="http://schemas.openxmlformats.org/officeDocument/2006/relationships/oleObject" Target="../embeddings/oleObject11.bin"/><Relationship Id="rId11" Type="http://schemas.openxmlformats.org/officeDocument/2006/relationships/slideLayout" Target="../slideLayouts/slideLayout66.xml"/><Relationship Id="rId10" Type="http://schemas.openxmlformats.org/officeDocument/2006/relationships/slideLayout" Target="../slideLayouts/slideLayout65.xml"/><Relationship Id="rId1" Type="http://schemas.openxmlformats.org/officeDocument/2006/relationships/slideLayout" Target="../slideLayouts/slideLayout56.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75.xml"/><Relationship Id="rId8" Type="http://schemas.openxmlformats.org/officeDocument/2006/relationships/slideLayout" Target="../slideLayouts/slideLayout74.xml"/><Relationship Id="rId7" Type="http://schemas.openxmlformats.org/officeDocument/2006/relationships/slideLayout" Target="../slideLayouts/slideLayout73.xml"/><Relationship Id="rId6" Type="http://schemas.openxmlformats.org/officeDocument/2006/relationships/slideLayout" Target="../slideLayouts/slideLayout72.xml"/><Relationship Id="rId5" Type="http://schemas.openxmlformats.org/officeDocument/2006/relationships/slideLayout" Target="../slideLayouts/slideLayout71.xml"/><Relationship Id="rId4" Type="http://schemas.openxmlformats.org/officeDocument/2006/relationships/slideLayout" Target="../slideLayouts/slideLayout70.xml"/><Relationship Id="rId3" Type="http://schemas.openxmlformats.org/officeDocument/2006/relationships/slideLayout" Target="../slideLayouts/slideLayout69.xml"/><Relationship Id="rId2" Type="http://schemas.openxmlformats.org/officeDocument/2006/relationships/slideLayout" Target="../slideLayouts/slideLayout68.xml"/><Relationship Id="rId19" Type="http://schemas.openxmlformats.org/officeDocument/2006/relationships/theme" Target="../theme/theme7.xml"/><Relationship Id="rId18" Type="http://schemas.openxmlformats.org/officeDocument/2006/relationships/vmlDrawing" Target="../drawings/vmlDrawing7.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14.bin"/><Relationship Id="rId14" Type="http://schemas.openxmlformats.org/officeDocument/2006/relationships/image" Target="../media/image2.jpeg"/><Relationship Id="rId13" Type="http://schemas.openxmlformats.org/officeDocument/2006/relationships/image" Target="../media/image1.png"/><Relationship Id="rId12" Type="http://schemas.openxmlformats.org/officeDocument/2006/relationships/oleObject" Target="../embeddings/oleObject13.bin"/><Relationship Id="rId11" Type="http://schemas.openxmlformats.org/officeDocument/2006/relationships/slideLayout" Target="../slideLayouts/slideLayout77.xml"/><Relationship Id="rId10" Type="http://schemas.openxmlformats.org/officeDocument/2006/relationships/slideLayout" Target="../slideLayouts/slideLayout76.xml"/><Relationship Id="rId1" Type="http://schemas.openxmlformats.org/officeDocument/2006/relationships/slideLayout" Target="../slideLayouts/slideLayout6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graphicFrame>
        <p:nvGraphicFramePr>
          <p:cNvPr id="1026" name="Object 80"/>
          <p:cNvGraphicFramePr>
            <a:graphicFrameLocks noChangeAspect="1"/>
          </p:cNvGraphicFramePr>
          <p:nvPr userDrawn="1"/>
        </p:nvGraphicFramePr>
        <p:xfrm>
          <a:off x="-12700" y="7938"/>
          <a:ext cx="9144000" cy="612775"/>
        </p:xfrm>
        <a:graphic>
          <a:graphicData uri="http://schemas.openxmlformats.org/presentationml/2006/ole">
            <mc:AlternateContent xmlns:mc="http://schemas.openxmlformats.org/markup-compatibility/2006">
              <mc:Choice xmlns:v="urn:schemas-microsoft-com:vml" Requires="v">
                <p:oleObj spid="_x0000_s3076" name="" r:id="rId12" imgW="10160000" imgH="1574800" progId="">
                  <p:embed/>
                </p:oleObj>
              </mc:Choice>
              <mc:Fallback>
                <p:oleObj name="" r:id="rId12" imgW="10160000" imgH="1574800" progId="">
                  <p:embed/>
                  <p:pic>
                    <p:nvPicPr>
                      <p:cNvPr id="0" name="图片 3075"/>
                      <p:cNvPicPr/>
                      <p:nvPr/>
                    </p:nvPicPr>
                    <p:blipFill>
                      <a:blip r:embed="rId13"/>
                      <a:srcRect r="32674"/>
                      <a:stretch>
                        <a:fillRect/>
                      </a:stretch>
                    </p:blipFill>
                    <p:spPr>
                      <a:xfrm>
                        <a:off x="-12700" y="7938"/>
                        <a:ext cx="9144000" cy="612775"/>
                      </a:xfrm>
                      <a:prstGeom prst="rect">
                        <a:avLst/>
                      </a:prstGeom>
                      <a:solidFill>
                        <a:srgbClr val="3399FF">
                          <a:alpha val="54901"/>
                        </a:srgbClr>
                      </a:solidFill>
                      <a:ln w="38100">
                        <a:noFill/>
                        <a:miter/>
                      </a:ln>
                    </p:spPr>
                  </p:pic>
                </p:oleObj>
              </mc:Fallback>
            </mc:AlternateContent>
          </a:graphicData>
        </a:graphic>
      </p:graphicFrame>
      <p:pic>
        <p:nvPicPr>
          <p:cNvPr id="1027" name="图片 6"/>
          <p:cNvPicPr>
            <a:picLocks noChangeAspect="1"/>
          </p:cNvPicPr>
          <p:nvPr userDrawn="1"/>
        </p:nvPicPr>
        <p:blipFill>
          <a:blip r:embed="rId14">
            <a:clrChange>
              <a:clrFrom>
                <a:srgbClr val="2177CE"/>
              </a:clrFrom>
              <a:clrTo>
                <a:srgbClr val="2177CE">
                  <a:alpha val="0"/>
                </a:srgbClr>
              </a:clrTo>
            </a:clrChange>
          </a:blip>
          <a:stretch>
            <a:fillRect/>
          </a:stretch>
        </p:blipFill>
        <p:spPr>
          <a:xfrm>
            <a:off x="107950" y="3175"/>
            <a:ext cx="647700" cy="623888"/>
          </a:xfrm>
          <a:prstGeom prst="rect">
            <a:avLst/>
          </a:prstGeom>
          <a:noFill/>
          <a:ln w="9525">
            <a:noFill/>
          </a:ln>
        </p:spPr>
      </p:pic>
      <p:graphicFrame>
        <p:nvGraphicFramePr>
          <p:cNvPr id="1028" name="Object 10"/>
          <p:cNvGraphicFramePr>
            <a:graphicFrameLocks noChangeAspect="1"/>
          </p:cNvGraphicFramePr>
          <p:nvPr userDrawn="1"/>
        </p:nvGraphicFramePr>
        <p:xfrm>
          <a:off x="6461125" y="0"/>
          <a:ext cx="2670175" cy="766763"/>
        </p:xfrm>
        <a:graphic>
          <a:graphicData uri="http://schemas.openxmlformats.org/presentationml/2006/ole">
            <mc:AlternateContent xmlns:mc="http://schemas.openxmlformats.org/markup-compatibility/2006">
              <mc:Choice xmlns:v="urn:schemas-microsoft-com:vml" Requires="v">
                <p:oleObj spid="_x0000_s3077" name="" r:id="rId15" imgW="2962275" imgH="971550" progId="">
                  <p:embed/>
                </p:oleObj>
              </mc:Choice>
              <mc:Fallback>
                <p:oleObj name="" r:id="rId15" imgW="2962275" imgH="971550" progId="">
                  <p:embed/>
                  <p:pic>
                    <p:nvPicPr>
                      <p:cNvPr id="0" name="图片 3076"/>
                      <p:cNvPicPr/>
                      <p:nvPr/>
                    </p:nvPicPr>
                    <p:blipFill>
                      <a:blip r:embed="rId16"/>
                      <a:srcRect l="23897" b="-22844"/>
                      <a:stretch>
                        <a:fillRect/>
                      </a:stretch>
                    </p:blipFill>
                    <p:spPr>
                      <a:xfrm>
                        <a:off x="6461125" y="0"/>
                        <a:ext cx="2670175" cy="766763"/>
                      </a:xfrm>
                      <a:prstGeom prst="rect">
                        <a:avLst/>
                      </a:prstGeom>
                      <a:noFill/>
                      <a:ln w="38100">
                        <a:noFill/>
                        <a:miter/>
                      </a:ln>
                    </p:spPr>
                  </p:pic>
                </p:oleObj>
              </mc:Fallback>
            </mc:AlternateContent>
          </a:graphicData>
        </a:graphic>
      </p:graphicFrame>
      <p:sp>
        <p:nvSpPr>
          <p:cNvPr id="9" name="矩形 8"/>
          <p:cNvSpPr/>
          <p:nvPr/>
        </p:nvSpPr>
        <p:spPr bwMode="auto">
          <a:xfrm>
            <a:off x="0" y="6475413"/>
            <a:ext cx="9144000" cy="431800"/>
          </a:xfrm>
          <a:prstGeom prst="rect">
            <a:avLst/>
          </a:prstGeom>
          <a:gradFill flip="none" rotWithShape="1">
            <a:gsLst>
              <a:gs pos="0">
                <a:srgbClr val="003399"/>
              </a:gs>
              <a:gs pos="100000">
                <a:schemeClr val="accent3">
                  <a:lumMod val="97000"/>
                  <a:lumOff val="3000"/>
                </a:schemeClr>
              </a:gs>
              <a:gs pos="100000">
                <a:schemeClr val="bg1"/>
              </a:gs>
            </a:gsLst>
            <a:lin ang="16200000" scaled="1"/>
            <a:tileRect/>
          </a:gradFill>
          <a:ln w="9525" cap="flat" cmpd="sng" algn="ctr">
            <a:noFill/>
            <a:prstDash val="solid"/>
            <a:round/>
            <a:headEnd type="none" w="med" len="med"/>
            <a:tailEnd type="none" w="med" len="med"/>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000" b="0" i="0" u="none" strike="noStrike" kern="1200" cap="none" spc="0" normalizeH="0" baseline="0" noProof="0">
              <a:ln>
                <a:noFill/>
              </a:ln>
              <a:solidFill>
                <a:srgbClr val="000099"/>
              </a:solidFill>
              <a:effectLst/>
              <a:uLnTx/>
              <a:uFillTx/>
              <a:latin typeface="Times New Roman" panose="02020603050405020304" pitchFamily="18" charset="0"/>
              <a:ea typeface="华文中宋" panose="0201060004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hf sldNum="0" hdr="0" ftr="0" dt="0"/>
  <p:txStyles>
    <p:titleStyle>
      <a:lvl1pPr algn="l" rtl="0" eaLnBrk="0" fontAlgn="base" hangingPunct="0">
        <a:spcBef>
          <a:spcPct val="0"/>
        </a:spcBef>
        <a:spcAft>
          <a:spcPct val="0"/>
        </a:spcAft>
        <a:defRPr kumimoji="1" sz="4400" kern="12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7"/>
        </a:buBlip>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graphicFrame>
        <p:nvGraphicFramePr>
          <p:cNvPr id="1026" name="Object 80"/>
          <p:cNvGraphicFramePr>
            <a:graphicFrameLocks noChangeAspect="1"/>
          </p:cNvGraphicFramePr>
          <p:nvPr userDrawn="1"/>
        </p:nvGraphicFramePr>
        <p:xfrm>
          <a:off x="-12700" y="7938"/>
          <a:ext cx="9144000" cy="612775"/>
        </p:xfrm>
        <a:graphic>
          <a:graphicData uri="http://schemas.openxmlformats.org/presentationml/2006/ole">
            <mc:AlternateContent xmlns:mc="http://schemas.openxmlformats.org/markup-compatibility/2006">
              <mc:Choice xmlns:v="urn:schemas-microsoft-com:vml" Requires="v">
                <p:oleObj spid="_x0000_s3076" name="" r:id="rId12" imgW="10160000" imgH="1574800" progId="">
                  <p:embed/>
                </p:oleObj>
              </mc:Choice>
              <mc:Fallback>
                <p:oleObj name="" r:id="rId12" imgW="10160000" imgH="1574800" progId="">
                  <p:embed/>
                  <p:pic>
                    <p:nvPicPr>
                      <p:cNvPr id="0" name="图片 3075"/>
                      <p:cNvPicPr/>
                      <p:nvPr/>
                    </p:nvPicPr>
                    <p:blipFill>
                      <a:blip r:embed="rId13"/>
                      <a:srcRect r="32674"/>
                      <a:stretch>
                        <a:fillRect/>
                      </a:stretch>
                    </p:blipFill>
                    <p:spPr>
                      <a:xfrm>
                        <a:off x="-12700" y="7938"/>
                        <a:ext cx="9144000" cy="612775"/>
                      </a:xfrm>
                      <a:prstGeom prst="rect">
                        <a:avLst/>
                      </a:prstGeom>
                      <a:solidFill>
                        <a:srgbClr val="3399FF">
                          <a:alpha val="54901"/>
                        </a:srgbClr>
                      </a:solidFill>
                      <a:ln w="38100">
                        <a:noFill/>
                        <a:miter/>
                      </a:ln>
                    </p:spPr>
                  </p:pic>
                </p:oleObj>
              </mc:Fallback>
            </mc:AlternateContent>
          </a:graphicData>
        </a:graphic>
      </p:graphicFrame>
      <p:pic>
        <p:nvPicPr>
          <p:cNvPr id="1027" name="图片 6"/>
          <p:cNvPicPr>
            <a:picLocks noChangeAspect="1"/>
          </p:cNvPicPr>
          <p:nvPr userDrawn="1"/>
        </p:nvPicPr>
        <p:blipFill>
          <a:blip r:embed="rId14">
            <a:clrChange>
              <a:clrFrom>
                <a:srgbClr val="2177CE"/>
              </a:clrFrom>
              <a:clrTo>
                <a:srgbClr val="2177CE">
                  <a:alpha val="0"/>
                </a:srgbClr>
              </a:clrTo>
            </a:clrChange>
          </a:blip>
          <a:stretch>
            <a:fillRect/>
          </a:stretch>
        </p:blipFill>
        <p:spPr>
          <a:xfrm>
            <a:off x="107950" y="3175"/>
            <a:ext cx="647700" cy="623888"/>
          </a:xfrm>
          <a:prstGeom prst="rect">
            <a:avLst/>
          </a:prstGeom>
          <a:noFill/>
          <a:ln w="9525">
            <a:noFill/>
          </a:ln>
        </p:spPr>
      </p:pic>
      <p:graphicFrame>
        <p:nvGraphicFramePr>
          <p:cNvPr id="1028" name="Object 10"/>
          <p:cNvGraphicFramePr>
            <a:graphicFrameLocks noChangeAspect="1"/>
          </p:cNvGraphicFramePr>
          <p:nvPr userDrawn="1"/>
        </p:nvGraphicFramePr>
        <p:xfrm>
          <a:off x="6461125" y="0"/>
          <a:ext cx="2670175" cy="766763"/>
        </p:xfrm>
        <a:graphic>
          <a:graphicData uri="http://schemas.openxmlformats.org/presentationml/2006/ole">
            <mc:AlternateContent xmlns:mc="http://schemas.openxmlformats.org/markup-compatibility/2006">
              <mc:Choice xmlns:v="urn:schemas-microsoft-com:vml" Requires="v">
                <p:oleObj spid="_x0000_s3077" name="" r:id="rId15" imgW="2962275" imgH="971550" progId="">
                  <p:embed/>
                </p:oleObj>
              </mc:Choice>
              <mc:Fallback>
                <p:oleObj name="" r:id="rId15" imgW="2962275" imgH="971550" progId="">
                  <p:embed/>
                  <p:pic>
                    <p:nvPicPr>
                      <p:cNvPr id="0" name="图片 3076"/>
                      <p:cNvPicPr/>
                      <p:nvPr/>
                    </p:nvPicPr>
                    <p:blipFill>
                      <a:blip r:embed="rId16"/>
                      <a:srcRect l="23897" b="-22844"/>
                      <a:stretch>
                        <a:fillRect/>
                      </a:stretch>
                    </p:blipFill>
                    <p:spPr>
                      <a:xfrm>
                        <a:off x="6461125" y="0"/>
                        <a:ext cx="2670175" cy="766763"/>
                      </a:xfrm>
                      <a:prstGeom prst="rect">
                        <a:avLst/>
                      </a:prstGeom>
                      <a:noFill/>
                      <a:ln w="38100">
                        <a:noFill/>
                        <a:miter/>
                      </a:ln>
                    </p:spPr>
                  </p:pic>
                </p:oleObj>
              </mc:Fallback>
            </mc:AlternateContent>
          </a:graphicData>
        </a:graphic>
      </p:graphicFrame>
      <p:sp>
        <p:nvSpPr>
          <p:cNvPr id="9" name="矩形 8"/>
          <p:cNvSpPr/>
          <p:nvPr/>
        </p:nvSpPr>
        <p:spPr bwMode="auto">
          <a:xfrm>
            <a:off x="0" y="6475413"/>
            <a:ext cx="9144000" cy="431800"/>
          </a:xfrm>
          <a:prstGeom prst="rect">
            <a:avLst/>
          </a:prstGeom>
          <a:gradFill flip="none" rotWithShape="1">
            <a:gsLst>
              <a:gs pos="0">
                <a:srgbClr val="003399"/>
              </a:gs>
              <a:gs pos="100000">
                <a:schemeClr val="accent3">
                  <a:lumMod val="97000"/>
                  <a:lumOff val="3000"/>
                </a:schemeClr>
              </a:gs>
              <a:gs pos="100000">
                <a:schemeClr val="bg1"/>
              </a:gs>
            </a:gsLst>
            <a:lin ang="16200000" scaled="1"/>
            <a:tileRect/>
          </a:gradFill>
          <a:ln w="9525" cap="flat" cmpd="sng" algn="ctr">
            <a:noFill/>
            <a:prstDash val="solid"/>
            <a:round/>
            <a:headEnd type="none" w="med" len="med"/>
            <a:tailEnd type="none" w="med" len="med"/>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000" b="0" i="0" u="none" strike="noStrike" kern="1200" cap="none" spc="0" normalizeH="0" baseline="0" noProof="0">
              <a:ln>
                <a:noFill/>
              </a:ln>
              <a:solidFill>
                <a:srgbClr val="000099"/>
              </a:solidFill>
              <a:effectLst/>
              <a:uLnTx/>
              <a:uFillTx/>
              <a:latin typeface="Times New Roman" panose="02020603050405020304" pitchFamily="18" charset="0"/>
              <a:ea typeface="华文中宋" panose="0201060004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hf sldNum="0" hdr="0" ftr="0" dt="0"/>
  <p:txStyles>
    <p:titleStyle>
      <a:lvl1pPr algn="l" rtl="0" eaLnBrk="0" fontAlgn="base" hangingPunct="0">
        <a:spcBef>
          <a:spcPct val="0"/>
        </a:spcBef>
        <a:spcAft>
          <a:spcPct val="0"/>
        </a:spcAft>
        <a:defRPr kumimoji="1" sz="4400" kern="12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7"/>
        </a:buBlip>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graphicFrame>
        <p:nvGraphicFramePr>
          <p:cNvPr id="1026" name="Object 80"/>
          <p:cNvGraphicFramePr>
            <a:graphicFrameLocks noChangeAspect="1"/>
          </p:cNvGraphicFramePr>
          <p:nvPr userDrawn="1"/>
        </p:nvGraphicFramePr>
        <p:xfrm>
          <a:off x="-12700" y="7938"/>
          <a:ext cx="9144000" cy="612775"/>
        </p:xfrm>
        <a:graphic>
          <a:graphicData uri="http://schemas.openxmlformats.org/presentationml/2006/ole">
            <mc:AlternateContent xmlns:mc="http://schemas.openxmlformats.org/markup-compatibility/2006">
              <mc:Choice xmlns:v="urn:schemas-microsoft-com:vml" Requires="v">
                <p:oleObj spid="_x0000_s3076" name="" r:id="rId12" imgW="10160000" imgH="1574800" progId="">
                  <p:embed/>
                </p:oleObj>
              </mc:Choice>
              <mc:Fallback>
                <p:oleObj name="" r:id="rId12" imgW="10160000" imgH="1574800" progId="">
                  <p:embed/>
                  <p:pic>
                    <p:nvPicPr>
                      <p:cNvPr id="0" name="图片 3075"/>
                      <p:cNvPicPr/>
                      <p:nvPr/>
                    </p:nvPicPr>
                    <p:blipFill>
                      <a:blip r:embed="rId13"/>
                      <a:srcRect r="32674"/>
                      <a:stretch>
                        <a:fillRect/>
                      </a:stretch>
                    </p:blipFill>
                    <p:spPr>
                      <a:xfrm>
                        <a:off x="-12700" y="7938"/>
                        <a:ext cx="9144000" cy="612775"/>
                      </a:xfrm>
                      <a:prstGeom prst="rect">
                        <a:avLst/>
                      </a:prstGeom>
                      <a:solidFill>
                        <a:srgbClr val="3399FF">
                          <a:alpha val="54901"/>
                        </a:srgbClr>
                      </a:solidFill>
                      <a:ln w="38100">
                        <a:noFill/>
                        <a:miter/>
                      </a:ln>
                    </p:spPr>
                  </p:pic>
                </p:oleObj>
              </mc:Fallback>
            </mc:AlternateContent>
          </a:graphicData>
        </a:graphic>
      </p:graphicFrame>
      <p:pic>
        <p:nvPicPr>
          <p:cNvPr id="1027" name="图片 6"/>
          <p:cNvPicPr>
            <a:picLocks noChangeAspect="1"/>
          </p:cNvPicPr>
          <p:nvPr userDrawn="1"/>
        </p:nvPicPr>
        <p:blipFill>
          <a:blip r:embed="rId14">
            <a:clrChange>
              <a:clrFrom>
                <a:srgbClr val="2177CE"/>
              </a:clrFrom>
              <a:clrTo>
                <a:srgbClr val="2177CE">
                  <a:alpha val="0"/>
                </a:srgbClr>
              </a:clrTo>
            </a:clrChange>
          </a:blip>
          <a:stretch>
            <a:fillRect/>
          </a:stretch>
        </p:blipFill>
        <p:spPr>
          <a:xfrm>
            <a:off x="107950" y="3175"/>
            <a:ext cx="647700" cy="623888"/>
          </a:xfrm>
          <a:prstGeom prst="rect">
            <a:avLst/>
          </a:prstGeom>
          <a:noFill/>
          <a:ln w="9525">
            <a:noFill/>
          </a:ln>
        </p:spPr>
      </p:pic>
      <p:graphicFrame>
        <p:nvGraphicFramePr>
          <p:cNvPr id="1028" name="Object 10"/>
          <p:cNvGraphicFramePr>
            <a:graphicFrameLocks noChangeAspect="1"/>
          </p:cNvGraphicFramePr>
          <p:nvPr userDrawn="1"/>
        </p:nvGraphicFramePr>
        <p:xfrm>
          <a:off x="6461125" y="0"/>
          <a:ext cx="2670175" cy="766763"/>
        </p:xfrm>
        <a:graphic>
          <a:graphicData uri="http://schemas.openxmlformats.org/presentationml/2006/ole">
            <mc:AlternateContent xmlns:mc="http://schemas.openxmlformats.org/markup-compatibility/2006">
              <mc:Choice xmlns:v="urn:schemas-microsoft-com:vml" Requires="v">
                <p:oleObj spid="_x0000_s3077" name="" r:id="rId15" imgW="2962275" imgH="971550" progId="">
                  <p:embed/>
                </p:oleObj>
              </mc:Choice>
              <mc:Fallback>
                <p:oleObj name="" r:id="rId15" imgW="2962275" imgH="971550" progId="">
                  <p:embed/>
                  <p:pic>
                    <p:nvPicPr>
                      <p:cNvPr id="0" name="图片 3076"/>
                      <p:cNvPicPr/>
                      <p:nvPr/>
                    </p:nvPicPr>
                    <p:blipFill>
                      <a:blip r:embed="rId16"/>
                      <a:srcRect l="23897" b="-22844"/>
                      <a:stretch>
                        <a:fillRect/>
                      </a:stretch>
                    </p:blipFill>
                    <p:spPr>
                      <a:xfrm>
                        <a:off x="6461125" y="0"/>
                        <a:ext cx="2670175" cy="766763"/>
                      </a:xfrm>
                      <a:prstGeom prst="rect">
                        <a:avLst/>
                      </a:prstGeom>
                      <a:noFill/>
                      <a:ln w="38100">
                        <a:noFill/>
                        <a:miter/>
                      </a:ln>
                    </p:spPr>
                  </p:pic>
                </p:oleObj>
              </mc:Fallback>
            </mc:AlternateContent>
          </a:graphicData>
        </a:graphic>
      </p:graphicFrame>
      <p:sp>
        <p:nvSpPr>
          <p:cNvPr id="9" name="矩形 8"/>
          <p:cNvSpPr/>
          <p:nvPr/>
        </p:nvSpPr>
        <p:spPr bwMode="auto">
          <a:xfrm>
            <a:off x="0" y="6475413"/>
            <a:ext cx="9144000" cy="431800"/>
          </a:xfrm>
          <a:prstGeom prst="rect">
            <a:avLst/>
          </a:prstGeom>
          <a:gradFill flip="none" rotWithShape="1">
            <a:gsLst>
              <a:gs pos="0">
                <a:srgbClr val="003399"/>
              </a:gs>
              <a:gs pos="100000">
                <a:schemeClr val="accent3">
                  <a:lumMod val="97000"/>
                  <a:lumOff val="3000"/>
                </a:schemeClr>
              </a:gs>
              <a:gs pos="100000">
                <a:schemeClr val="bg1"/>
              </a:gs>
            </a:gsLst>
            <a:lin ang="16200000" scaled="1"/>
            <a:tileRect/>
          </a:gradFill>
          <a:ln w="9525" cap="flat" cmpd="sng" algn="ctr">
            <a:noFill/>
            <a:prstDash val="solid"/>
            <a:round/>
            <a:headEnd type="none" w="med" len="med"/>
            <a:tailEnd type="none" w="med" len="med"/>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000" b="0" i="0" u="none" strike="noStrike" kern="1200" cap="none" spc="0" normalizeH="0" baseline="0" noProof="0">
              <a:ln>
                <a:noFill/>
              </a:ln>
              <a:solidFill>
                <a:srgbClr val="000099"/>
              </a:solidFill>
              <a:effectLst/>
              <a:uLnTx/>
              <a:uFillTx/>
              <a:latin typeface="Times New Roman" panose="02020603050405020304" pitchFamily="18" charset="0"/>
              <a:ea typeface="华文中宋" panose="0201060004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iming>
    <p:tnLst>
      <p:par>
        <p:cTn id="1" dur="indefinite" restart="never" nodeType="tmRoot"/>
      </p:par>
    </p:tnLst>
  </p:timing>
  <p:hf sldNum="0" hdr="0" ftr="0" dt="0"/>
  <p:txStyles>
    <p:titleStyle>
      <a:lvl1pPr algn="l" rtl="0" eaLnBrk="0" fontAlgn="base" hangingPunct="0">
        <a:spcBef>
          <a:spcPct val="0"/>
        </a:spcBef>
        <a:spcAft>
          <a:spcPct val="0"/>
        </a:spcAft>
        <a:defRPr kumimoji="1" sz="4400" kern="12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7"/>
        </a:buBlip>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graphicFrame>
        <p:nvGraphicFramePr>
          <p:cNvPr id="1026" name="Object 80"/>
          <p:cNvGraphicFramePr>
            <a:graphicFrameLocks noChangeAspect="1"/>
          </p:cNvGraphicFramePr>
          <p:nvPr userDrawn="1"/>
        </p:nvGraphicFramePr>
        <p:xfrm>
          <a:off x="-12700" y="7938"/>
          <a:ext cx="9144000" cy="612775"/>
        </p:xfrm>
        <a:graphic>
          <a:graphicData uri="http://schemas.openxmlformats.org/presentationml/2006/ole">
            <mc:AlternateContent xmlns:mc="http://schemas.openxmlformats.org/markup-compatibility/2006">
              <mc:Choice xmlns:v="urn:schemas-microsoft-com:vml" Requires="v">
                <p:oleObj spid="_x0000_s3076" name="" r:id="rId12" imgW="10160000" imgH="1574800" progId="">
                  <p:embed/>
                </p:oleObj>
              </mc:Choice>
              <mc:Fallback>
                <p:oleObj name="" r:id="rId12" imgW="10160000" imgH="1574800" progId="">
                  <p:embed/>
                  <p:pic>
                    <p:nvPicPr>
                      <p:cNvPr id="0" name="图片 3075"/>
                      <p:cNvPicPr/>
                      <p:nvPr/>
                    </p:nvPicPr>
                    <p:blipFill>
                      <a:blip r:embed="rId13"/>
                      <a:srcRect r="32674"/>
                      <a:stretch>
                        <a:fillRect/>
                      </a:stretch>
                    </p:blipFill>
                    <p:spPr>
                      <a:xfrm>
                        <a:off x="-12700" y="7938"/>
                        <a:ext cx="9144000" cy="612775"/>
                      </a:xfrm>
                      <a:prstGeom prst="rect">
                        <a:avLst/>
                      </a:prstGeom>
                      <a:solidFill>
                        <a:srgbClr val="3399FF">
                          <a:alpha val="54901"/>
                        </a:srgbClr>
                      </a:solidFill>
                      <a:ln w="38100">
                        <a:noFill/>
                        <a:miter/>
                      </a:ln>
                    </p:spPr>
                  </p:pic>
                </p:oleObj>
              </mc:Fallback>
            </mc:AlternateContent>
          </a:graphicData>
        </a:graphic>
      </p:graphicFrame>
      <p:pic>
        <p:nvPicPr>
          <p:cNvPr id="1027" name="图片 6"/>
          <p:cNvPicPr>
            <a:picLocks noChangeAspect="1"/>
          </p:cNvPicPr>
          <p:nvPr userDrawn="1"/>
        </p:nvPicPr>
        <p:blipFill>
          <a:blip r:embed="rId14">
            <a:clrChange>
              <a:clrFrom>
                <a:srgbClr val="2177CE"/>
              </a:clrFrom>
              <a:clrTo>
                <a:srgbClr val="2177CE">
                  <a:alpha val="0"/>
                </a:srgbClr>
              </a:clrTo>
            </a:clrChange>
          </a:blip>
          <a:stretch>
            <a:fillRect/>
          </a:stretch>
        </p:blipFill>
        <p:spPr>
          <a:xfrm>
            <a:off x="107950" y="3175"/>
            <a:ext cx="647700" cy="623888"/>
          </a:xfrm>
          <a:prstGeom prst="rect">
            <a:avLst/>
          </a:prstGeom>
          <a:noFill/>
          <a:ln w="9525">
            <a:noFill/>
          </a:ln>
        </p:spPr>
      </p:pic>
      <p:graphicFrame>
        <p:nvGraphicFramePr>
          <p:cNvPr id="1028" name="Object 10"/>
          <p:cNvGraphicFramePr>
            <a:graphicFrameLocks noChangeAspect="1"/>
          </p:cNvGraphicFramePr>
          <p:nvPr userDrawn="1"/>
        </p:nvGraphicFramePr>
        <p:xfrm>
          <a:off x="6461125" y="0"/>
          <a:ext cx="2670175" cy="766763"/>
        </p:xfrm>
        <a:graphic>
          <a:graphicData uri="http://schemas.openxmlformats.org/presentationml/2006/ole">
            <mc:AlternateContent xmlns:mc="http://schemas.openxmlformats.org/markup-compatibility/2006">
              <mc:Choice xmlns:v="urn:schemas-microsoft-com:vml" Requires="v">
                <p:oleObj spid="_x0000_s3077" name="" r:id="rId15" imgW="2962275" imgH="971550" progId="">
                  <p:embed/>
                </p:oleObj>
              </mc:Choice>
              <mc:Fallback>
                <p:oleObj name="" r:id="rId15" imgW="2962275" imgH="971550" progId="">
                  <p:embed/>
                  <p:pic>
                    <p:nvPicPr>
                      <p:cNvPr id="0" name="图片 3076"/>
                      <p:cNvPicPr/>
                      <p:nvPr/>
                    </p:nvPicPr>
                    <p:blipFill>
                      <a:blip r:embed="rId16"/>
                      <a:srcRect l="23897" b="-22844"/>
                      <a:stretch>
                        <a:fillRect/>
                      </a:stretch>
                    </p:blipFill>
                    <p:spPr>
                      <a:xfrm>
                        <a:off x="6461125" y="0"/>
                        <a:ext cx="2670175" cy="766763"/>
                      </a:xfrm>
                      <a:prstGeom prst="rect">
                        <a:avLst/>
                      </a:prstGeom>
                      <a:noFill/>
                      <a:ln w="38100">
                        <a:noFill/>
                        <a:miter/>
                      </a:ln>
                    </p:spPr>
                  </p:pic>
                </p:oleObj>
              </mc:Fallback>
            </mc:AlternateContent>
          </a:graphicData>
        </a:graphic>
      </p:graphicFrame>
      <p:sp>
        <p:nvSpPr>
          <p:cNvPr id="9" name="矩形 8"/>
          <p:cNvSpPr/>
          <p:nvPr/>
        </p:nvSpPr>
        <p:spPr bwMode="auto">
          <a:xfrm>
            <a:off x="0" y="6475413"/>
            <a:ext cx="9144000" cy="431800"/>
          </a:xfrm>
          <a:prstGeom prst="rect">
            <a:avLst/>
          </a:prstGeom>
          <a:gradFill flip="none" rotWithShape="1">
            <a:gsLst>
              <a:gs pos="0">
                <a:srgbClr val="003399"/>
              </a:gs>
              <a:gs pos="100000">
                <a:schemeClr val="accent3">
                  <a:lumMod val="97000"/>
                  <a:lumOff val="3000"/>
                </a:schemeClr>
              </a:gs>
              <a:gs pos="100000">
                <a:schemeClr val="bg1"/>
              </a:gs>
            </a:gsLst>
            <a:lin ang="16200000" scaled="1"/>
            <a:tileRect/>
          </a:gradFill>
          <a:ln w="9525" cap="flat" cmpd="sng" algn="ctr">
            <a:noFill/>
            <a:prstDash val="solid"/>
            <a:round/>
            <a:headEnd type="none" w="med" len="med"/>
            <a:tailEnd type="none" w="med" len="med"/>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000" b="0" i="0" u="none" strike="noStrike" kern="1200" cap="none" spc="0" normalizeH="0" baseline="0" noProof="0">
              <a:ln>
                <a:noFill/>
              </a:ln>
              <a:solidFill>
                <a:srgbClr val="000099"/>
              </a:solidFill>
              <a:effectLst/>
              <a:uLnTx/>
              <a:uFillTx/>
              <a:latin typeface="Times New Roman" panose="02020603050405020304" pitchFamily="18" charset="0"/>
              <a:ea typeface="华文中宋" panose="0201060004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iming>
    <p:tnLst>
      <p:par>
        <p:cTn id="1" dur="indefinite" restart="never" nodeType="tmRoot"/>
      </p:par>
    </p:tnLst>
  </p:timing>
  <p:hf sldNum="0" hdr="0" ftr="0" dt="0"/>
  <p:txStyles>
    <p:titleStyle>
      <a:lvl1pPr algn="l" rtl="0" eaLnBrk="0" fontAlgn="base" hangingPunct="0">
        <a:spcBef>
          <a:spcPct val="0"/>
        </a:spcBef>
        <a:spcAft>
          <a:spcPct val="0"/>
        </a:spcAft>
        <a:defRPr kumimoji="1" sz="4400" kern="12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7"/>
        </a:buBlip>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graphicFrame>
        <p:nvGraphicFramePr>
          <p:cNvPr id="1026" name="Object 80"/>
          <p:cNvGraphicFramePr>
            <a:graphicFrameLocks noChangeAspect="1"/>
          </p:cNvGraphicFramePr>
          <p:nvPr userDrawn="1"/>
        </p:nvGraphicFramePr>
        <p:xfrm>
          <a:off x="-12700" y="7938"/>
          <a:ext cx="9144000" cy="612775"/>
        </p:xfrm>
        <a:graphic>
          <a:graphicData uri="http://schemas.openxmlformats.org/presentationml/2006/ole">
            <mc:AlternateContent xmlns:mc="http://schemas.openxmlformats.org/markup-compatibility/2006">
              <mc:Choice xmlns:v="urn:schemas-microsoft-com:vml" Requires="v">
                <p:oleObj spid="_x0000_s3076" name="" r:id="rId12" imgW="10160000" imgH="1574800" progId="">
                  <p:embed/>
                </p:oleObj>
              </mc:Choice>
              <mc:Fallback>
                <p:oleObj name="" r:id="rId12" imgW="10160000" imgH="1574800" progId="">
                  <p:embed/>
                  <p:pic>
                    <p:nvPicPr>
                      <p:cNvPr id="0" name="图片 3075"/>
                      <p:cNvPicPr/>
                      <p:nvPr/>
                    </p:nvPicPr>
                    <p:blipFill>
                      <a:blip r:embed="rId13"/>
                      <a:srcRect r="32674"/>
                      <a:stretch>
                        <a:fillRect/>
                      </a:stretch>
                    </p:blipFill>
                    <p:spPr>
                      <a:xfrm>
                        <a:off x="-12700" y="7938"/>
                        <a:ext cx="9144000" cy="612775"/>
                      </a:xfrm>
                      <a:prstGeom prst="rect">
                        <a:avLst/>
                      </a:prstGeom>
                      <a:solidFill>
                        <a:srgbClr val="3399FF">
                          <a:alpha val="54901"/>
                        </a:srgbClr>
                      </a:solidFill>
                      <a:ln w="38100">
                        <a:noFill/>
                        <a:miter/>
                      </a:ln>
                    </p:spPr>
                  </p:pic>
                </p:oleObj>
              </mc:Fallback>
            </mc:AlternateContent>
          </a:graphicData>
        </a:graphic>
      </p:graphicFrame>
      <p:pic>
        <p:nvPicPr>
          <p:cNvPr id="1027" name="图片 6"/>
          <p:cNvPicPr>
            <a:picLocks noChangeAspect="1"/>
          </p:cNvPicPr>
          <p:nvPr userDrawn="1"/>
        </p:nvPicPr>
        <p:blipFill>
          <a:blip r:embed="rId14">
            <a:clrChange>
              <a:clrFrom>
                <a:srgbClr val="2177CE"/>
              </a:clrFrom>
              <a:clrTo>
                <a:srgbClr val="2177CE">
                  <a:alpha val="0"/>
                </a:srgbClr>
              </a:clrTo>
            </a:clrChange>
          </a:blip>
          <a:stretch>
            <a:fillRect/>
          </a:stretch>
        </p:blipFill>
        <p:spPr>
          <a:xfrm>
            <a:off x="107950" y="3175"/>
            <a:ext cx="647700" cy="623888"/>
          </a:xfrm>
          <a:prstGeom prst="rect">
            <a:avLst/>
          </a:prstGeom>
          <a:noFill/>
          <a:ln w="9525">
            <a:noFill/>
          </a:ln>
        </p:spPr>
      </p:pic>
      <p:graphicFrame>
        <p:nvGraphicFramePr>
          <p:cNvPr id="1028" name="Object 10"/>
          <p:cNvGraphicFramePr>
            <a:graphicFrameLocks noChangeAspect="1"/>
          </p:cNvGraphicFramePr>
          <p:nvPr userDrawn="1"/>
        </p:nvGraphicFramePr>
        <p:xfrm>
          <a:off x="6461125" y="0"/>
          <a:ext cx="2670175" cy="766763"/>
        </p:xfrm>
        <a:graphic>
          <a:graphicData uri="http://schemas.openxmlformats.org/presentationml/2006/ole">
            <mc:AlternateContent xmlns:mc="http://schemas.openxmlformats.org/markup-compatibility/2006">
              <mc:Choice xmlns:v="urn:schemas-microsoft-com:vml" Requires="v">
                <p:oleObj spid="_x0000_s3077" name="" r:id="rId15" imgW="2962275" imgH="971550" progId="">
                  <p:embed/>
                </p:oleObj>
              </mc:Choice>
              <mc:Fallback>
                <p:oleObj name="" r:id="rId15" imgW="2962275" imgH="971550" progId="">
                  <p:embed/>
                  <p:pic>
                    <p:nvPicPr>
                      <p:cNvPr id="0" name="图片 3076"/>
                      <p:cNvPicPr/>
                      <p:nvPr/>
                    </p:nvPicPr>
                    <p:blipFill>
                      <a:blip r:embed="rId16"/>
                      <a:srcRect l="23897" b="-22844"/>
                      <a:stretch>
                        <a:fillRect/>
                      </a:stretch>
                    </p:blipFill>
                    <p:spPr>
                      <a:xfrm>
                        <a:off x="6461125" y="0"/>
                        <a:ext cx="2670175" cy="766763"/>
                      </a:xfrm>
                      <a:prstGeom prst="rect">
                        <a:avLst/>
                      </a:prstGeom>
                      <a:noFill/>
                      <a:ln w="38100">
                        <a:noFill/>
                        <a:miter/>
                      </a:ln>
                    </p:spPr>
                  </p:pic>
                </p:oleObj>
              </mc:Fallback>
            </mc:AlternateContent>
          </a:graphicData>
        </a:graphic>
      </p:graphicFrame>
      <p:sp>
        <p:nvSpPr>
          <p:cNvPr id="9" name="矩形 8"/>
          <p:cNvSpPr/>
          <p:nvPr/>
        </p:nvSpPr>
        <p:spPr bwMode="auto">
          <a:xfrm>
            <a:off x="0" y="6475413"/>
            <a:ext cx="9144000" cy="431800"/>
          </a:xfrm>
          <a:prstGeom prst="rect">
            <a:avLst/>
          </a:prstGeom>
          <a:gradFill flip="none" rotWithShape="1">
            <a:gsLst>
              <a:gs pos="0">
                <a:srgbClr val="003399"/>
              </a:gs>
              <a:gs pos="100000">
                <a:schemeClr val="accent3">
                  <a:lumMod val="97000"/>
                  <a:lumOff val="3000"/>
                </a:schemeClr>
              </a:gs>
              <a:gs pos="100000">
                <a:schemeClr val="bg1"/>
              </a:gs>
            </a:gsLst>
            <a:lin ang="16200000" scaled="1"/>
            <a:tileRect/>
          </a:gradFill>
          <a:ln w="9525" cap="flat" cmpd="sng" algn="ctr">
            <a:noFill/>
            <a:prstDash val="solid"/>
            <a:round/>
            <a:headEnd type="none" w="med" len="med"/>
            <a:tailEnd type="none" w="med" len="med"/>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000" b="0" i="0" u="none" strike="noStrike" kern="1200" cap="none" spc="0" normalizeH="0" baseline="0" noProof="0">
              <a:ln>
                <a:noFill/>
              </a:ln>
              <a:solidFill>
                <a:srgbClr val="000099"/>
              </a:solidFill>
              <a:effectLst/>
              <a:uLnTx/>
              <a:uFillTx/>
              <a:latin typeface="Times New Roman" panose="02020603050405020304" pitchFamily="18" charset="0"/>
              <a:ea typeface="华文中宋" panose="0201060004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iming>
    <p:tnLst>
      <p:par>
        <p:cTn id="1" dur="indefinite" restart="never" nodeType="tmRoot"/>
      </p:par>
    </p:tnLst>
  </p:timing>
  <p:hf sldNum="0" hdr="0" ftr="0" dt="0"/>
  <p:txStyles>
    <p:titleStyle>
      <a:lvl1pPr algn="l" rtl="0" eaLnBrk="0" fontAlgn="base" hangingPunct="0">
        <a:spcBef>
          <a:spcPct val="0"/>
        </a:spcBef>
        <a:spcAft>
          <a:spcPct val="0"/>
        </a:spcAft>
        <a:defRPr kumimoji="1" sz="4400" kern="12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7"/>
        </a:buBlip>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graphicFrame>
        <p:nvGraphicFramePr>
          <p:cNvPr id="1026" name="Object 80"/>
          <p:cNvGraphicFramePr>
            <a:graphicFrameLocks noChangeAspect="1"/>
          </p:cNvGraphicFramePr>
          <p:nvPr userDrawn="1"/>
        </p:nvGraphicFramePr>
        <p:xfrm>
          <a:off x="-12700" y="7938"/>
          <a:ext cx="9144000" cy="612775"/>
        </p:xfrm>
        <a:graphic>
          <a:graphicData uri="http://schemas.openxmlformats.org/presentationml/2006/ole">
            <mc:AlternateContent xmlns:mc="http://schemas.openxmlformats.org/markup-compatibility/2006">
              <mc:Choice xmlns:v="urn:schemas-microsoft-com:vml" Requires="v">
                <p:oleObj spid="_x0000_s3076" name="" r:id="rId12" imgW="10160000" imgH="1574800" progId="">
                  <p:embed/>
                </p:oleObj>
              </mc:Choice>
              <mc:Fallback>
                <p:oleObj name="" r:id="rId12" imgW="10160000" imgH="1574800" progId="">
                  <p:embed/>
                  <p:pic>
                    <p:nvPicPr>
                      <p:cNvPr id="0" name="图片 3075"/>
                      <p:cNvPicPr/>
                      <p:nvPr/>
                    </p:nvPicPr>
                    <p:blipFill>
                      <a:blip r:embed="rId13"/>
                      <a:srcRect r="32674"/>
                      <a:stretch>
                        <a:fillRect/>
                      </a:stretch>
                    </p:blipFill>
                    <p:spPr>
                      <a:xfrm>
                        <a:off x="-12700" y="7938"/>
                        <a:ext cx="9144000" cy="612775"/>
                      </a:xfrm>
                      <a:prstGeom prst="rect">
                        <a:avLst/>
                      </a:prstGeom>
                      <a:solidFill>
                        <a:srgbClr val="3399FF">
                          <a:alpha val="54901"/>
                        </a:srgbClr>
                      </a:solidFill>
                      <a:ln w="38100">
                        <a:noFill/>
                        <a:miter/>
                      </a:ln>
                    </p:spPr>
                  </p:pic>
                </p:oleObj>
              </mc:Fallback>
            </mc:AlternateContent>
          </a:graphicData>
        </a:graphic>
      </p:graphicFrame>
      <p:pic>
        <p:nvPicPr>
          <p:cNvPr id="1027" name="图片 6"/>
          <p:cNvPicPr>
            <a:picLocks noChangeAspect="1"/>
          </p:cNvPicPr>
          <p:nvPr userDrawn="1"/>
        </p:nvPicPr>
        <p:blipFill>
          <a:blip r:embed="rId14">
            <a:clrChange>
              <a:clrFrom>
                <a:srgbClr val="2177CE"/>
              </a:clrFrom>
              <a:clrTo>
                <a:srgbClr val="2177CE">
                  <a:alpha val="0"/>
                </a:srgbClr>
              </a:clrTo>
            </a:clrChange>
          </a:blip>
          <a:stretch>
            <a:fillRect/>
          </a:stretch>
        </p:blipFill>
        <p:spPr>
          <a:xfrm>
            <a:off x="107950" y="3175"/>
            <a:ext cx="647700" cy="623888"/>
          </a:xfrm>
          <a:prstGeom prst="rect">
            <a:avLst/>
          </a:prstGeom>
          <a:noFill/>
          <a:ln w="9525">
            <a:noFill/>
          </a:ln>
        </p:spPr>
      </p:pic>
      <p:graphicFrame>
        <p:nvGraphicFramePr>
          <p:cNvPr id="1028" name="Object 10"/>
          <p:cNvGraphicFramePr>
            <a:graphicFrameLocks noChangeAspect="1"/>
          </p:cNvGraphicFramePr>
          <p:nvPr userDrawn="1"/>
        </p:nvGraphicFramePr>
        <p:xfrm>
          <a:off x="6461125" y="0"/>
          <a:ext cx="2670175" cy="766763"/>
        </p:xfrm>
        <a:graphic>
          <a:graphicData uri="http://schemas.openxmlformats.org/presentationml/2006/ole">
            <mc:AlternateContent xmlns:mc="http://schemas.openxmlformats.org/markup-compatibility/2006">
              <mc:Choice xmlns:v="urn:schemas-microsoft-com:vml" Requires="v">
                <p:oleObj spid="_x0000_s3077" name="" r:id="rId15" imgW="2962275" imgH="971550" progId="">
                  <p:embed/>
                </p:oleObj>
              </mc:Choice>
              <mc:Fallback>
                <p:oleObj name="" r:id="rId15" imgW="2962275" imgH="971550" progId="">
                  <p:embed/>
                  <p:pic>
                    <p:nvPicPr>
                      <p:cNvPr id="0" name="图片 3076"/>
                      <p:cNvPicPr/>
                      <p:nvPr/>
                    </p:nvPicPr>
                    <p:blipFill>
                      <a:blip r:embed="rId16"/>
                      <a:srcRect l="23897" b="-22844"/>
                      <a:stretch>
                        <a:fillRect/>
                      </a:stretch>
                    </p:blipFill>
                    <p:spPr>
                      <a:xfrm>
                        <a:off x="6461125" y="0"/>
                        <a:ext cx="2670175" cy="766763"/>
                      </a:xfrm>
                      <a:prstGeom prst="rect">
                        <a:avLst/>
                      </a:prstGeom>
                      <a:noFill/>
                      <a:ln w="38100">
                        <a:noFill/>
                        <a:miter/>
                      </a:ln>
                    </p:spPr>
                  </p:pic>
                </p:oleObj>
              </mc:Fallback>
            </mc:AlternateContent>
          </a:graphicData>
        </a:graphic>
      </p:graphicFrame>
      <p:sp>
        <p:nvSpPr>
          <p:cNvPr id="9" name="矩形 8"/>
          <p:cNvSpPr/>
          <p:nvPr/>
        </p:nvSpPr>
        <p:spPr bwMode="auto">
          <a:xfrm>
            <a:off x="0" y="6475413"/>
            <a:ext cx="9144000" cy="431800"/>
          </a:xfrm>
          <a:prstGeom prst="rect">
            <a:avLst/>
          </a:prstGeom>
          <a:gradFill flip="none" rotWithShape="1">
            <a:gsLst>
              <a:gs pos="0">
                <a:srgbClr val="003399"/>
              </a:gs>
              <a:gs pos="100000">
                <a:schemeClr val="accent3">
                  <a:lumMod val="97000"/>
                  <a:lumOff val="3000"/>
                </a:schemeClr>
              </a:gs>
              <a:gs pos="100000">
                <a:schemeClr val="bg1"/>
              </a:gs>
            </a:gsLst>
            <a:lin ang="16200000" scaled="1"/>
            <a:tileRect/>
          </a:gradFill>
          <a:ln w="9525" cap="flat" cmpd="sng" algn="ctr">
            <a:noFill/>
            <a:prstDash val="solid"/>
            <a:round/>
            <a:headEnd type="none" w="med" len="med"/>
            <a:tailEnd type="none" w="med" len="med"/>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000" b="0" i="0" u="none" strike="noStrike" kern="1200" cap="none" spc="0" normalizeH="0" baseline="0" noProof="0">
              <a:ln>
                <a:noFill/>
              </a:ln>
              <a:solidFill>
                <a:srgbClr val="000099"/>
              </a:solidFill>
              <a:effectLst/>
              <a:uLnTx/>
              <a:uFillTx/>
              <a:latin typeface="Times New Roman" panose="02020603050405020304" pitchFamily="18" charset="0"/>
              <a:ea typeface="华文中宋" panose="0201060004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iming>
    <p:tnLst>
      <p:par>
        <p:cTn id="1" dur="indefinite" restart="never" nodeType="tmRoot"/>
      </p:par>
    </p:tnLst>
  </p:timing>
  <p:hf sldNum="0" hdr="0" ftr="0" dt="0"/>
  <p:txStyles>
    <p:titleStyle>
      <a:lvl1pPr algn="l" rtl="0" eaLnBrk="0" fontAlgn="base" hangingPunct="0">
        <a:spcBef>
          <a:spcPct val="0"/>
        </a:spcBef>
        <a:spcAft>
          <a:spcPct val="0"/>
        </a:spcAft>
        <a:defRPr kumimoji="1" sz="4400" kern="12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7"/>
        </a:buBlip>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graphicFrame>
        <p:nvGraphicFramePr>
          <p:cNvPr id="1026" name="Object 80"/>
          <p:cNvGraphicFramePr>
            <a:graphicFrameLocks noChangeAspect="1"/>
          </p:cNvGraphicFramePr>
          <p:nvPr userDrawn="1"/>
        </p:nvGraphicFramePr>
        <p:xfrm>
          <a:off x="-12700" y="7938"/>
          <a:ext cx="9144000" cy="612775"/>
        </p:xfrm>
        <a:graphic>
          <a:graphicData uri="http://schemas.openxmlformats.org/presentationml/2006/ole">
            <mc:AlternateContent xmlns:mc="http://schemas.openxmlformats.org/markup-compatibility/2006">
              <mc:Choice xmlns:v="urn:schemas-microsoft-com:vml" Requires="v">
                <p:oleObj spid="_x0000_s3076" name="" r:id="rId12" imgW="10160000" imgH="1574800" progId="">
                  <p:embed/>
                </p:oleObj>
              </mc:Choice>
              <mc:Fallback>
                <p:oleObj name="" r:id="rId12" imgW="10160000" imgH="1574800" progId="">
                  <p:embed/>
                  <p:pic>
                    <p:nvPicPr>
                      <p:cNvPr id="0" name="图片 3075"/>
                      <p:cNvPicPr/>
                      <p:nvPr/>
                    </p:nvPicPr>
                    <p:blipFill>
                      <a:blip r:embed="rId13"/>
                      <a:srcRect r="32674"/>
                      <a:stretch>
                        <a:fillRect/>
                      </a:stretch>
                    </p:blipFill>
                    <p:spPr>
                      <a:xfrm>
                        <a:off x="-12700" y="7938"/>
                        <a:ext cx="9144000" cy="612775"/>
                      </a:xfrm>
                      <a:prstGeom prst="rect">
                        <a:avLst/>
                      </a:prstGeom>
                      <a:solidFill>
                        <a:srgbClr val="3399FF">
                          <a:alpha val="54901"/>
                        </a:srgbClr>
                      </a:solidFill>
                      <a:ln w="38100">
                        <a:noFill/>
                        <a:miter/>
                      </a:ln>
                    </p:spPr>
                  </p:pic>
                </p:oleObj>
              </mc:Fallback>
            </mc:AlternateContent>
          </a:graphicData>
        </a:graphic>
      </p:graphicFrame>
      <p:pic>
        <p:nvPicPr>
          <p:cNvPr id="1027" name="图片 6"/>
          <p:cNvPicPr>
            <a:picLocks noChangeAspect="1"/>
          </p:cNvPicPr>
          <p:nvPr userDrawn="1"/>
        </p:nvPicPr>
        <p:blipFill>
          <a:blip r:embed="rId14">
            <a:clrChange>
              <a:clrFrom>
                <a:srgbClr val="2177CE"/>
              </a:clrFrom>
              <a:clrTo>
                <a:srgbClr val="2177CE">
                  <a:alpha val="0"/>
                </a:srgbClr>
              </a:clrTo>
            </a:clrChange>
          </a:blip>
          <a:stretch>
            <a:fillRect/>
          </a:stretch>
        </p:blipFill>
        <p:spPr>
          <a:xfrm>
            <a:off x="107950" y="3175"/>
            <a:ext cx="647700" cy="623888"/>
          </a:xfrm>
          <a:prstGeom prst="rect">
            <a:avLst/>
          </a:prstGeom>
          <a:noFill/>
          <a:ln w="9525">
            <a:noFill/>
          </a:ln>
        </p:spPr>
      </p:pic>
      <p:graphicFrame>
        <p:nvGraphicFramePr>
          <p:cNvPr id="1028" name="Object 10"/>
          <p:cNvGraphicFramePr>
            <a:graphicFrameLocks noChangeAspect="1"/>
          </p:cNvGraphicFramePr>
          <p:nvPr userDrawn="1"/>
        </p:nvGraphicFramePr>
        <p:xfrm>
          <a:off x="6461125" y="0"/>
          <a:ext cx="2670175" cy="766763"/>
        </p:xfrm>
        <a:graphic>
          <a:graphicData uri="http://schemas.openxmlformats.org/presentationml/2006/ole">
            <mc:AlternateContent xmlns:mc="http://schemas.openxmlformats.org/markup-compatibility/2006">
              <mc:Choice xmlns:v="urn:schemas-microsoft-com:vml" Requires="v">
                <p:oleObj spid="_x0000_s3077" name="" r:id="rId15" imgW="2962275" imgH="971550" progId="">
                  <p:embed/>
                </p:oleObj>
              </mc:Choice>
              <mc:Fallback>
                <p:oleObj name="" r:id="rId15" imgW="2962275" imgH="971550" progId="">
                  <p:embed/>
                  <p:pic>
                    <p:nvPicPr>
                      <p:cNvPr id="0" name="图片 3076"/>
                      <p:cNvPicPr/>
                      <p:nvPr/>
                    </p:nvPicPr>
                    <p:blipFill>
                      <a:blip r:embed="rId16"/>
                      <a:srcRect l="23897" b="-22844"/>
                      <a:stretch>
                        <a:fillRect/>
                      </a:stretch>
                    </p:blipFill>
                    <p:spPr>
                      <a:xfrm>
                        <a:off x="6461125" y="0"/>
                        <a:ext cx="2670175" cy="766763"/>
                      </a:xfrm>
                      <a:prstGeom prst="rect">
                        <a:avLst/>
                      </a:prstGeom>
                      <a:noFill/>
                      <a:ln w="38100">
                        <a:noFill/>
                        <a:miter/>
                      </a:ln>
                    </p:spPr>
                  </p:pic>
                </p:oleObj>
              </mc:Fallback>
            </mc:AlternateContent>
          </a:graphicData>
        </a:graphic>
      </p:graphicFrame>
      <p:sp>
        <p:nvSpPr>
          <p:cNvPr id="9" name="矩形 8"/>
          <p:cNvSpPr/>
          <p:nvPr/>
        </p:nvSpPr>
        <p:spPr bwMode="auto">
          <a:xfrm>
            <a:off x="0" y="6475413"/>
            <a:ext cx="9144000" cy="431800"/>
          </a:xfrm>
          <a:prstGeom prst="rect">
            <a:avLst/>
          </a:prstGeom>
          <a:gradFill flip="none" rotWithShape="1">
            <a:gsLst>
              <a:gs pos="0">
                <a:srgbClr val="003399"/>
              </a:gs>
              <a:gs pos="100000">
                <a:schemeClr val="accent3">
                  <a:lumMod val="97000"/>
                  <a:lumOff val="3000"/>
                </a:schemeClr>
              </a:gs>
              <a:gs pos="100000">
                <a:schemeClr val="bg1"/>
              </a:gs>
            </a:gsLst>
            <a:lin ang="16200000" scaled="1"/>
            <a:tileRect/>
          </a:gradFill>
          <a:ln w="9525" cap="flat" cmpd="sng" algn="ctr">
            <a:noFill/>
            <a:prstDash val="solid"/>
            <a:round/>
            <a:headEnd type="none" w="med" len="med"/>
            <a:tailEnd type="none" w="med" len="med"/>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000" b="0" i="0" u="none" strike="noStrike" kern="1200" cap="none" spc="0" normalizeH="0" baseline="0" noProof="0">
              <a:ln>
                <a:noFill/>
              </a:ln>
              <a:solidFill>
                <a:srgbClr val="000099"/>
              </a:solidFill>
              <a:effectLst/>
              <a:uLnTx/>
              <a:uFillTx/>
              <a:latin typeface="Times New Roman" panose="02020603050405020304" pitchFamily="18" charset="0"/>
              <a:ea typeface="华文中宋" panose="0201060004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iming>
    <p:tnLst>
      <p:par>
        <p:cTn id="1" dur="indefinite" restart="never" nodeType="tmRoot"/>
      </p:par>
    </p:tnLst>
  </p:timing>
  <p:hf sldNum="0" hdr="0" ftr="0" dt="0"/>
  <p:txStyles>
    <p:titleStyle>
      <a:lvl1pPr algn="l" rtl="0" eaLnBrk="0" fontAlgn="base" hangingPunct="0">
        <a:spcBef>
          <a:spcPct val="0"/>
        </a:spcBef>
        <a:spcAft>
          <a:spcPct val="0"/>
        </a:spcAft>
        <a:defRPr kumimoji="1" sz="4400" kern="12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7"/>
        </a:buBlip>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6.wmf"/><Relationship Id="rId4" Type="http://schemas.openxmlformats.org/officeDocument/2006/relationships/slide" Target="slide2.xml"/><Relationship Id="rId3" Type="http://schemas.openxmlformats.org/officeDocument/2006/relationships/slide" Target="slide1.xml"/><Relationship Id="rId2" Type="http://schemas.openxmlformats.org/officeDocument/2006/relationships/image" Target="../media/image2.jpeg"/><Relationship Id="rId1" Type="http://schemas.openxmlformats.org/officeDocument/2006/relationships/image" Target="../media/image5.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0.png"/><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1.xml"/><Relationship Id="rId7" Type="http://schemas.openxmlformats.org/officeDocument/2006/relationships/slideLayout" Target="../slideLayouts/slideLayout2.xml"/><Relationship Id="rId6" Type="http://schemas.openxmlformats.org/officeDocument/2006/relationships/image" Target="../media/image15.jpeg"/><Relationship Id="rId5" Type="http://schemas.openxmlformats.org/officeDocument/2006/relationships/image" Target="../media/image14.png"/><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image" Target="../media/image16.GIF"/></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57.xml"/><Relationship Id="rId1" Type="http://schemas.openxmlformats.org/officeDocument/2006/relationships/image" Target="../media/image20.jpeg"/></Relationships>
</file>

<file path=ppt/slides/_rels/slide9.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24.xml"/><Relationship Id="rId5" Type="http://schemas.openxmlformats.org/officeDocument/2006/relationships/image" Target="../media/image22.png"/><Relationship Id="rId4" Type="http://schemas.openxmlformats.org/officeDocument/2006/relationships/tags" Target="../tags/tag2.xml"/><Relationship Id="rId3" Type="http://schemas.openxmlformats.org/officeDocument/2006/relationships/image" Target="../media/image21.png"/><Relationship Id="rId2" Type="http://schemas.openxmlformats.org/officeDocument/2006/relationships/tags" Target="../tags/tag1.xml"/><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68.xml"/><Relationship Id="rId4" Type="http://schemas.openxmlformats.org/officeDocument/2006/relationships/tags" Target="../tags/tag4.xml"/><Relationship Id="rId3" Type="http://schemas.openxmlformats.org/officeDocument/2006/relationships/image" Target="../media/image21.png"/><Relationship Id="rId2" Type="http://schemas.openxmlformats.org/officeDocument/2006/relationships/tags" Target="../tags/tag3.xml"/><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24.xml"/><Relationship Id="rId5" Type="http://schemas.openxmlformats.org/officeDocument/2006/relationships/image" Target="../media/image25.png"/><Relationship Id="rId4" Type="http://schemas.openxmlformats.org/officeDocument/2006/relationships/image" Target="../media/image11.png"/><Relationship Id="rId3" Type="http://schemas.openxmlformats.org/officeDocument/2006/relationships/image" Target="../media/image24.png"/><Relationship Id="rId2" Type="http://schemas.openxmlformats.org/officeDocument/2006/relationships/image" Target="../media/image23.jpeg"/><Relationship Id="rId1" Type="http://schemas.openxmlformats.org/officeDocument/2006/relationships/image" Target="../media/image7.png"/></Relationships>
</file>

<file path=ppt/slides/_rels/slide13.xml.rels><?xml version="1.0" encoding="UTF-8" standalone="yes"?>
<Relationships xmlns="http://schemas.openxmlformats.org/package/2006/relationships"><Relationship Id="rId9" Type="http://schemas.openxmlformats.org/officeDocument/2006/relationships/image" Target="../media/image29.wmf"/><Relationship Id="rId8" Type="http://schemas.openxmlformats.org/officeDocument/2006/relationships/oleObject" Target="../embeddings/oleObject16.bin"/><Relationship Id="rId7" Type="http://schemas.openxmlformats.org/officeDocument/2006/relationships/image" Target="../media/image28.wmf"/><Relationship Id="rId6" Type="http://schemas.openxmlformats.org/officeDocument/2006/relationships/oleObject" Target="../embeddings/oleObject15.bin"/><Relationship Id="rId5" Type="http://schemas.openxmlformats.org/officeDocument/2006/relationships/image" Target="../media/image25.png"/><Relationship Id="rId4" Type="http://schemas.openxmlformats.org/officeDocument/2006/relationships/image" Target="../media/image27.png"/><Relationship Id="rId3" Type="http://schemas.openxmlformats.org/officeDocument/2006/relationships/image" Target="../media/image26.png"/><Relationship Id="rId2" Type="http://schemas.openxmlformats.org/officeDocument/2006/relationships/image" Target="../media/image11.png"/><Relationship Id="rId11" Type="http://schemas.openxmlformats.org/officeDocument/2006/relationships/vmlDrawing" Target="../drawings/vmlDrawing8.vml"/><Relationship Id="rId10" Type="http://schemas.openxmlformats.org/officeDocument/2006/relationships/slideLayout" Target="../slideLayouts/slideLayout24.xml"/><Relationship Id="rId1" Type="http://schemas.openxmlformats.org/officeDocument/2006/relationships/image" Target="../media/image7.png"/></Relationships>
</file>

<file path=ppt/slides/_rels/slide14.xml.rels><?xml version="1.0" encoding="UTF-8" standalone="yes"?>
<Relationships xmlns="http://schemas.openxmlformats.org/package/2006/relationships"><Relationship Id="rId9" Type="http://schemas.openxmlformats.org/officeDocument/2006/relationships/oleObject" Target="../embeddings/oleObject18.bin"/><Relationship Id="rId8" Type="http://schemas.openxmlformats.org/officeDocument/2006/relationships/image" Target="../media/image33.wmf"/><Relationship Id="rId7" Type="http://schemas.openxmlformats.org/officeDocument/2006/relationships/oleObject" Target="../embeddings/oleObject17.bin"/><Relationship Id="rId6" Type="http://schemas.openxmlformats.org/officeDocument/2006/relationships/image" Target="../media/image32.png"/><Relationship Id="rId5" Type="http://schemas.openxmlformats.org/officeDocument/2006/relationships/image" Target="../media/image25.png"/><Relationship Id="rId4" Type="http://schemas.openxmlformats.org/officeDocument/2006/relationships/image" Target="../media/image31.png"/><Relationship Id="rId3" Type="http://schemas.openxmlformats.org/officeDocument/2006/relationships/image" Target="../media/image30.png"/><Relationship Id="rId2" Type="http://schemas.openxmlformats.org/officeDocument/2006/relationships/image" Target="../media/image11.png"/><Relationship Id="rId13" Type="http://schemas.openxmlformats.org/officeDocument/2006/relationships/notesSlide" Target="../notesSlides/notesSlide5.xml"/><Relationship Id="rId12" Type="http://schemas.openxmlformats.org/officeDocument/2006/relationships/vmlDrawing" Target="../drawings/vmlDrawing9.vml"/><Relationship Id="rId11" Type="http://schemas.openxmlformats.org/officeDocument/2006/relationships/slideLayout" Target="../slideLayouts/slideLayout24.xml"/><Relationship Id="rId10" Type="http://schemas.openxmlformats.org/officeDocument/2006/relationships/image" Target="../media/image34.wmf"/><Relationship Id="rId1" Type="http://schemas.openxmlformats.org/officeDocument/2006/relationships/image" Target="../media/image7.png"/></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24.xml"/><Relationship Id="rId4" Type="http://schemas.openxmlformats.org/officeDocument/2006/relationships/image" Target="../media/image35.jpeg"/><Relationship Id="rId3" Type="http://schemas.openxmlformats.org/officeDocument/2006/relationships/image" Target="../media/image25.png"/><Relationship Id="rId2" Type="http://schemas.openxmlformats.org/officeDocument/2006/relationships/image" Target="../media/image11.png"/><Relationship Id="rId1" Type="http://schemas.openxmlformats.org/officeDocument/2006/relationships/image" Target="../media/image7.png"/></Relationships>
</file>

<file path=ppt/slides/_rels/slide16.xml.rels><?xml version="1.0" encoding="UTF-8" standalone="yes"?>
<Relationships xmlns="http://schemas.openxmlformats.org/package/2006/relationships"><Relationship Id="rId7" Type="http://schemas.openxmlformats.org/officeDocument/2006/relationships/vmlDrawing" Target="../drawings/vmlDrawing10.vml"/><Relationship Id="rId6" Type="http://schemas.openxmlformats.org/officeDocument/2006/relationships/slideLayout" Target="../slideLayouts/slideLayout35.xml"/><Relationship Id="rId5" Type="http://schemas.openxmlformats.org/officeDocument/2006/relationships/image" Target="../media/image36.wmf"/><Relationship Id="rId4" Type="http://schemas.openxmlformats.org/officeDocument/2006/relationships/oleObject" Target="../embeddings/oleObject19.bin"/><Relationship Id="rId3" Type="http://schemas.openxmlformats.org/officeDocument/2006/relationships/image" Target="../media/image25.png"/><Relationship Id="rId2" Type="http://schemas.openxmlformats.org/officeDocument/2006/relationships/image" Target="../media/image11.png"/><Relationship Id="rId1" Type="http://schemas.openxmlformats.org/officeDocument/2006/relationships/image" Target="../media/image7.png"/></Relationships>
</file>

<file path=ppt/slides/_rels/slide17.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image" Target="../media/image40.png"/><Relationship Id="rId7" Type="http://schemas.openxmlformats.org/officeDocument/2006/relationships/tags" Target="../tags/tag5.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jpeg"/><Relationship Id="rId3" Type="http://schemas.openxmlformats.org/officeDocument/2006/relationships/image" Target="../media/image25.png"/><Relationship Id="rId2" Type="http://schemas.openxmlformats.org/officeDocument/2006/relationships/image" Target="../media/image11.png"/><Relationship Id="rId15" Type="http://schemas.openxmlformats.org/officeDocument/2006/relationships/vmlDrawing" Target="../drawings/vmlDrawing11.vml"/><Relationship Id="rId14" Type="http://schemas.openxmlformats.org/officeDocument/2006/relationships/slideLayout" Target="../slideLayouts/slideLayout24.xml"/><Relationship Id="rId13" Type="http://schemas.openxmlformats.org/officeDocument/2006/relationships/image" Target="../media/image41.wmf"/><Relationship Id="rId12" Type="http://schemas.openxmlformats.org/officeDocument/2006/relationships/oleObject" Target="../embeddings/oleObject20.bin"/><Relationship Id="rId11" Type="http://schemas.openxmlformats.org/officeDocument/2006/relationships/tags" Target="../tags/tag8.xml"/><Relationship Id="rId10" Type="http://schemas.openxmlformats.org/officeDocument/2006/relationships/tags" Target="../tags/tag7.xml"/><Relationship Id="rId1" Type="http://schemas.openxmlformats.org/officeDocument/2006/relationships/image" Target="../media/image7.png"/></Relationships>
</file>

<file path=ppt/slides/_rels/slide18.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image" Target="../media/image45.png"/><Relationship Id="rId7" Type="http://schemas.openxmlformats.org/officeDocument/2006/relationships/image" Target="../media/image44.png"/><Relationship Id="rId6" Type="http://schemas.openxmlformats.org/officeDocument/2006/relationships/image" Target="../media/image43.png"/><Relationship Id="rId5" Type="http://schemas.openxmlformats.org/officeDocument/2006/relationships/image" Target="../media/image37.jpeg"/><Relationship Id="rId4" Type="http://schemas.openxmlformats.org/officeDocument/2006/relationships/image" Target="../media/image42.png"/><Relationship Id="rId3" Type="http://schemas.openxmlformats.org/officeDocument/2006/relationships/image" Target="../media/image25.png"/><Relationship Id="rId2" Type="http://schemas.openxmlformats.org/officeDocument/2006/relationships/image" Target="../media/image11.png"/><Relationship Id="rId11" Type="http://schemas.openxmlformats.org/officeDocument/2006/relationships/slideLayout" Target="../slideLayouts/slideLayout24.xml"/><Relationship Id="rId10" Type="http://schemas.openxmlformats.org/officeDocument/2006/relationships/tags" Target="../tags/tag10.xml"/><Relationship Id="rId1" Type="http://schemas.openxmlformats.org/officeDocument/2006/relationships/image" Target="../media/image7.png"/></Relationships>
</file>

<file path=ppt/slides/_rels/slide19.xml.rels><?xml version="1.0" encoding="UTF-8" standalone="yes"?>
<Relationships xmlns="http://schemas.openxmlformats.org/package/2006/relationships"><Relationship Id="rId9" Type="http://schemas.openxmlformats.org/officeDocument/2006/relationships/image" Target="../media/image47.png"/><Relationship Id="rId8" Type="http://schemas.openxmlformats.org/officeDocument/2006/relationships/image" Target="../media/image44.png"/><Relationship Id="rId7" Type="http://schemas.openxmlformats.org/officeDocument/2006/relationships/image" Target="../media/image42.png"/><Relationship Id="rId6" Type="http://schemas.openxmlformats.org/officeDocument/2006/relationships/image" Target="../media/image38.png"/><Relationship Id="rId5" Type="http://schemas.openxmlformats.org/officeDocument/2006/relationships/image" Target="../media/image46.png"/><Relationship Id="rId4" Type="http://schemas.openxmlformats.org/officeDocument/2006/relationships/image" Target="../media/image37.jpeg"/><Relationship Id="rId3" Type="http://schemas.openxmlformats.org/officeDocument/2006/relationships/image" Target="../media/image25.png"/><Relationship Id="rId2" Type="http://schemas.openxmlformats.org/officeDocument/2006/relationships/image" Target="../media/image11.png"/><Relationship Id="rId12" Type="http://schemas.openxmlformats.org/officeDocument/2006/relationships/slideLayout" Target="../slideLayouts/slideLayout46.xml"/><Relationship Id="rId11" Type="http://schemas.openxmlformats.org/officeDocument/2006/relationships/image" Target="../media/image49.png"/><Relationship Id="rId10" Type="http://schemas.openxmlformats.org/officeDocument/2006/relationships/image" Target="../media/image48.png"/><Relationship Id="rId1" Type="http://schemas.openxmlformats.org/officeDocument/2006/relationships/image" Target="../media/image7.png"/></Relationships>
</file>

<file path=ppt/slides/_rels/slide20.xml.rels><?xml version="1.0" encoding="UTF-8" standalone="yes"?>
<Relationships xmlns="http://schemas.openxmlformats.org/package/2006/relationships"><Relationship Id="rId9" Type="http://schemas.openxmlformats.org/officeDocument/2006/relationships/slideLayout" Target="../slideLayouts/slideLayout24.xml"/><Relationship Id="rId8" Type="http://schemas.openxmlformats.org/officeDocument/2006/relationships/image" Target="../media/image53.png"/><Relationship Id="rId7" Type="http://schemas.openxmlformats.org/officeDocument/2006/relationships/image" Target="../media/image52.png"/><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37.jpeg"/><Relationship Id="rId3" Type="http://schemas.openxmlformats.org/officeDocument/2006/relationships/image" Target="../media/image25.png"/><Relationship Id="rId2" Type="http://schemas.openxmlformats.org/officeDocument/2006/relationships/image" Target="../media/image11.png"/><Relationship Id="rId1" Type="http://schemas.openxmlformats.org/officeDocument/2006/relationships/image" Target="../media/image7.png"/></Relationships>
</file>

<file path=ppt/slides/_rels/slide21.xml.rels><?xml version="1.0" encoding="UTF-8" standalone="yes"?>
<Relationships xmlns="http://schemas.openxmlformats.org/package/2006/relationships"><Relationship Id="rId7" Type="http://schemas.openxmlformats.org/officeDocument/2006/relationships/slideLayout" Target="../slideLayouts/slideLayout24.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 Id="rId3" Type="http://schemas.openxmlformats.org/officeDocument/2006/relationships/image" Target="../media/image54.png"/><Relationship Id="rId2" Type="http://schemas.openxmlformats.org/officeDocument/2006/relationships/image" Target="../media/image25.png"/><Relationship Id="rId1" Type="http://schemas.openxmlformats.org/officeDocument/2006/relationships/image" Target="../media/image7.png"/></Relationships>
</file>

<file path=ppt/slides/_rels/slide22.xml.rels><?xml version="1.0" encoding="UTF-8" standalone="yes"?>
<Relationships xmlns="http://schemas.openxmlformats.org/package/2006/relationships"><Relationship Id="rId9" Type="http://schemas.openxmlformats.org/officeDocument/2006/relationships/slideLayout" Target="../slideLayouts/slideLayout29.xml"/><Relationship Id="rId8" Type="http://schemas.openxmlformats.org/officeDocument/2006/relationships/image" Target="../media/image61.wmf"/><Relationship Id="rId7" Type="http://schemas.openxmlformats.org/officeDocument/2006/relationships/oleObject" Target="../embeddings/oleObject24.bin"/><Relationship Id="rId6" Type="http://schemas.openxmlformats.org/officeDocument/2006/relationships/image" Target="../media/image60.wmf"/><Relationship Id="rId5" Type="http://schemas.openxmlformats.org/officeDocument/2006/relationships/oleObject" Target="../embeddings/oleObject23.bin"/><Relationship Id="rId4" Type="http://schemas.openxmlformats.org/officeDocument/2006/relationships/image" Target="../media/image59.wmf"/><Relationship Id="rId3" Type="http://schemas.openxmlformats.org/officeDocument/2006/relationships/oleObject" Target="../embeddings/oleObject22.bin"/><Relationship Id="rId2" Type="http://schemas.openxmlformats.org/officeDocument/2006/relationships/image" Target="../media/image58.wmf"/><Relationship Id="rId10" Type="http://schemas.openxmlformats.org/officeDocument/2006/relationships/vmlDrawing" Target="../drawings/vmlDrawing12.vml"/><Relationship Id="rId1" Type="http://schemas.openxmlformats.org/officeDocument/2006/relationships/oleObject" Target="../embeddings/oleObject21.bin"/></Relationships>
</file>

<file path=ppt/slides/_rels/slide23.xml.rels><?xml version="1.0" encoding="UTF-8" standalone="yes"?>
<Relationships xmlns="http://schemas.openxmlformats.org/package/2006/relationships"><Relationship Id="rId7" Type="http://schemas.openxmlformats.org/officeDocument/2006/relationships/slideLayout" Target="../slideLayouts/slideLayout24.xml"/><Relationship Id="rId6" Type="http://schemas.openxmlformats.org/officeDocument/2006/relationships/image" Target="../media/image11.png"/><Relationship Id="rId5" Type="http://schemas.openxmlformats.org/officeDocument/2006/relationships/image" Target="../media/image65.png"/><Relationship Id="rId4" Type="http://schemas.openxmlformats.org/officeDocument/2006/relationships/image" Target="../media/image64.png"/><Relationship Id="rId3" Type="http://schemas.openxmlformats.org/officeDocument/2006/relationships/image" Target="../media/image63.jpeg"/><Relationship Id="rId2" Type="http://schemas.openxmlformats.org/officeDocument/2006/relationships/image" Target="../media/image62.png"/><Relationship Id="rId1" Type="http://schemas.openxmlformats.org/officeDocument/2006/relationships/image" Target="../media/image7.png"/></Relationships>
</file>

<file path=ppt/slides/_rels/slide24.xml.rels><?xml version="1.0" encoding="UTF-8" standalone="yes"?>
<Relationships xmlns="http://schemas.openxmlformats.org/package/2006/relationships"><Relationship Id="rId6" Type="http://schemas.openxmlformats.org/officeDocument/2006/relationships/slideLayout" Target="../slideLayouts/slideLayout24.xml"/><Relationship Id="rId5" Type="http://schemas.openxmlformats.org/officeDocument/2006/relationships/image" Target="../media/image65.png"/><Relationship Id="rId4" Type="http://schemas.openxmlformats.org/officeDocument/2006/relationships/image" Target="../media/image64.png"/><Relationship Id="rId3" Type="http://schemas.openxmlformats.org/officeDocument/2006/relationships/image" Target="../media/image63.jpeg"/><Relationship Id="rId2" Type="http://schemas.openxmlformats.org/officeDocument/2006/relationships/image" Target="../media/image25.png"/><Relationship Id="rId1"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rotWithShape="0">
          <a:blip r:embed="rId1"/>
          <a:stretch>
            <a:fillRect/>
          </a:stretch>
        </a:blipFill>
        <a:effectLst/>
      </p:bgPr>
    </p:bg>
    <p:spTree>
      <p:nvGrpSpPr>
        <p:cNvPr id="1" name=""/>
        <p:cNvGrpSpPr/>
        <p:nvPr/>
      </p:nvGrpSpPr>
      <p:grpSpPr/>
      <p:cxnSp>
        <p:nvCxnSpPr>
          <p:cNvPr id="4103" name="直接连接符 20"/>
          <p:cNvCxnSpPr/>
          <p:nvPr/>
        </p:nvCxnSpPr>
        <p:spPr>
          <a:xfrm>
            <a:off x="76200" y="1073150"/>
            <a:ext cx="5832475" cy="0"/>
          </a:xfrm>
          <a:prstGeom prst="line">
            <a:avLst/>
          </a:prstGeom>
          <a:ln w="12700" cap="flat" cmpd="sng">
            <a:solidFill>
              <a:srgbClr val="FF0000"/>
            </a:solidFill>
            <a:prstDash val="solid"/>
            <a:headEnd type="none" w="med" len="med"/>
            <a:tailEnd type="none" w="med" len="med"/>
          </a:ln>
        </p:spPr>
      </p:cxnSp>
      <p:cxnSp>
        <p:nvCxnSpPr>
          <p:cNvPr id="4104" name="直接连接符 21"/>
          <p:cNvCxnSpPr/>
          <p:nvPr/>
        </p:nvCxnSpPr>
        <p:spPr>
          <a:xfrm>
            <a:off x="539750" y="920750"/>
            <a:ext cx="0" cy="2233613"/>
          </a:xfrm>
          <a:prstGeom prst="line">
            <a:avLst/>
          </a:prstGeom>
          <a:ln w="12700" cap="flat" cmpd="sng">
            <a:solidFill>
              <a:srgbClr val="FF0000"/>
            </a:solidFill>
            <a:prstDash val="solid"/>
            <a:headEnd type="none" w="med" len="med"/>
            <a:tailEnd type="none" w="med" len="med"/>
          </a:ln>
        </p:spPr>
      </p:cxnSp>
      <p:sp>
        <p:nvSpPr>
          <p:cNvPr id="14" name="十字星 13"/>
          <p:cNvSpPr/>
          <p:nvPr/>
        </p:nvSpPr>
        <p:spPr bwMode="auto">
          <a:xfrm>
            <a:off x="361950" y="947738"/>
            <a:ext cx="355600" cy="249238"/>
          </a:xfrm>
          <a:prstGeom prst="star4">
            <a:avLst/>
          </a:prstGeom>
          <a:solidFill>
            <a:schemeClr val="accent1">
              <a:lumMod val="75000"/>
            </a:schemeClr>
          </a:solidFill>
          <a:ln>
            <a:noFill/>
          </a:ln>
          <a:effectLst/>
        </p:spPr>
        <p:txBody>
          <a:bodyPr lIns="90000" tIns="46800" rIns="90000" bIns="46800"/>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000" b="0" i="0" u="none" strike="noStrike" kern="1200" cap="none" spc="0" normalizeH="0" baseline="0" noProof="0">
              <a:ln>
                <a:noFill/>
              </a:ln>
              <a:solidFill>
                <a:srgbClr val="000099"/>
              </a:solidFill>
              <a:effectLst/>
              <a:uLnTx/>
              <a:uFillTx/>
              <a:latin typeface="Times New Roman" panose="02020603050405020304" pitchFamily="18" charset="0"/>
              <a:ea typeface="华文中宋" panose="02010600040101010101" pitchFamily="2" charset="-122"/>
              <a:cs typeface="+mn-cs"/>
            </a:endParaRPr>
          </a:p>
        </p:txBody>
      </p:sp>
      <p:pic>
        <p:nvPicPr>
          <p:cNvPr id="4106" name="图片 23"/>
          <p:cNvPicPr>
            <a:picLocks noChangeAspect="1"/>
          </p:cNvPicPr>
          <p:nvPr/>
        </p:nvPicPr>
        <p:blipFill>
          <a:blip r:embed="rId2">
            <a:clrChange>
              <a:clrFrom>
                <a:srgbClr val="2177CE"/>
              </a:clrFrom>
              <a:clrTo>
                <a:srgbClr val="2177CE">
                  <a:alpha val="0"/>
                </a:srgbClr>
              </a:clrTo>
            </a:clrChange>
          </a:blip>
          <a:stretch>
            <a:fillRect/>
          </a:stretch>
        </p:blipFill>
        <p:spPr>
          <a:xfrm>
            <a:off x="182563" y="293688"/>
            <a:ext cx="695325" cy="669925"/>
          </a:xfrm>
          <a:prstGeom prst="rect">
            <a:avLst/>
          </a:prstGeom>
          <a:noFill/>
          <a:ln w="9525">
            <a:noFill/>
          </a:ln>
        </p:spPr>
      </p:pic>
      <p:sp>
        <p:nvSpPr>
          <p:cNvPr id="2" name="Rectangle 2"/>
          <p:cNvSpPr>
            <a:spLocks noGrp="1" noChangeArrowheads="1"/>
          </p:cNvSpPr>
          <p:nvPr/>
        </p:nvSpPr>
        <p:spPr bwMode="auto">
          <a:xfrm>
            <a:off x="859155" y="168275"/>
            <a:ext cx="6584950" cy="457200"/>
          </a:xfrm>
          <a:prstGeom prst="rect">
            <a:avLst/>
          </a:prstGeom>
          <a:extLst>
            <a:ext uri="{909E8E84-426E-40DD-AFC4-6F175D3DCCD1}">
              <a14:hiddenFill xmlns:a14="http://schemas.microsoft.com/office/drawing/2010/main">
                <a:gradFill rotWithShape="0">
                  <a:gsLst>
                    <a:gs pos="0">
                      <a:schemeClr val="accent1"/>
                    </a:gs>
                    <a:gs pos="50000">
                      <a:schemeClr val="accent1">
                        <a:gamma/>
                        <a:tint val="43137"/>
                        <a:invGamma/>
                      </a:schemeClr>
                    </a:gs>
                    <a:gs pos="100000">
                      <a:schemeClr val="accent1"/>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rtl="0" eaLnBrk="0" fontAlgn="base" hangingPunct="0">
              <a:spcBef>
                <a:spcPct val="0"/>
              </a:spcBef>
              <a:spcAft>
                <a:spcPct val="0"/>
              </a:spcAft>
              <a:defRPr kumimoji="1" sz="4400" kern="12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1200" cap="none" spc="0" normalizeH="0" baseline="0" noProof="0" dirty="0">
                <a:ln>
                  <a:noFill/>
                </a:ln>
                <a:solidFill>
                  <a:srgbClr val="CC3300"/>
                </a:solidFill>
                <a:effectLst/>
                <a:uLnTx/>
                <a:uFillTx/>
                <a:latin typeface="+mj-lt"/>
                <a:ea typeface="黑体" panose="02010609060101010101" pitchFamily="49" charset="-122"/>
                <a:cs typeface="+mj-cs"/>
              </a:rPr>
              <a:t>第 </a:t>
            </a:r>
            <a:r>
              <a:rPr kumimoji="1" lang="en-US" altLang="zh-CN" sz="3200" b="0" i="0" u="none" strike="noStrike" kern="1200" cap="none" spc="0" normalizeH="0" baseline="0" noProof="0" dirty="0">
                <a:ln>
                  <a:noFill/>
                </a:ln>
                <a:solidFill>
                  <a:srgbClr val="CC3300"/>
                </a:solidFill>
                <a:effectLst/>
                <a:uLnTx/>
                <a:uFillTx/>
                <a:latin typeface="+mj-lt"/>
                <a:ea typeface="黑体" panose="02010609060101010101" pitchFamily="49" charset="-122"/>
                <a:cs typeface="+mj-cs"/>
              </a:rPr>
              <a:t>3.1 </a:t>
            </a:r>
            <a:r>
              <a:rPr kumimoji="1" lang="zh-CN" altLang="en-US" sz="3200" b="0" i="0" u="none" strike="noStrike" kern="1200" cap="none" spc="0" normalizeH="0" baseline="0" noProof="0" dirty="0">
                <a:ln>
                  <a:noFill/>
                </a:ln>
                <a:solidFill>
                  <a:srgbClr val="CC3300"/>
                </a:solidFill>
                <a:effectLst/>
                <a:uLnTx/>
                <a:uFillTx/>
                <a:latin typeface="+mj-lt"/>
                <a:ea typeface="黑体" panose="02010609060101010101" pitchFamily="49" charset="-122"/>
                <a:cs typeface="+mj-cs"/>
              </a:rPr>
              <a:t>章  第二个设计任务（案例</a:t>
            </a:r>
            <a:r>
              <a:rPr kumimoji="1" lang="en-US" altLang="zh-CN" sz="3200" b="0" i="0" u="none" strike="noStrike" kern="1200" cap="none" spc="0" normalizeH="0" baseline="0" noProof="0" dirty="0">
                <a:ln>
                  <a:noFill/>
                </a:ln>
                <a:solidFill>
                  <a:srgbClr val="CC3300"/>
                </a:solidFill>
                <a:effectLst/>
                <a:uLnTx/>
                <a:uFillTx/>
                <a:latin typeface="+mj-lt"/>
                <a:ea typeface="黑体" panose="02010609060101010101" pitchFamily="49" charset="-122"/>
                <a:cs typeface="+mj-cs"/>
              </a:rPr>
              <a:t>2</a:t>
            </a:r>
            <a:r>
              <a:rPr kumimoji="1" lang="zh-CN" altLang="en-US" sz="3200" b="0" i="0" u="none" strike="noStrike" kern="1200" cap="none" spc="0" normalizeH="0" baseline="0" noProof="0" dirty="0">
                <a:ln>
                  <a:noFill/>
                </a:ln>
                <a:solidFill>
                  <a:srgbClr val="CC3300"/>
                </a:solidFill>
                <a:effectLst/>
                <a:uLnTx/>
                <a:uFillTx/>
                <a:latin typeface="+mj-lt"/>
                <a:ea typeface="黑体" panose="02010609060101010101" pitchFamily="49" charset="-122"/>
                <a:cs typeface="+mj-cs"/>
              </a:rPr>
              <a:t>）</a:t>
            </a:r>
            <a:endParaRPr kumimoji="1" lang="zh-CN" altLang="en-US" sz="3200" b="0" i="0" u="none" strike="noStrike" kern="1200" cap="none" spc="0" normalizeH="0" baseline="0" noProof="0" dirty="0" smtClean="0">
              <a:ln>
                <a:noFill/>
              </a:ln>
              <a:solidFill>
                <a:srgbClr val="CC3300"/>
              </a:solidFill>
              <a:effectLst/>
              <a:uLnTx/>
              <a:uFillTx/>
              <a:latin typeface="+mj-lt"/>
              <a:ea typeface="黑体" panose="02010609060101010101" pitchFamily="49" charset="-122"/>
              <a:cs typeface="+mj-cs"/>
            </a:endParaRPr>
          </a:p>
        </p:txBody>
      </p:sp>
      <p:sp>
        <p:nvSpPr>
          <p:cNvPr id="3" name="Rectangle 49">
            <a:hlinkClick r:id="rId3" action="ppaction://hlinksldjump"/>
          </p:cNvPr>
          <p:cNvSpPr/>
          <p:nvPr/>
        </p:nvSpPr>
        <p:spPr>
          <a:xfrm>
            <a:off x="1814513" y="1323975"/>
            <a:ext cx="4673600" cy="646113"/>
          </a:xfrm>
          <a:prstGeom prst="rect">
            <a:avLst/>
          </a:prstGeom>
          <a:noFill/>
          <a:ln w="9525">
            <a:noFill/>
          </a:ln>
        </p:spPr>
        <p:txBody>
          <a:bodyPr wrap="none">
            <a:spAutoFit/>
          </a:bodyPr>
          <a:p>
            <a:pPr eaLnBrk="1" hangingPunct="1">
              <a:lnSpc>
                <a:spcPct val="150000"/>
              </a:lnSpc>
              <a:spcBef>
                <a:spcPct val="20000"/>
              </a:spcBef>
              <a:buClr>
                <a:schemeClr val="hlink"/>
              </a:buClr>
              <a:buSzPct val="110000"/>
              <a:buFont typeface="Wingdings" panose="05000000000000000000" pitchFamily="2" charset="2"/>
            </a:pPr>
            <a:r>
              <a:rPr lang="en-US" altLang="zh-CN" sz="2400" dirty="0">
                <a:latin typeface="Times New Roman" panose="02020603050405020304" pitchFamily="18" charset="0"/>
                <a:ea typeface="黑体" panose="02010609060101010101" pitchFamily="49" charset="-122"/>
              </a:rPr>
              <a:t>§3.1-1  </a:t>
            </a:r>
            <a:r>
              <a:rPr lang="zh-CN" altLang="en-US" sz="2400" dirty="0">
                <a:latin typeface="Times New Roman" panose="02020603050405020304" pitchFamily="18" charset="0"/>
                <a:ea typeface="黑体" panose="02010609060101010101" pitchFamily="49" charset="-122"/>
                <a:hlinkClick r:id="rId4" tooltip="机械零件的疲劳强度计算" action="ppaction://hlinksldjump"/>
              </a:rPr>
              <a:t>任务的提出及设计任务书</a:t>
            </a:r>
            <a:endParaRPr lang="zh-CN" altLang="en-US" sz="2400" dirty="0">
              <a:latin typeface="Times New Roman" panose="02020603050405020304" pitchFamily="18" charset="0"/>
              <a:ea typeface="黑体" panose="02010609060101010101" pitchFamily="49" charset="-122"/>
            </a:endParaRPr>
          </a:p>
        </p:txBody>
      </p:sp>
      <p:sp>
        <p:nvSpPr>
          <p:cNvPr id="4" name="Rectangle 50"/>
          <p:cNvSpPr/>
          <p:nvPr/>
        </p:nvSpPr>
        <p:spPr>
          <a:xfrm>
            <a:off x="1819275" y="1838325"/>
            <a:ext cx="4057650" cy="646113"/>
          </a:xfrm>
          <a:prstGeom prst="rect">
            <a:avLst/>
          </a:prstGeom>
          <a:noFill/>
          <a:ln w="9525">
            <a:noFill/>
          </a:ln>
        </p:spPr>
        <p:txBody>
          <a:bodyPr wrap="none">
            <a:spAutoFit/>
          </a:bodyPr>
          <a:p>
            <a:pPr eaLnBrk="1" hangingPunct="1">
              <a:lnSpc>
                <a:spcPct val="150000"/>
              </a:lnSpc>
              <a:spcBef>
                <a:spcPct val="20000"/>
              </a:spcBef>
              <a:buClr>
                <a:schemeClr val="hlink"/>
              </a:buClr>
              <a:buSzPct val="110000"/>
              <a:buFont typeface="Wingdings" panose="05000000000000000000" pitchFamily="2" charset="2"/>
            </a:pPr>
            <a:r>
              <a:rPr lang="en-US" altLang="zh-CN" sz="2400" dirty="0">
                <a:latin typeface="Times New Roman" panose="02020603050405020304" pitchFamily="18" charset="0"/>
                <a:ea typeface="黑体" panose="02010609060101010101" pitchFamily="49" charset="-122"/>
              </a:rPr>
              <a:t>§3.1-2  </a:t>
            </a:r>
            <a:r>
              <a:rPr lang="zh-CN" altLang="en-US" sz="2400" dirty="0">
                <a:latin typeface="Times New Roman" panose="02020603050405020304" pitchFamily="18" charset="0"/>
                <a:ea typeface="黑体" panose="02010609060101010101" pitchFamily="49" charset="-122"/>
                <a:hlinkClick r:id="rId3" action="ppaction://hlinksldjump"/>
              </a:rPr>
              <a:t>整体设计方案的确定</a:t>
            </a:r>
            <a:endParaRPr lang="zh-CN" altLang="en-US" sz="2400" dirty="0">
              <a:latin typeface="Times New Roman" panose="02020603050405020304" pitchFamily="18" charset="0"/>
              <a:ea typeface="黑体" panose="02010609060101010101" pitchFamily="49" charset="-122"/>
            </a:endParaRPr>
          </a:p>
        </p:txBody>
      </p:sp>
      <p:sp>
        <p:nvSpPr>
          <p:cNvPr id="5" name="Rectangle 51"/>
          <p:cNvSpPr/>
          <p:nvPr/>
        </p:nvSpPr>
        <p:spPr>
          <a:xfrm>
            <a:off x="1814513" y="2393950"/>
            <a:ext cx="5903912" cy="646113"/>
          </a:xfrm>
          <a:prstGeom prst="rect">
            <a:avLst/>
          </a:prstGeom>
          <a:noFill/>
          <a:ln w="9525">
            <a:noFill/>
          </a:ln>
        </p:spPr>
        <p:txBody>
          <a:bodyPr wrap="none">
            <a:spAutoFit/>
          </a:bodyPr>
          <a:p>
            <a:pPr eaLnBrk="1" hangingPunct="1">
              <a:lnSpc>
                <a:spcPct val="150000"/>
              </a:lnSpc>
              <a:spcBef>
                <a:spcPct val="20000"/>
              </a:spcBef>
              <a:buClr>
                <a:schemeClr val="hlink"/>
              </a:buClr>
              <a:buSzPct val="110000"/>
              <a:buFont typeface="Wingdings" panose="05000000000000000000" pitchFamily="2" charset="2"/>
            </a:pPr>
            <a:r>
              <a:rPr lang="en-US" altLang="zh-CN" sz="2400" dirty="0">
                <a:latin typeface="Times New Roman" panose="02020603050405020304" pitchFamily="18" charset="0"/>
                <a:ea typeface="黑体" panose="02010609060101010101" pitchFamily="49" charset="-122"/>
              </a:rPr>
              <a:t>§3.1-3  </a:t>
            </a:r>
            <a:r>
              <a:rPr lang="zh-CN" altLang="en-US" sz="2400" dirty="0">
                <a:latin typeface="Times New Roman" panose="02020603050405020304" pitchFamily="18" charset="0"/>
                <a:ea typeface="黑体" panose="02010609060101010101" pitchFamily="49" charset="-122"/>
                <a:hlinkClick r:id="" action="ppaction://noaction"/>
              </a:rPr>
              <a:t>板链斗式提升机的组成及工作原理</a:t>
            </a:r>
            <a:endParaRPr lang="zh-CN" altLang="en-US" sz="2400" dirty="0">
              <a:latin typeface="Times New Roman" panose="02020603050405020304" pitchFamily="18" charset="0"/>
              <a:ea typeface="黑体" panose="02010609060101010101" pitchFamily="49" charset="-122"/>
            </a:endParaRPr>
          </a:p>
        </p:txBody>
      </p:sp>
      <p:sp>
        <p:nvSpPr>
          <p:cNvPr id="6" name="Rectangle 51"/>
          <p:cNvSpPr/>
          <p:nvPr/>
        </p:nvSpPr>
        <p:spPr>
          <a:xfrm>
            <a:off x="1830388" y="2913063"/>
            <a:ext cx="3133725" cy="576262"/>
          </a:xfrm>
          <a:prstGeom prst="rect">
            <a:avLst/>
          </a:prstGeom>
          <a:noFill/>
          <a:ln w="9525">
            <a:noFill/>
          </a:ln>
        </p:spPr>
        <p:txBody>
          <a:bodyPr wrap="none">
            <a:spAutoFit/>
          </a:bodyPr>
          <a:p>
            <a:pPr eaLnBrk="1" hangingPunct="1">
              <a:lnSpc>
                <a:spcPct val="150000"/>
              </a:lnSpc>
              <a:spcBef>
                <a:spcPct val="20000"/>
              </a:spcBef>
              <a:buClr>
                <a:schemeClr val="hlink"/>
              </a:buClr>
              <a:buSzPct val="110000"/>
              <a:buFont typeface="Wingdings" panose="05000000000000000000" pitchFamily="2" charset="2"/>
            </a:pPr>
            <a:r>
              <a:rPr lang="en-US" altLang="zh-CN" sz="2400" dirty="0">
                <a:latin typeface="Times New Roman" panose="02020603050405020304" pitchFamily="18" charset="0"/>
                <a:ea typeface="黑体" panose="02010609060101010101" pitchFamily="49" charset="-122"/>
              </a:rPr>
              <a:t>§3.1-4  </a:t>
            </a:r>
            <a:r>
              <a:rPr lang="zh-CN" altLang="en-US" sz="2400" dirty="0">
                <a:latin typeface="Times New Roman" panose="02020603050405020304" pitchFamily="18" charset="0"/>
                <a:ea typeface="黑体" panose="02010609060101010101" pitchFamily="49" charset="-122"/>
                <a:hlinkClick r:id="" action="ppaction://noaction"/>
              </a:rPr>
              <a:t>传动方案详解</a:t>
            </a:r>
            <a:endParaRPr lang="zh-CN" altLang="en-US" sz="2400" dirty="0">
              <a:latin typeface="Times New Roman" panose="02020603050405020304" pitchFamily="18" charset="0"/>
              <a:ea typeface="黑体" panose="02010609060101010101" pitchFamily="49" charset="-122"/>
            </a:endParaRPr>
          </a:p>
        </p:txBody>
      </p:sp>
      <p:sp>
        <p:nvSpPr>
          <p:cNvPr id="4105" name="Rectangle 51"/>
          <p:cNvSpPr/>
          <p:nvPr/>
        </p:nvSpPr>
        <p:spPr>
          <a:xfrm>
            <a:off x="1830388" y="3438525"/>
            <a:ext cx="4057650" cy="646113"/>
          </a:xfrm>
          <a:prstGeom prst="rect">
            <a:avLst/>
          </a:prstGeom>
          <a:noFill/>
          <a:ln w="9525">
            <a:noFill/>
          </a:ln>
        </p:spPr>
        <p:txBody>
          <a:bodyPr wrap="none">
            <a:spAutoFit/>
          </a:bodyPr>
          <a:p>
            <a:pPr eaLnBrk="1" hangingPunct="1">
              <a:lnSpc>
                <a:spcPct val="150000"/>
              </a:lnSpc>
              <a:spcBef>
                <a:spcPct val="20000"/>
              </a:spcBef>
              <a:buClr>
                <a:schemeClr val="hlink"/>
              </a:buClr>
              <a:buSzPct val="110000"/>
              <a:buFont typeface="Wingdings" panose="05000000000000000000" pitchFamily="2" charset="2"/>
            </a:pPr>
            <a:r>
              <a:rPr lang="en-US" altLang="zh-CN" sz="2400" dirty="0">
                <a:latin typeface="Times New Roman" panose="02020603050405020304" pitchFamily="18" charset="0"/>
                <a:ea typeface="黑体" panose="02010609060101010101" pitchFamily="49" charset="-122"/>
              </a:rPr>
              <a:t>§3.1-5  </a:t>
            </a:r>
            <a:r>
              <a:rPr lang="zh-CN" altLang="en-US" sz="2400" dirty="0">
                <a:latin typeface="Times New Roman" panose="02020603050405020304" pitchFamily="18" charset="0"/>
                <a:ea typeface="黑体" panose="02010609060101010101" pitchFamily="49" charset="-122"/>
                <a:hlinkClick r:id="" action="ppaction://noaction"/>
              </a:rPr>
              <a:t>设计所需知识点分析</a:t>
            </a:r>
            <a:endParaRPr lang="zh-CN" altLang="en-US" sz="2400" dirty="0">
              <a:latin typeface="Times New Roman" panose="02020603050405020304" pitchFamily="18" charset="0"/>
              <a:ea typeface="黑体" panose="02010609060101010101" pitchFamily="49" charset="-122"/>
            </a:endParaRPr>
          </a:p>
        </p:txBody>
      </p:sp>
      <p:sp>
        <p:nvSpPr>
          <p:cNvPr id="7" name="Rectangle 51"/>
          <p:cNvSpPr/>
          <p:nvPr/>
        </p:nvSpPr>
        <p:spPr>
          <a:xfrm>
            <a:off x="1830388" y="3946525"/>
            <a:ext cx="4365625" cy="646113"/>
          </a:xfrm>
          <a:prstGeom prst="rect">
            <a:avLst/>
          </a:prstGeom>
          <a:noFill/>
          <a:ln w="9525">
            <a:noFill/>
          </a:ln>
        </p:spPr>
        <p:txBody>
          <a:bodyPr wrap="none">
            <a:spAutoFit/>
          </a:bodyPr>
          <a:p>
            <a:pPr eaLnBrk="1" hangingPunct="1">
              <a:lnSpc>
                <a:spcPct val="150000"/>
              </a:lnSpc>
              <a:spcBef>
                <a:spcPct val="20000"/>
              </a:spcBef>
              <a:buClr>
                <a:schemeClr val="hlink"/>
              </a:buClr>
              <a:buSzPct val="110000"/>
              <a:buFont typeface="Wingdings" panose="05000000000000000000" pitchFamily="2" charset="2"/>
            </a:pPr>
            <a:r>
              <a:rPr lang="en-US" altLang="zh-CN" sz="2400" dirty="0">
                <a:latin typeface="Times New Roman" panose="02020603050405020304" pitchFamily="18" charset="0"/>
                <a:ea typeface="黑体" panose="02010609060101010101" pitchFamily="49" charset="-122"/>
              </a:rPr>
              <a:t>§3.1-6  </a:t>
            </a:r>
            <a:r>
              <a:rPr lang="zh-CN" altLang="en-US" sz="2400" dirty="0">
                <a:latin typeface="Times New Roman" panose="02020603050405020304" pitchFamily="18" charset="0"/>
                <a:ea typeface="黑体" panose="02010609060101010101" pitchFamily="49" charset="-122"/>
                <a:hlinkClick r:id="" action="ppaction://noaction"/>
              </a:rPr>
              <a:t>斗式提升机的设计计算</a:t>
            </a:r>
            <a:endParaRPr lang="zh-CN" altLang="en-US" sz="2400" dirty="0">
              <a:latin typeface="Times New Roman" panose="02020603050405020304" pitchFamily="18" charset="0"/>
              <a:ea typeface="黑体" panose="02010609060101010101" pitchFamily="49" charset="-122"/>
            </a:endParaRPr>
          </a:p>
        </p:txBody>
      </p:sp>
      <p:sp>
        <p:nvSpPr>
          <p:cNvPr id="4107" name="Rectangle 51"/>
          <p:cNvSpPr/>
          <p:nvPr/>
        </p:nvSpPr>
        <p:spPr>
          <a:xfrm>
            <a:off x="1814513" y="4460875"/>
            <a:ext cx="5903912" cy="646113"/>
          </a:xfrm>
          <a:prstGeom prst="rect">
            <a:avLst/>
          </a:prstGeom>
          <a:noFill/>
          <a:ln w="9525">
            <a:noFill/>
          </a:ln>
        </p:spPr>
        <p:txBody>
          <a:bodyPr wrap="none">
            <a:spAutoFit/>
          </a:bodyPr>
          <a:p>
            <a:pPr eaLnBrk="1" hangingPunct="1">
              <a:lnSpc>
                <a:spcPct val="150000"/>
              </a:lnSpc>
              <a:spcBef>
                <a:spcPct val="20000"/>
              </a:spcBef>
              <a:buClr>
                <a:schemeClr val="hlink"/>
              </a:buClr>
              <a:buSzPct val="110000"/>
              <a:buFont typeface="Wingdings" panose="05000000000000000000" pitchFamily="2" charset="2"/>
            </a:pPr>
            <a:r>
              <a:rPr lang="en-US" altLang="zh-CN" sz="2400" dirty="0">
                <a:latin typeface="Times New Roman" panose="02020603050405020304" pitchFamily="18" charset="0"/>
                <a:ea typeface="黑体" panose="02010609060101010101" pitchFamily="49" charset="-122"/>
              </a:rPr>
              <a:t>§3.1-7  </a:t>
            </a:r>
            <a:r>
              <a:rPr lang="zh-CN" altLang="en-US" sz="2400" dirty="0">
                <a:latin typeface="Times New Roman" panose="02020603050405020304" pitchFamily="18" charset="0"/>
                <a:ea typeface="黑体" panose="02010609060101010101" pitchFamily="49" charset="-122"/>
              </a:rPr>
              <a:t>斗式提升机的整体功能性需求计算</a:t>
            </a:r>
            <a:endParaRPr lang="zh-CN" altLang="en-US" sz="2400" dirty="0">
              <a:latin typeface="Times New Roman" panose="02020603050405020304" pitchFamily="18" charset="0"/>
              <a:ea typeface="黑体" panose="02010609060101010101" pitchFamily="49" charset="-122"/>
            </a:endParaRPr>
          </a:p>
        </p:txBody>
      </p:sp>
      <p:sp>
        <p:nvSpPr>
          <p:cNvPr id="4108" name="Rectangle 51"/>
          <p:cNvSpPr/>
          <p:nvPr/>
        </p:nvSpPr>
        <p:spPr>
          <a:xfrm>
            <a:off x="1814513" y="4967288"/>
            <a:ext cx="4057650" cy="646112"/>
          </a:xfrm>
          <a:prstGeom prst="rect">
            <a:avLst/>
          </a:prstGeom>
          <a:noFill/>
          <a:ln w="9525">
            <a:noFill/>
          </a:ln>
        </p:spPr>
        <p:txBody>
          <a:bodyPr wrap="none">
            <a:spAutoFit/>
          </a:bodyPr>
          <a:p>
            <a:pPr eaLnBrk="1" hangingPunct="1">
              <a:lnSpc>
                <a:spcPct val="150000"/>
              </a:lnSpc>
              <a:spcBef>
                <a:spcPct val="20000"/>
              </a:spcBef>
              <a:buClr>
                <a:schemeClr val="hlink"/>
              </a:buClr>
              <a:buSzPct val="110000"/>
              <a:buFont typeface="Wingdings" panose="05000000000000000000" pitchFamily="2" charset="2"/>
            </a:pPr>
            <a:r>
              <a:rPr lang="en-US" altLang="zh-CN" sz="2400" dirty="0">
                <a:latin typeface="Times New Roman" panose="02020603050405020304" pitchFamily="18" charset="0"/>
                <a:ea typeface="黑体" panose="02010609060101010101" pitchFamily="49" charset="-122"/>
              </a:rPr>
              <a:t>§3.1-8  </a:t>
            </a:r>
            <a:r>
              <a:rPr lang="zh-CN" altLang="en-US" sz="2400" dirty="0">
                <a:latin typeface="Times New Roman" panose="02020603050405020304" pitchFamily="18" charset="0"/>
                <a:ea typeface="黑体" panose="02010609060101010101" pitchFamily="49" charset="-122"/>
                <a:hlinkClick r:id="" action="ppaction://noaction"/>
              </a:rPr>
              <a:t>整体设计任务的拆分</a:t>
            </a:r>
            <a:endParaRPr lang="zh-CN" altLang="en-US" sz="2400" dirty="0">
              <a:latin typeface="Times New Roman" panose="02020603050405020304" pitchFamily="18" charset="0"/>
              <a:ea typeface="黑体" panose="02010609060101010101" pitchFamily="49" charset="-122"/>
            </a:endParaRPr>
          </a:p>
        </p:txBody>
      </p:sp>
      <p:sp>
        <p:nvSpPr>
          <p:cNvPr id="4109" name="Rectangle 51"/>
          <p:cNvSpPr/>
          <p:nvPr/>
        </p:nvSpPr>
        <p:spPr>
          <a:xfrm>
            <a:off x="1830388" y="5472113"/>
            <a:ext cx="5751512" cy="576262"/>
          </a:xfrm>
          <a:prstGeom prst="rect">
            <a:avLst/>
          </a:prstGeom>
          <a:noFill/>
          <a:ln w="9525">
            <a:noFill/>
          </a:ln>
        </p:spPr>
        <p:txBody>
          <a:bodyPr wrap="none">
            <a:spAutoFit/>
          </a:bodyPr>
          <a:p>
            <a:pPr eaLnBrk="1" hangingPunct="1">
              <a:lnSpc>
                <a:spcPct val="150000"/>
              </a:lnSpc>
              <a:spcBef>
                <a:spcPct val="20000"/>
              </a:spcBef>
              <a:buClr>
                <a:schemeClr val="hlink"/>
              </a:buClr>
              <a:buSzPct val="110000"/>
              <a:buFont typeface="Wingdings" panose="05000000000000000000" pitchFamily="2" charset="2"/>
            </a:pPr>
            <a:r>
              <a:rPr lang="en-US" altLang="zh-CN" sz="2400" dirty="0">
                <a:latin typeface="Times New Roman" panose="02020603050405020304" pitchFamily="18" charset="0"/>
                <a:ea typeface="黑体" panose="02010609060101010101" pitchFamily="49" charset="-122"/>
              </a:rPr>
              <a:t>§3.1-9  </a:t>
            </a:r>
            <a:r>
              <a:rPr lang="zh-CN" altLang="en-US" sz="2400" dirty="0">
                <a:latin typeface="Times New Roman" panose="02020603050405020304" pitchFamily="18" charset="0"/>
                <a:ea typeface="黑体" panose="02010609060101010101" pitchFamily="49" charset="-122"/>
              </a:rPr>
              <a:t>传动方案</a:t>
            </a:r>
            <a:r>
              <a:rPr lang="en-US" altLang="zh-CN" sz="2400" dirty="0">
                <a:latin typeface="Times New Roman" panose="02020603050405020304" pitchFamily="18" charset="0"/>
                <a:ea typeface="黑体" panose="02010609060101010101" pitchFamily="49" charset="-122"/>
              </a:rPr>
              <a:t>1</a:t>
            </a:r>
            <a:r>
              <a:rPr lang="zh-CN" altLang="en-US" sz="2400" dirty="0">
                <a:latin typeface="Times New Roman" panose="02020603050405020304" pitchFamily="18" charset="0"/>
                <a:ea typeface="黑体" panose="02010609060101010101" pitchFamily="49" charset="-122"/>
              </a:rPr>
              <a:t>传动系统特性参数计算</a:t>
            </a:r>
            <a:endParaRPr lang="zh-CN" altLang="en-US" sz="2400" dirty="0">
              <a:latin typeface="Times New Roman" panose="02020603050405020304" pitchFamily="18" charset="0"/>
              <a:ea typeface="黑体" panose="02010609060101010101" pitchFamily="49" charset="-122"/>
            </a:endParaRPr>
          </a:p>
        </p:txBody>
      </p:sp>
      <p:pic>
        <p:nvPicPr>
          <p:cNvPr id="1025" name="图片 1024" descr="ppt/media/image6.wmf"/>
          <p:cNvPicPr/>
          <p:nvPr/>
        </p:nvPicPr>
        <p:blipFill>
          <a:blip r:embed="rId5"/>
          <a:stretch>
            <a:fillRect/>
          </a:stretch>
        </p:blipFill>
        <p:spPr>
          <a:xfrm>
            <a:off x="8718550" y="6542088"/>
            <a:ext cx="425450" cy="323850"/>
          </a:xfrm>
          <a:prstGeom prst="rect">
            <a:avLst/>
          </a:prstGeom>
          <a:noFill/>
          <a:ln w="9525">
            <a:noFill/>
          </a:ln>
        </p:spPr>
      </p:pic>
    </p:spTree>
  </p:cSld>
  <p:clrMapOvr>
    <a:masterClrMapping/>
  </p:clrMapOvr>
  <p:transition advClick="0">
    <p:wipe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Rectangle 1026"/>
          <p:cNvSpPr>
            <a:spLocks noGrp="1"/>
          </p:cNvSpPr>
          <p:nvPr>
            <p:ph type="title"/>
          </p:nvPr>
        </p:nvSpPr>
        <p:spPr>
          <a:xfrm>
            <a:off x="7620000" y="762000"/>
            <a:ext cx="533400" cy="152400"/>
          </a:xfrm>
          <a:noFill/>
          <a:ln>
            <a:noFill/>
          </a:ln>
        </p:spPr>
        <p:txBody>
          <a:bodyPr/>
          <a:p>
            <a:pPr eaLnBrk="1" hangingPunct="1"/>
            <a:r>
              <a:rPr lang="zh-CN" altLang="en-US" sz="800" dirty="0">
                <a:solidFill>
                  <a:schemeClr val="bg1"/>
                </a:solidFill>
              </a:rPr>
              <a:t>引言</a:t>
            </a:r>
            <a:endParaRPr lang="zh-CN" altLang="en-US" sz="800" dirty="0">
              <a:solidFill>
                <a:schemeClr val="bg1"/>
              </a:solidFill>
            </a:endParaRPr>
          </a:p>
        </p:txBody>
      </p:sp>
      <p:pic>
        <p:nvPicPr>
          <p:cNvPr id="166921" name="Picture 1033" descr="rewind1">
            <a:hlinkClick r:id="" action="ppaction://hlinkshowjump?jump=firstslide"/>
          </p:cNvPr>
          <p:cNvPicPr>
            <a:picLocks noChangeAspect="1"/>
          </p:cNvPicPr>
          <p:nvPr/>
        </p:nvPicPr>
        <p:blipFill>
          <a:blip r:embed="rId1"/>
          <a:stretch>
            <a:fillRect/>
          </a:stretch>
        </p:blipFill>
        <p:spPr>
          <a:xfrm>
            <a:off x="8704263" y="6523038"/>
            <a:ext cx="287337" cy="287337"/>
          </a:xfrm>
          <a:prstGeom prst="rect">
            <a:avLst/>
          </a:prstGeom>
          <a:noFill/>
          <a:ln w="9525">
            <a:noFill/>
          </a:ln>
        </p:spPr>
      </p:pic>
      <p:sp>
        <p:nvSpPr>
          <p:cNvPr id="166924" name="Text Box 1036"/>
          <p:cNvSpPr txBox="1"/>
          <p:nvPr/>
        </p:nvSpPr>
        <p:spPr>
          <a:xfrm>
            <a:off x="7223125" y="6186488"/>
            <a:ext cx="247650" cy="396875"/>
          </a:xfrm>
          <a:prstGeom prst="rect">
            <a:avLst/>
          </a:prstGeom>
          <a:noFill/>
          <a:ln w="9525">
            <a:noFill/>
          </a:ln>
        </p:spPr>
        <p:txBody>
          <a:bodyPr wrap="none">
            <a:spAutoFit/>
          </a:bodyPr>
          <a:p>
            <a:pPr eaLnBrk="1" hangingPunct="1"/>
            <a:r>
              <a:rPr lang="en-US" altLang="zh-CN" dirty="0">
                <a:latin typeface="Times New Roman" panose="02020603050405020304" pitchFamily="18" charset="0"/>
              </a:rPr>
              <a:t> </a:t>
            </a:r>
            <a:endParaRPr lang="en-US" altLang="zh-CN" dirty="0">
              <a:latin typeface="Times New Roman" panose="02020603050405020304" pitchFamily="18" charset="0"/>
            </a:endParaRPr>
          </a:p>
        </p:txBody>
      </p:sp>
      <p:sp>
        <p:nvSpPr>
          <p:cNvPr id="2" name="Text Box 1028"/>
          <p:cNvSpPr txBox="1"/>
          <p:nvPr/>
        </p:nvSpPr>
        <p:spPr>
          <a:xfrm>
            <a:off x="779145" y="104458"/>
            <a:ext cx="4416425" cy="554037"/>
          </a:xfrm>
          <a:prstGeom prst="rect">
            <a:avLst/>
          </a:prstGeom>
          <a:noFill/>
          <a:ln w="9525">
            <a:noFill/>
          </a:ln>
        </p:spPr>
        <p:txBody>
          <a:bodyPr wrap="none">
            <a:spAutoFit/>
          </a:bodyPr>
          <a:p>
            <a:pPr eaLnBrk="1" hangingPunct="1"/>
            <a:r>
              <a:rPr lang="zh-CN" altLang="en-US" sz="3000" dirty="0">
                <a:solidFill>
                  <a:schemeClr val="bg1"/>
                </a:solidFill>
                <a:latin typeface="Tahoma" panose="020B0604030504040204" pitchFamily="34" charset="0"/>
                <a:ea typeface="黑体" panose="02010609060101010101" pitchFamily="49" charset="-122"/>
              </a:rPr>
              <a:t>任务的提出及设计任务书</a:t>
            </a:r>
            <a:endParaRPr lang="zh-CN" altLang="en-US" sz="3000" dirty="0">
              <a:solidFill>
                <a:schemeClr val="bg1"/>
              </a:solidFill>
              <a:latin typeface="Tahoma" panose="020B0604030504040204" pitchFamily="34" charset="0"/>
              <a:ea typeface="黑体" panose="02010609060101010101" pitchFamily="49" charset="-122"/>
            </a:endParaRPr>
          </a:p>
        </p:txBody>
      </p:sp>
      <p:sp>
        <p:nvSpPr>
          <p:cNvPr id="3" name="文本框 2"/>
          <p:cNvSpPr txBox="1"/>
          <p:nvPr/>
        </p:nvSpPr>
        <p:spPr>
          <a:xfrm>
            <a:off x="926465" y="1405255"/>
            <a:ext cx="7645400" cy="1863725"/>
          </a:xfrm>
          <a:prstGeom prst="rect">
            <a:avLst/>
          </a:prstGeom>
          <a:noFill/>
          <a:ln w="9525">
            <a:noFill/>
          </a:ln>
        </p:spPr>
        <p:txBody>
          <a:bodyPr>
            <a:spAutoFit/>
          </a:bodyPr>
          <a:p>
            <a:pPr>
              <a:lnSpc>
                <a:spcPct val="120000"/>
              </a:lnSpc>
            </a:pPr>
            <a:r>
              <a:rPr lang="en-US" altLang="zh-CN" dirty="0">
                <a:latin typeface="Times New Roman" panose="02020603050405020304" pitchFamily="18" charset="0"/>
              </a:rPr>
              <a:t>         </a:t>
            </a:r>
            <a:r>
              <a:rPr lang="zh-CN" altLang="zh-CN" sz="2400" dirty="0">
                <a:latin typeface="黑体" panose="02010609060101010101" pitchFamily="49" charset="-122"/>
                <a:ea typeface="黑体" panose="02010609060101010101" pitchFamily="49" charset="-122"/>
              </a:rPr>
              <a:t>某生产企业有一个生产工艺流程需要将大批物料连续不断地垂直输送到指定高度，然后卸料给下一个生产流程，由此提出对该生产流程的机械设备需求，要求安全、高效、环保。</a:t>
            </a:r>
            <a:endParaRPr lang="zh-CN" altLang="zh-CN" sz="2400" dirty="0">
              <a:latin typeface="黑体" panose="02010609060101010101" pitchFamily="49" charset="-122"/>
              <a:ea typeface="黑体" panose="02010609060101010101" pitchFamily="49" charset="-122"/>
            </a:endParaRPr>
          </a:p>
        </p:txBody>
      </p:sp>
      <p:sp>
        <p:nvSpPr>
          <p:cNvPr id="4" name="文本框 3"/>
          <p:cNvSpPr txBox="1">
            <a:spLocks noRot="1" noChangeAspect="1" noMove="1" noResize="1" noEditPoints="1" noAdjustHandles="1" noChangeArrowheads="1" noChangeShapeType="1" noTextEdit="1"/>
          </p:cNvSpPr>
          <p:nvPr/>
        </p:nvSpPr>
        <p:spPr>
          <a:xfrm>
            <a:off x="778976" y="3497783"/>
            <a:ext cx="7545050" cy="2320828"/>
          </a:xfrm>
          <a:prstGeom prst="rect">
            <a:avLst/>
          </a:prstGeom>
          <a:blipFill>
            <a:blip r:embed="rId2"/>
            <a:stretch>
              <a:fillRect l="-1292" r="-565" b="-2362"/>
            </a:stretch>
          </a:blipFill>
        </p:spPr>
        <p:txBody>
          <a:bodyPr/>
          <a:p>
            <a:r>
              <a:rPr lang="zh-CN" altLang="en-US">
                <a:noFill/>
              </a:rPr>
              <a:t> </a:t>
            </a:r>
            <a:endParaRPr lang="zh-CN" altLang="en-US">
              <a:noFill/>
            </a:endParaRPr>
          </a:p>
        </p:txBody>
      </p:sp>
      <p:cxnSp>
        <p:nvCxnSpPr>
          <p:cNvPr id="5" name="直接连接符 4"/>
          <p:cNvCxnSpPr/>
          <p:nvPr/>
        </p:nvCxnSpPr>
        <p:spPr>
          <a:xfrm>
            <a:off x="1111250" y="4618990"/>
            <a:ext cx="1101725" cy="0"/>
          </a:xfrm>
          <a:prstGeom prst="line">
            <a:avLst/>
          </a:prstGeom>
          <a:solidFill>
            <a:schemeClr val="accent1"/>
          </a:solidFill>
          <a:ln w="9525" cap="flat" cmpd="sng" algn="ctr">
            <a:solidFill>
              <a:srgbClr val="FF0000"/>
            </a:solidFill>
            <a:prstDash val="solid"/>
            <a:round/>
            <a:headEnd type="none" w="med" len="med"/>
            <a:tailEnd type="none" w="med" len="med"/>
          </a:ln>
        </p:spPr>
      </p:cxnSp>
      <p:cxnSp>
        <p:nvCxnSpPr>
          <p:cNvPr id="6" name="直接连接符 5"/>
          <p:cNvCxnSpPr/>
          <p:nvPr/>
        </p:nvCxnSpPr>
        <p:spPr>
          <a:xfrm>
            <a:off x="4178300" y="4600575"/>
            <a:ext cx="1101725" cy="0"/>
          </a:xfrm>
          <a:prstGeom prst="line">
            <a:avLst/>
          </a:prstGeom>
          <a:solidFill>
            <a:schemeClr val="accent1"/>
          </a:solidFill>
          <a:ln w="9525" cap="flat" cmpd="sng" algn="ctr">
            <a:solidFill>
              <a:srgbClr val="FF0000"/>
            </a:solidFill>
            <a:prstDash val="solid"/>
            <a:round/>
            <a:headEnd type="none" w="med" len="med"/>
            <a:tailEnd type="none" w="med" len="med"/>
          </a:ln>
        </p:spPr>
      </p:cxnSp>
      <p:cxnSp>
        <p:nvCxnSpPr>
          <p:cNvPr id="7" name="直接连接符 6"/>
          <p:cNvCxnSpPr/>
          <p:nvPr/>
        </p:nvCxnSpPr>
        <p:spPr>
          <a:xfrm>
            <a:off x="5775325" y="4657725"/>
            <a:ext cx="1732280" cy="17145"/>
          </a:xfrm>
          <a:prstGeom prst="line">
            <a:avLst/>
          </a:prstGeom>
          <a:solidFill>
            <a:schemeClr val="accent1"/>
          </a:solidFill>
          <a:ln w="9525" cap="flat" cmpd="sng" algn="ctr">
            <a:solidFill>
              <a:srgbClr val="FF0000"/>
            </a:solidFill>
            <a:prstDash val="solid"/>
            <a:round/>
            <a:headEnd type="none" w="med" len="med"/>
            <a:tailEnd type="none" w="med" len="med"/>
          </a:ln>
        </p:spPr>
      </p:cxnSp>
      <p:cxnSp>
        <p:nvCxnSpPr>
          <p:cNvPr id="8" name="直接连接符 7"/>
          <p:cNvCxnSpPr/>
          <p:nvPr/>
        </p:nvCxnSpPr>
        <p:spPr>
          <a:xfrm>
            <a:off x="5470525" y="4088130"/>
            <a:ext cx="1732280" cy="17145"/>
          </a:xfrm>
          <a:prstGeom prst="line">
            <a:avLst/>
          </a:prstGeom>
          <a:solidFill>
            <a:schemeClr val="accent1"/>
          </a:solidFill>
          <a:ln w="9525" cap="flat" cmpd="sng" algn="ctr">
            <a:solidFill>
              <a:srgbClr val="FF0000"/>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66921"/>
                                        </p:tgtEl>
                                        <p:attrNameLst>
                                          <p:attrName>style.visibility</p:attrName>
                                        </p:attrNameLst>
                                      </p:cBhvr>
                                      <p:to>
                                        <p:strVal val="visible"/>
                                      </p:to>
                                    </p:set>
                                    <p:anim calcmode="lin" valueType="num">
                                      <p:cBhvr additive="base">
                                        <p:cTn id="7" dur="500" fill="hold"/>
                                        <p:tgtEl>
                                          <p:spTgt spid="166921"/>
                                        </p:tgtEl>
                                        <p:attrNameLst>
                                          <p:attrName>ppt_x</p:attrName>
                                        </p:attrNameLst>
                                      </p:cBhvr>
                                      <p:tavLst>
                                        <p:tav tm="0">
                                          <p:val>
                                            <p:strVal val="0-#ppt_w/2"/>
                                          </p:val>
                                        </p:tav>
                                        <p:tav tm="100000">
                                          <p:val>
                                            <p:strVal val="#ppt_x"/>
                                          </p:val>
                                        </p:tav>
                                      </p:tavLst>
                                    </p:anim>
                                    <p:anim calcmode="lin" valueType="num">
                                      <p:cBhvr additive="base">
                                        <p:cTn id="8" dur="500" fill="hold"/>
                                        <p:tgtEl>
                                          <p:spTgt spid="16692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66924"/>
                                        </p:tgtEl>
                                        <p:attrNameLst>
                                          <p:attrName>style.visibility</p:attrName>
                                        </p:attrNameLst>
                                      </p:cBhvr>
                                      <p:to>
                                        <p:strVal val="visible"/>
                                      </p:to>
                                    </p:set>
                                    <p:anim calcmode="lin" valueType="num">
                                      <p:cBhvr additive="base">
                                        <p:cTn id="13" dur="500" fill="hold"/>
                                        <p:tgtEl>
                                          <p:spTgt spid="166924"/>
                                        </p:tgtEl>
                                        <p:attrNameLst>
                                          <p:attrName>ppt_x</p:attrName>
                                        </p:attrNameLst>
                                      </p:cBhvr>
                                      <p:tavLst>
                                        <p:tav tm="0">
                                          <p:val>
                                            <p:strVal val="0-#ppt_w/2"/>
                                          </p:val>
                                        </p:tav>
                                        <p:tav tm="100000">
                                          <p:val>
                                            <p:strVal val="#ppt_x"/>
                                          </p:val>
                                        </p:tav>
                                      </p:tavLst>
                                    </p:anim>
                                    <p:anim calcmode="lin" valueType="num">
                                      <p:cBhvr additive="base">
                                        <p:cTn id="14" dur="500" fill="hold"/>
                                        <p:tgtEl>
                                          <p:spTgt spid="16692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left)">
                                      <p:cBhvr>
                                        <p:cTn id="19" dur="500"/>
                                        <p:tgtEl>
                                          <p:spTgt spid="3"/>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wipe(left)">
                                      <p:cBhvr>
                                        <p:cTn id="24" dur="500"/>
                                        <p:tgtEl>
                                          <p:spTgt spid="4"/>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wipe(left)">
                                      <p:cBhvr>
                                        <p:cTn id="29" dur="500"/>
                                        <p:tgtEl>
                                          <p:spTgt spid="8"/>
                                        </p:tgtEl>
                                      </p:cBhvr>
                                    </p:animEffect>
                                  </p:childTnLst>
                                </p:cTn>
                              </p:par>
                            </p:childTnLst>
                          </p:cTn>
                        </p:par>
                        <p:par>
                          <p:cTn id="30" fill="hold">
                            <p:stCondLst>
                              <p:cond delay="500"/>
                            </p:stCondLst>
                            <p:childTnLst>
                              <p:par>
                                <p:cTn id="31" presetID="22" presetClass="entr" presetSubtype="8" fill="hold" nodeType="after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wipe(left)">
                                      <p:cBhvr>
                                        <p:cTn id="33" dur="500"/>
                                        <p:tgtEl>
                                          <p:spTgt spid="5"/>
                                        </p:tgtEl>
                                      </p:cBhvr>
                                    </p:animEffect>
                                  </p:childTnLst>
                                </p:cTn>
                              </p:par>
                            </p:childTnLst>
                          </p:cTn>
                        </p:par>
                        <p:par>
                          <p:cTn id="34" fill="hold">
                            <p:stCondLst>
                              <p:cond delay="1000"/>
                            </p:stCondLst>
                            <p:childTnLst>
                              <p:par>
                                <p:cTn id="35" presetID="22" presetClass="entr" presetSubtype="8" fill="hold" nodeType="after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wipe(left)">
                                      <p:cBhvr>
                                        <p:cTn id="37" dur="500"/>
                                        <p:tgtEl>
                                          <p:spTgt spid="6"/>
                                        </p:tgtEl>
                                      </p:cBhvr>
                                    </p:animEffect>
                                  </p:childTnLst>
                                </p:cTn>
                              </p:par>
                            </p:childTnLst>
                          </p:cTn>
                        </p:par>
                        <p:par>
                          <p:cTn id="38" fill="hold">
                            <p:stCondLst>
                              <p:cond delay="1500"/>
                            </p:stCondLst>
                            <p:childTnLst>
                              <p:par>
                                <p:cTn id="39" presetID="22" presetClass="entr" presetSubtype="8" fill="hold" nodeType="after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wipe(left)">
                                      <p:cBhvr>
                                        <p:cTn id="4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24" grpId="0"/>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2"/>
          <p:cNvSpPr>
            <a:spLocks noGrp="1"/>
          </p:cNvSpPr>
          <p:nvPr>
            <p:ph type="title"/>
          </p:nvPr>
        </p:nvSpPr>
        <p:spPr>
          <a:xfrm>
            <a:off x="6477000" y="838200"/>
            <a:ext cx="1981200" cy="152400"/>
          </a:xfrm>
          <a:noFill/>
          <a:ln>
            <a:noFill/>
          </a:ln>
        </p:spPr>
        <p:txBody>
          <a:bodyPr/>
          <a:p>
            <a:pPr eaLnBrk="1" hangingPunct="1"/>
            <a:r>
              <a:rPr lang="zh-CN" altLang="en-US" sz="800" dirty="0">
                <a:solidFill>
                  <a:schemeClr val="bg1"/>
                </a:solidFill>
              </a:rPr>
              <a:t>第一节</a:t>
            </a:r>
            <a:endParaRPr lang="zh-CN" altLang="en-US" sz="800" dirty="0">
              <a:solidFill>
                <a:schemeClr val="bg1"/>
              </a:solidFill>
            </a:endParaRPr>
          </a:p>
        </p:txBody>
      </p:sp>
      <p:pic>
        <p:nvPicPr>
          <p:cNvPr id="167940" name="Picture 4" descr="rewind1">
            <a:hlinkClick r:id="" action="ppaction://hlinkshowjump?jump=firstslide"/>
          </p:cNvPr>
          <p:cNvPicPr>
            <a:picLocks noChangeAspect="1"/>
          </p:cNvPicPr>
          <p:nvPr/>
        </p:nvPicPr>
        <p:blipFill>
          <a:blip r:embed="rId1"/>
          <a:stretch>
            <a:fillRect/>
          </a:stretch>
        </p:blipFill>
        <p:spPr>
          <a:xfrm>
            <a:off x="8763000" y="6523038"/>
            <a:ext cx="287338" cy="287337"/>
          </a:xfrm>
          <a:prstGeom prst="rect">
            <a:avLst/>
          </a:prstGeom>
          <a:noFill/>
          <a:ln w="9525">
            <a:noFill/>
          </a:ln>
        </p:spPr>
      </p:pic>
      <p:sp>
        <p:nvSpPr>
          <p:cNvPr id="167947" name="Text Box 11"/>
          <p:cNvSpPr txBox="1"/>
          <p:nvPr/>
        </p:nvSpPr>
        <p:spPr>
          <a:xfrm>
            <a:off x="6308725" y="6186488"/>
            <a:ext cx="438150" cy="396875"/>
          </a:xfrm>
          <a:prstGeom prst="rect">
            <a:avLst/>
          </a:prstGeom>
          <a:noFill/>
          <a:ln w="9525">
            <a:noFill/>
          </a:ln>
        </p:spPr>
        <p:txBody>
          <a:bodyPr wrap="none">
            <a:spAutoFit/>
          </a:bodyPr>
          <a:p>
            <a:pPr eaLnBrk="1" hangingPunct="1"/>
            <a:r>
              <a:rPr lang="zh-CN" altLang="en-US" dirty="0">
                <a:latin typeface="Times New Roman" panose="02020603050405020304" pitchFamily="18" charset="0"/>
              </a:rPr>
              <a:t>　</a:t>
            </a:r>
            <a:endParaRPr lang="zh-CN" altLang="en-US" dirty="0">
              <a:latin typeface="Times New Roman" panose="02020603050405020304" pitchFamily="18" charset="0"/>
            </a:endParaRPr>
          </a:p>
        </p:txBody>
      </p:sp>
      <p:sp>
        <p:nvSpPr>
          <p:cNvPr id="7" name="文本框 6"/>
          <p:cNvSpPr txBox="1">
            <a:spLocks noRot="1" noChangeAspect="1" noMove="1" noResize="1" noEditPoints="1" noAdjustHandles="1" noChangeArrowheads="1" noChangeShapeType="1" noTextEdit="1"/>
          </p:cNvSpPr>
          <p:nvPr/>
        </p:nvSpPr>
        <p:spPr>
          <a:xfrm>
            <a:off x="868680" y="867410"/>
            <a:ext cx="7446010" cy="5340985"/>
          </a:xfrm>
          <a:prstGeom prst="rect">
            <a:avLst/>
          </a:prstGeom>
          <a:blipFill>
            <a:blip r:embed="rId2"/>
            <a:stretch>
              <a:fillRect/>
            </a:stretch>
          </a:blipFill>
        </p:spPr>
        <p:txBody>
          <a:bodyPr/>
          <a:p>
            <a:pPr marR="0" defTabSz="914400">
              <a:buClrTx/>
              <a:buSzTx/>
              <a:buFontTx/>
              <a:defRPr/>
            </a:pPr>
            <a:r>
              <a:rPr kumimoji="1" lang="zh-CN" altLang="en-US" kern="1200" cap="none" spc="0" normalizeH="0" baseline="0" noProof="0">
                <a:noFill/>
                <a:latin typeface="Times New Roman" panose="02020603050405020304" pitchFamily="18" charset="0"/>
                <a:ea typeface="华文中宋" panose="02010600040101010101" pitchFamily="2" charset="-122"/>
                <a:cs typeface="+mn-cs"/>
              </a:rPr>
              <a:t> </a:t>
            </a:r>
            <a:endParaRPr kumimoji="1" lang="zh-CN" altLang="en-US" kern="1200" cap="none" spc="0" normalizeH="0" baseline="0" noProof="0">
              <a:noFill/>
              <a:latin typeface="Times New Roman" panose="02020603050405020304" pitchFamily="18" charset="0"/>
              <a:ea typeface="华文中宋" panose="02010600040101010101" pitchFamily="2" charset="-122"/>
              <a:cs typeface="+mn-cs"/>
            </a:endParaRPr>
          </a:p>
        </p:txBody>
      </p:sp>
      <p:sp>
        <p:nvSpPr>
          <p:cNvPr id="2" name="Text Box 1028"/>
          <p:cNvSpPr txBox="1"/>
          <p:nvPr/>
        </p:nvSpPr>
        <p:spPr>
          <a:xfrm>
            <a:off x="779145" y="104458"/>
            <a:ext cx="4416425" cy="554037"/>
          </a:xfrm>
          <a:prstGeom prst="rect">
            <a:avLst/>
          </a:prstGeom>
          <a:noFill/>
          <a:ln w="9525">
            <a:noFill/>
          </a:ln>
        </p:spPr>
        <p:txBody>
          <a:bodyPr wrap="none">
            <a:spAutoFit/>
          </a:bodyPr>
          <a:p>
            <a:pPr eaLnBrk="1" hangingPunct="1"/>
            <a:r>
              <a:rPr lang="zh-CN" altLang="en-US" sz="3000" dirty="0">
                <a:solidFill>
                  <a:schemeClr val="bg1"/>
                </a:solidFill>
                <a:latin typeface="Tahoma" panose="020B0604030504040204" pitchFamily="34" charset="0"/>
                <a:ea typeface="黑体" panose="02010609060101010101" pitchFamily="49" charset="-122"/>
              </a:rPr>
              <a:t>任务的提出及设计任务书</a:t>
            </a:r>
            <a:endParaRPr lang="zh-CN" altLang="en-US" sz="3000" dirty="0">
              <a:solidFill>
                <a:schemeClr val="bg1"/>
              </a:solidFill>
              <a:latin typeface="Tahoma" panose="020B0604030504040204" pitchFamily="34"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67940"/>
                                        </p:tgtEl>
                                        <p:attrNameLst>
                                          <p:attrName>style.visibility</p:attrName>
                                        </p:attrNameLst>
                                      </p:cBhvr>
                                      <p:to>
                                        <p:strVal val="visible"/>
                                      </p:to>
                                    </p:set>
                                    <p:anim calcmode="lin" valueType="num">
                                      <p:cBhvr additive="base">
                                        <p:cTn id="7" dur="500" fill="hold"/>
                                        <p:tgtEl>
                                          <p:spTgt spid="167940"/>
                                        </p:tgtEl>
                                        <p:attrNameLst>
                                          <p:attrName>ppt_x</p:attrName>
                                        </p:attrNameLst>
                                      </p:cBhvr>
                                      <p:tavLst>
                                        <p:tav tm="0">
                                          <p:val>
                                            <p:strVal val="0-#ppt_w/2"/>
                                          </p:val>
                                        </p:tav>
                                        <p:tav tm="100000">
                                          <p:val>
                                            <p:strVal val="#ppt_x"/>
                                          </p:val>
                                        </p:tav>
                                      </p:tavLst>
                                    </p:anim>
                                    <p:anim calcmode="lin" valueType="num">
                                      <p:cBhvr additive="base">
                                        <p:cTn id="8" dur="500" fill="hold"/>
                                        <p:tgtEl>
                                          <p:spTgt spid="16794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67947"/>
                                        </p:tgtEl>
                                        <p:attrNameLst>
                                          <p:attrName>style.visibility</p:attrName>
                                        </p:attrNameLst>
                                      </p:cBhvr>
                                      <p:to>
                                        <p:strVal val="visible"/>
                                      </p:to>
                                    </p:set>
                                    <p:anim calcmode="lin" valueType="num">
                                      <p:cBhvr additive="base">
                                        <p:cTn id="13" dur="500" fill="hold"/>
                                        <p:tgtEl>
                                          <p:spTgt spid="167947"/>
                                        </p:tgtEl>
                                        <p:attrNameLst>
                                          <p:attrName>ppt_x</p:attrName>
                                        </p:attrNameLst>
                                      </p:cBhvr>
                                      <p:tavLst>
                                        <p:tav tm="0">
                                          <p:val>
                                            <p:strVal val="0-#ppt_w/2"/>
                                          </p:val>
                                        </p:tav>
                                        <p:tav tm="100000">
                                          <p:val>
                                            <p:strVal val="#ppt_x"/>
                                          </p:val>
                                        </p:tav>
                                      </p:tavLst>
                                    </p:anim>
                                    <p:anim calcmode="lin" valueType="num">
                                      <p:cBhvr additive="base">
                                        <p:cTn id="14" dur="500" fill="hold"/>
                                        <p:tgtEl>
                                          <p:spTgt spid="16794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4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2"/>
          <p:cNvSpPr>
            <a:spLocks noGrp="1"/>
          </p:cNvSpPr>
          <p:nvPr>
            <p:ph type="title"/>
          </p:nvPr>
        </p:nvSpPr>
        <p:spPr>
          <a:xfrm>
            <a:off x="6477000" y="838200"/>
            <a:ext cx="1981200" cy="152400"/>
          </a:xfrm>
          <a:noFill/>
          <a:ln>
            <a:noFill/>
          </a:ln>
        </p:spPr>
        <p:txBody>
          <a:bodyPr/>
          <a:p>
            <a:pPr eaLnBrk="1" hangingPunct="1"/>
            <a:r>
              <a:rPr lang="zh-CN" altLang="en-US" sz="800" dirty="0">
                <a:solidFill>
                  <a:schemeClr val="bg1"/>
                </a:solidFill>
              </a:rPr>
              <a:t>第一节</a:t>
            </a:r>
            <a:endParaRPr lang="zh-CN" altLang="en-US" sz="800" dirty="0">
              <a:solidFill>
                <a:schemeClr val="bg1"/>
              </a:solidFill>
            </a:endParaRPr>
          </a:p>
        </p:txBody>
      </p:sp>
      <p:pic>
        <p:nvPicPr>
          <p:cNvPr id="167940" name="Picture 4" descr="rewind1">
            <a:hlinkClick r:id="" action="ppaction://hlinkshowjump?jump=firstslide"/>
          </p:cNvPr>
          <p:cNvPicPr>
            <a:picLocks noChangeAspect="1"/>
          </p:cNvPicPr>
          <p:nvPr/>
        </p:nvPicPr>
        <p:blipFill>
          <a:blip r:embed="rId1"/>
          <a:stretch>
            <a:fillRect/>
          </a:stretch>
        </p:blipFill>
        <p:spPr>
          <a:xfrm>
            <a:off x="8763000" y="6523038"/>
            <a:ext cx="287338" cy="287337"/>
          </a:xfrm>
          <a:prstGeom prst="rect">
            <a:avLst/>
          </a:prstGeom>
          <a:noFill/>
          <a:ln w="9525">
            <a:noFill/>
          </a:ln>
        </p:spPr>
      </p:pic>
      <p:sp>
        <p:nvSpPr>
          <p:cNvPr id="167947" name="Text Box 11"/>
          <p:cNvSpPr txBox="1"/>
          <p:nvPr/>
        </p:nvSpPr>
        <p:spPr>
          <a:xfrm>
            <a:off x="6308725" y="6186488"/>
            <a:ext cx="438150" cy="396875"/>
          </a:xfrm>
          <a:prstGeom prst="rect">
            <a:avLst/>
          </a:prstGeom>
          <a:noFill/>
          <a:ln w="9525">
            <a:noFill/>
          </a:ln>
        </p:spPr>
        <p:txBody>
          <a:bodyPr wrap="none">
            <a:spAutoFit/>
          </a:bodyPr>
          <a:p>
            <a:pPr eaLnBrk="1" hangingPunct="1"/>
            <a:r>
              <a:rPr lang="zh-CN" altLang="en-US" dirty="0">
                <a:latin typeface="Times New Roman" panose="02020603050405020304" pitchFamily="18" charset="0"/>
              </a:rPr>
              <a:t>　</a:t>
            </a:r>
            <a:endParaRPr lang="zh-CN" altLang="en-US" dirty="0">
              <a:latin typeface="Times New Roman" panose="02020603050405020304" pitchFamily="18" charset="0"/>
            </a:endParaRPr>
          </a:p>
        </p:txBody>
      </p:sp>
      <p:sp>
        <p:nvSpPr>
          <p:cNvPr id="2" name="Text Box 1028"/>
          <p:cNvSpPr txBox="1"/>
          <p:nvPr/>
        </p:nvSpPr>
        <p:spPr>
          <a:xfrm>
            <a:off x="779145" y="104458"/>
            <a:ext cx="4416425" cy="554037"/>
          </a:xfrm>
          <a:prstGeom prst="rect">
            <a:avLst/>
          </a:prstGeom>
          <a:noFill/>
          <a:ln w="9525">
            <a:noFill/>
          </a:ln>
        </p:spPr>
        <p:txBody>
          <a:bodyPr wrap="none">
            <a:spAutoFit/>
          </a:bodyPr>
          <a:p>
            <a:pPr eaLnBrk="1" hangingPunct="1"/>
            <a:r>
              <a:rPr lang="zh-CN" altLang="en-US" sz="3000" dirty="0">
                <a:solidFill>
                  <a:schemeClr val="bg1"/>
                </a:solidFill>
                <a:latin typeface="Tahoma" panose="020B0604030504040204" pitchFamily="34" charset="0"/>
                <a:ea typeface="黑体" panose="02010609060101010101" pitchFamily="49" charset="-122"/>
              </a:rPr>
              <a:t>任务的提出及设计任务书</a:t>
            </a:r>
            <a:endParaRPr lang="zh-CN" altLang="en-US" sz="3000" dirty="0">
              <a:solidFill>
                <a:schemeClr val="bg1"/>
              </a:solidFill>
              <a:latin typeface="Tahoma" panose="020B0604030504040204" pitchFamily="34" charset="0"/>
              <a:ea typeface="黑体" panose="02010609060101010101" pitchFamily="49" charset="-122"/>
            </a:endParaRPr>
          </a:p>
        </p:txBody>
      </p:sp>
      <p:pic>
        <p:nvPicPr>
          <p:cNvPr id="3" name="图片 2" descr="第二个设计任务"/>
          <p:cNvPicPr>
            <a:picLocks noChangeAspect="1"/>
          </p:cNvPicPr>
          <p:nvPr/>
        </p:nvPicPr>
        <p:blipFill>
          <a:blip r:embed="rId2"/>
          <a:srcRect t="2361" b="3157"/>
          <a:stretch>
            <a:fillRect/>
          </a:stretch>
        </p:blipFill>
        <p:spPr>
          <a:xfrm>
            <a:off x="897255" y="330835"/>
            <a:ext cx="7045325" cy="64795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67940"/>
                                        </p:tgtEl>
                                        <p:attrNameLst>
                                          <p:attrName>style.visibility</p:attrName>
                                        </p:attrNameLst>
                                      </p:cBhvr>
                                      <p:to>
                                        <p:strVal val="visible"/>
                                      </p:to>
                                    </p:set>
                                    <p:anim calcmode="lin" valueType="num">
                                      <p:cBhvr additive="base">
                                        <p:cTn id="7" dur="500" fill="hold"/>
                                        <p:tgtEl>
                                          <p:spTgt spid="167940"/>
                                        </p:tgtEl>
                                        <p:attrNameLst>
                                          <p:attrName>ppt_x</p:attrName>
                                        </p:attrNameLst>
                                      </p:cBhvr>
                                      <p:tavLst>
                                        <p:tav tm="0">
                                          <p:val>
                                            <p:strVal val="0-#ppt_w/2"/>
                                          </p:val>
                                        </p:tav>
                                        <p:tav tm="100000">
                                          <p:val>
                                            <p:strVal val="#ppt_x"/>
                                          </p:val>
                                        </p:tav>
                                      </p:tavLst>
                                    </p:anim>
                                    <p:anim calcmode="lin" valueType="num">
                                      <p:cBhvr additive="base">
                                        <p:cTn id="8" dur="500" fill="hold"/>
                                        <p:tgtEl>
                                          <p:spTgt spid="16794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67947"/>
                                        </p:tgtEl>
                                        <p:attrNameLst>
                                          <p:attrName>style.visibility</p:attrName>
                                        </p:attrNameLst>
                                      </p:cBhvr>
                                      <p:to>
                                        <p:strVal val="visible"/>
                                      </p:to>
                                    </p:set>
                                    <p:anim calcmode="lin" valueType="num">
                                      <p:cBhvr additive="base">
                                        <p:cTn id="13" dur="500" fill="hold"/>
                                        <p:tgtEl>
                                          <p:spTgt spid="167947"/>
                                        </p:tgtEl>
                                        <p:attrNameLst>
                                          <p:attrName>ppt_x</p:attrName>
                                        </p:attrNameLst>
                                      </p:cBhvr>
                                      <p:tavLst>
                                        <p:tav tm="0">
                                          <p:val>
                                            <p:strVal val="0-#ppt_w/2"/>
                                          </p:val>
                                        </p:tav>
                                        <p:tav tm="100000">
                                          <p:val>
                                            <p:strVal val="#ppt_x"/>
                                          </p:val>
                                        </p:tav>
                                      </p:tavLst>
                                    </p:anim>
                                    <p:anim calcmode="lin" valueType="num">
                                      <p:cBhvr additive="base">
                                        <p:cTn id="14" dur="500" fill="hold"/>
                                        <p:tgtEl>
                                          <p:spTgt spid="16794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up)">
                                      <p:cBhvr>
                                        <p:cTn id="1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4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2"/>
          <p:cNvSpPr>
            <a:spLocks noGrp="1"/>
          </p:cNvSpPr>
          <p:nvPr>
            <p:ph type="title"/>
          </p:nvPr>
        </p:nvSpPr>
        <p:spPr>
          <a:xfrm>
            <a:off x="6934200" y="838200"/>
            <a:ext cx="1524000" cy="228600"/>
          </a:xfrm>
          <a:noFill/>
          <a:ln>
            <a:noFill/>
          </a:ln>
        </p:spPr>
        <p:txBody>
          <a:bodyPr/>
          <a:p>
            <a:pPr eaLnBrk="1" hangingPunct="1"/>
            <a:r>
              <a:rPr lang="zh-CN" altLang="en-US" sz="800" dirty="0">
                <a:solidFill>
                  <a:schemeClr val="bg1"/>
                </a:solidFill>
              </a:rPr>
              <a:t>第三节１</a:t>
            </a:r>
            <a:endParaRPr lang="zh-CN" altLang="en-US" sz="800" dirty="0">
              <a:solidFill>
                <a:schemeClr val="bg1"/>
              </a:solidFill>
            </a:endParaRPr>
          </a:p>
        </p:txBody>
      </p:sp>
      <p:pic>
        <p:nvPicPr>
          <p:cNvPr id="169988" name="Picture 4" descr="rewind1">
            <a:hlinkClick r:id="" action="ppaction://hlinkshowjump?jump=firstslide"/>
          </p:cNvPr>
          <p:cNvPicPr>
            <a:picLocks noChangeAspect="1"/>
          </p:cNvPicPr>
          <p:nvPr/>
        </p:nvPicPr>
        <p:blipFill>
          <a:blip r:embed="rId1"/>
          <a:stretch>
            <a:fillRect/>
          </a:stretch>
        </p:blipFill>
        <p:spPr>
          <a:xfrm>
            <a:off x="8342313" y="6523038"/>
            <a:ext cx="287337" cy="287337"/>
          </a:xfrm>
          <a:prstGeom prst="rect">
            <a:avLst/>
          </a:prstGeom>
          <a:noFill/>
          <a:ln w="9525">
            <a:noFill/>
          </a:ln>
        </p:spPr>
      </p:pic>
      <p:sp>
        <p:nvSpPr>
          <p:cNvPr id="170004" name="Text Box 20"/>
          <p:cNvSpPr txBox="1"/>
          <p:nvPr/>
        </p:nvSpPr>
        <p:spPr>
          <a:xfrm>
            <a:off x="6781800" y="6376988"/>
            <a:ext cx="438150" cy="396875"/>
          </a:xfrm>
          <a:prstGeom prst="rect">
            <a:avLst/>
          </a:prstGeom>
          <a:noFill/>
          <a:ln w="9525">
            <a:noFill/>
          </a:ln>
        </p:spPr>
        <p:txBody>
          <a:bodyPr wrap="none">
            <a:spAutoFit/>
          </a:bodyPr>
          <a:p>
            <a:pPr eaLnBrk="1" hangingPunct="1"/>
            <a:r>
              <a:rPr lang="zh-CN" altLang="en-US" dirty="0">
                <a:latin typeface="Times New Roman" panose="02020603050405020304" pitchFamily="18" charset="0"/>
              </a:rPr>
              <a:t>　</a:t>
            </a:r>
            <a:endParaRPr lang="zh-CN" altLang="en-US" dirty="0">
              <a:latin typeface="Times New Roman" panose="02020603050405020304" pitchFamily="18" charset="0"/>
            </a:endParaRPr>
          </a:p>
        </p:txBody>
      </p:sp>
      <p:pic>
        <p:nvPicPr>
          <p:cNvPr id="170005" name="Picture 21" descr="NEXT1">
            <a:hlinkClick r:id="" action="ppaction://hlinkshowjump?jump=nextslide"/>
          </p:cNvPr>
          <p:cNvPicPr>
            <a:picLocks noChangeAspect="1"/>
          </p:cNvPicPr>
          <p:nvPr/>
        </p:nvPicPr>
        <p:blipFill>
          <a:blip r:embed="rId2"/>
          <a:stretch>
            <a:fillRect/>
          </a:stretch>
        </p:blipFill>
        <p:spPr>
          <a:xfrm>
            <a:off x="8793163" y="6523038"/>
            <a:ext cx="287337" cy="287337"/>
          </a:xfrm>
          <a:prstGeom prst="rect">
            <a:avLst/>
          </a:prstGeom>
          <a:noFill/>
          <a:ln w="9525">
            <a:noFill/>
          </a:ln>
        </p:spPr>
      </p:pic>
      <p:sp>
        <p:nvSpPr>
          <p:cNvPr id="8197" name="Text Box 5"/>
          <p:cNvSpPr txBox="1"/>
          <p:nvPr/>
        </p:nvSpPr>
        <p:spPr>
          <a:xfrm>
            <a:off x="741998" y="60643"/>
            <a:ext cx="3648075" cy="554037"/>
          </a:xfrm>
          <a:prstGeom prst="rect">
            <a:avLst/>
          </a:prstGeom>
          <a:noFill/>
          <a:ln w="9525">
            <a:noFill/>
          </a:ln>
        </p:spPr>
        <p:txBody>
          <a:bodyPr wrap="none">
            <a:spAutoFit/>
          </a:bodyPr>
          <a:p>
            <a:pPr eaLnBrk="1" hangingPunct="1"/>
            <a:r>
              <a:rPr lang="zh-CN" altLang="en-US" sz="3000" dirty="0">
                <a:solidFill>
                  <a:schemeClr val="bg1"/>
                </a:solidFill>
                <a:latin typeface="Times New Roman" panose="02020603050405020304" pitchFamily="18" charset="0"/>
                <a:ea typeface="黑体" panose="02010609060101010101" pitchFamily="49" charset="-122"/>
              </a:rPr>
              <a:t>整体设计方案的确定</a:t>
            </a:r>
            <a:endParaRPr lang="zh-CN" altLang="en-US" sz="3000" dirty="0">
              <a:solidFill>
                <a:schemeClr val="bg1"/>
              </a:solidFill>
              <a:latin typeface="Times New Roman" panose="02020603050405020304" pitchFamily="18" charset="0"/>
              <a:ea typeface="黑体" panose="02010609060101010101" pitchFamily="49" charset="-122"/>
            </a:endParaRPr>
          </a:p>
        </p:txBody>
      </p:sp>
      <p:sp>
        <p:nvSpPr>
          <p:cNvPr id="10" name="Text Box 10"/>
          <p:cNvSpPr txBox="1"/>
          <p:nvPr/>
        </p:nvSpPr>
        <p:spPr>
          <a:xfrm>
            <a:off x="667385" y="908368"/>
            <a:ext cx="4086225" cy="573087"/>
          </a:xfrm>
          <a:prstGeom prst="rect">
            <a:avLst/>
          </a:prstGeom>
          <a:noFill/>
          <a:ln w="9525">
            <a:noFill/>
          </a:ln>
        </p:spPr>
        <p:txBody>
          <a:bodyPr wrap="none">
            <a:spAutoFit/>
          </a:bodyPr>
          <a:p>
            <a:pPr eaLnBrk="1" hangingPunct="1">
              <a:lnSpc>
                <a:spcPct val="130000"/>
              </a:lnSpc>
              <a:buSzPct val="80000"/>
              <a:buBlip>
                <a:blip r:embed="rId3"/>
              </a:buBlip>
            </a:pPr>
            <a:r>
              <a:rPr lang="en-US" altLang="zh-CN" dirty="0">
                <a:latin typeface="Times New Roman" panose="02020603050405020304" pitchFamily="18" charset="0"/>
              </a:rPr>
              <a:t> </a:t>
            </a:r>
            <a:r>
              <a:rPr lang="zh-CN" altLang="en-US" sz="2400" dirty="0">
                <a:latin typeface="Times New Roman" panose="02020603050405020304" pitchFamily="18" charset="0"/>
              </a:rPr>
              <a:t>斗式提升机（简称斗提机）</a:t>
            </a:r>
            <a:endParaRPr lang="zh-CN" altLang="en-US" sz="2400" dirty="0">
              <a:latin typeface="Times New Roman" panose="02020603050405020304" pitchFamily="18" charset="0"/>
            </a:endParaRPr>
          </a:p>
        </p:txBody>
      </p:sp>
      <p:sp>
        <p:nvSpPr>
          <p:cNvPr id="11" name="文本框 10"/>
          <p:cNvSpPr txBox="1"/>
          <p:nvPr/>
        </p:nvSpPr>
        <p:spPr>
          <a:xfrm>
            <a:off x="540385" y="1481455"/>
            <a:ext cx="8540115" cy="1198880"/>
          </a:xfrm>
          <a:prstGeom prst="rect">
            <a:avLst/>
          </a:prstGeom>
          <a:noFill/>
          <a:ln w="9525">
            <a:noFill/>
          </a:ln>
        </p:spPr>
        <p:txBody>
          <a:bodyPr wrap="square">
            <a:spAutoFit/>
          </a:bodyPr>
          <a:p>
            <a:pPr>
              <a:lnSpc>
                <a:spcPct val="150000"/>
              </a:lnSpc>
            </a:pPr>
            <a:r>
              <a:rPr lang="en-US" altLang="zh-CN" dirty="0">
                <a:latin typeface="Times New Roman" panose="02020603050405020304" pitchFamily="18" charset="0"/>
              </a:rPr>
              <a:t>       </a:t>
            </a:r>
            <a:r>
              <a:rPr lang="zh-CN" altLang="zh-CN" sz="2400" dirty="0">
                <a:latin typeface="黑体" panose="02010609060101010101" pitchFamily="49" charset="-122"/>
                <a:ea typeface="黑体" panose="02010609060101010101" pitchFamily="49" charset="-122"/>
                <a:cs typeface="黑体" panose="02010609060101010101" pitchFamily="49" charset="-122"/>
              </a:rPr>
              <a:t>斗式提升机是利用均匀固接于</a:t>
            </a:r>
            <a:r>
              <a:rPr lang="zh-CN" altLang="zh-CN" sz="2400" dirty="0">
                <a:solidFill>
                  <a:srgbClr val="C00000"/>
                </a:solidFill>
                <a:latin typeface="黑体" panose="02010609060101010101" pitchFamily="49" charset="-122"/>
                <a:ea typeface="黑体" panose="02010609060101010101" pitchFamily="49" charset="-122"/>
                <a:cs typeface="黑体" panose="02010609060101010101" pitchFamily="49" charset="-122"/>
              </a:rPr>
              <a:t>无端牵引链</a:t>
            </a:r>
            <a:r>
              <a:rPr lang="zh-CN" altLang="zh-CN" sz="2400" dirty="0">
                <a:latin typeface="黑体" panose="02010609060101010101" pitchFamily="49" charset="-122"/>
                <a:ea typeface="黑体" panose="02010609060101010101" pitchFamily="49" charset="-122"/>
                <a:cs typeface="黑体" panose="02010609060101010101" pitchFamily="49" charset="-122"/>
              </a:rPr>
              <a:t>或</a:t>
            </a:r>
            <a:r>
              <a:rPr lang="zh-CN" altLang="zh-CN" sz="2400" dirty="0">
                <a:solidFill>
                  <a:srgbClr val="C00000"/>
                </a:solidFill>
                <a:latin typeface="黑体" panose="02010609060101010101" pitchFamily="49" charset="-122"/>
                <a:ea typeface="黑体" panose="02010609060101010101" pitchFamily="49" charset="-122"/>
                <a:cs typeface="黑体" panose="02010609060101010101" pitchFamily="49" charset="-122"/>
              </a:rPr>
              <a:t>胶带</a:t>
            </a:r>
            <a:r>
              <a:rPr lang="zh-CN" altLang="zh-CN" sz="2400" dirty="0">
                <a:latin typeface="黑体" panose="02010609060101010101" pitchFamily="49" charset="-122"/>
                <a:ea typeface="黑体" panose="02010609060101010101" pitchFamily="49" charset="-122"/>
                <a:cs typeface="黑体" panose="02010609060101010101" pitchFamily="49" charset="-122"/>
              </a:rPr>
              <a:t>上的一系列料斗，竖向提升散状物料的连续输送机械</a:t>
            </a:r>
            <a:r>
              <a:rPr lang="zh-CN" altLang="en-US" sz="2400" dirty="0">
                <a:latin typeface="黑体" panose="02010609060101010101" pitchFamily="49" charset="-122"/>
                <a:ea typeface="黑体" panose="02010609060101010101" pitchFamily="49" charset="-122"/>
                <a:cs typeface="黑体" panose="02010609060101010101" pitchFamily="49" charset="-122"/>
              </a:rPr>
              <a:t>。分如下三种：</a:t>
            </a:r>
            <a:r>
              <a:rPr lang="zh-CN" altLang="zh-CN" sz="2400" dirty="0">
                <a:latin typeface="黑体" panose="02010609060101010101" pitchFamily="49" charset="-122"/>
                <a:ea typeface="黑体" panose="02010609060101010101" pitchFamily="49" charset="-122"/>
                <a:cs typeface="黑体" panose="02010609060101010101" pitchFamily="49" charset="-122"/>
              </a:rPr>
              <a:t> </a:t>
            </a:r>
            <a:endParaRPr lang="zh-CN" altLang="en-US" sz="2400" dirty="0">
              <a:latin typeface="黑体" panose="02010609060101010101" pitchFamily="49" charset="-122"/>
              <a:ea typeface="黑体" panose="02010609060101010101" pitchFamily="49" charset="-122"/>
              <a:cs typeface="黑体" panose="02010609060101010101" pitchFamily="49" charset="-122"/>
            </a:endParaRPr>
          </a:p>
        </p:txBody>
      </p:sp>
      <p:pic>
        <p:nvPicPr>
          <p:cNvPr id="12" name="图片 11"/>
          <p:cNvPicPr>
            <a:picLocks noChangeAspect="1"/>
          </p:cNvPicPr>
          <p:nvPr/>
        </p:nvPicPr>
        <p:blipFill>
          <a:blip r:embed="rId4"/>
          <a:stretch>
            <a:fillRect/>
          </a:stretch>
        </p:blipFill>
        <p:spPr>
          <a:xfrm>
            <a:off x="365125" y="2854960"/>
            <a:ext cx="2530475" cy="2530475"/>
          </a:xfrm>
          <a:prstGeom prst="rect">
            <a:avLst/>
          </a:prstGeom>
          <a:noFill/>
          <a:ln w="9525">
            <a:noFill/>
          </a:ln>
        </p:spPr>
      </p:pic>
      <p:sp>
        <p:nvSpPr>
          <p:cNvPr id="13" name="文本框 12"/>
          <p:cNvSpPr txBox="1"/>
          <p:nvPr/>
        </p:nvSpPr>
        <p:spPr>
          <a:xfrm>
            <a:off x="1331913" y="5589588"/>
            <a:ext cx="690880" cy="398780"/>
          </a:xfrm>
          <a:prstGeom prst="rect">
            <a:avLst/>
          </a:prstGeom>
          <a:noFill/>
          <a:ln w="9525">
            <a:noFill/>
          </a:ln>
        </p:spPr>
        <p:txBody>
          <a:bodyPr wrap="none">
            <a:spAutoFit/>
          </a:bodyPr>
          <a:p>
            <a:r>
              <a:rPr lang="zh-CN" altLang="en-US" dirty="0">
                <a:latin typeface="Times New Roman" panose="02020603050405020304" pitchFamily="18" charset="0"/>
              </a:rPr>
              <a:t>带式</a:t>
            </a:r>
            <a:endParaRPr lang="zh-CN" altLang="en-US" dirty="0">
              <a:latin typeface="Times New Roman" panose="02020603050405020304" pitchFamily="18" charset="0"/>
            </a:endParaRPr>
          </a:p>
        </p:txBody>
      </p:sp>
      <p:pic>
        <p:nvPicPr>
          <p:cNvPr id="14" name="图片 13"/>
          <p:cNvPicPr>
            <a:picLocks noChangeAspect="1"/>
          </p:cNvPicPr>
          <p:nvPr/>
        </p:nvPicPr>
        <p:blipFill>
          <a:blip r:embed="rId5"/>
          <a:stretch>
            <a:fillRect/>
          </a:stretch>
        </p:blipFill>
        <p:spPr>
          <a:xfrm>
            <a:off x="2993073" y="2929255"/>
            <a:ext cx="3373437" cy="2530475"/>
          </a:xfrm>
          <a:prstGeom prst="rect">
            <a:avLst/>
          </a:prstGeom>
          <a:noFill/>
          <a:ln w="9525">
            <a:noFill/>
          </a:ln>
        </p:spPr>
      </p:pic>
      <p:sp>
        <p:nvSpPr>
          <p:cNvPr id="15" name="文本框 14"/>
          <p:cNvSpPr txBox="1"/>
          <p:nvPr/>
        </p:nvSpPr>
        <p:spPr>
          <a:xfrm>
            <a:off x="3879215" y="5589588"/>
            <a:ext cx="1198880" cy="398780"/>
          </a:xfrm>
          <a:prstGeom prst="rect">
            <a:avLst/>
          </a:prstGeom>
          <a:noFill/>
          <a:ln w="9525">
            <a:noFill/>
          </a:ln>
        </p:spPr>
        <p:txBody>
          <a:bodyPr wrap="none">
            <a:spAutoFit/>
          </a:bodyPr>
          <a:p>
            <a:r>
              <a:rPr lang="zh-CN" altLang="en-US" dirty="0">
                <a:latin typeface="Times New Roman" panose="02020603050405020304" pitchFamily="18" charset="0"/>
              </a:rPr>
              <a:t>圆环链式</a:t>
            </a:r>
            <a:endParaRPr lang="zh-CN" altLang="en-US" dirty="0">
              <a:latin typeface="Times New Roman" panose="02020603050405020304" pitchFamily="18" charset="0"/>
            </a:endParaRPr>
          </a:p>
        </p:txBody>
      </p:sp>
      <p:pic>
        <p:nvPicPr>
          <p:cNvPr id="16" name="图片 15"/>
          <p:cNvPicPr>
            <a:picLocks noChangeAspect="1"/>
          </p:cNvPicPr>
          <p:nvPr/>
        </p:nvPicPr>
        <p:blipFill>
          <a:blip r:embed="rId6"/>
          <a:stretch>
            <a:fillRect/>
          </a:stretch>
        </p:blipFill>
        <p:spPr>
          <a:xfrm>
            <a:off x="6253163" y="2857500"/>
            <a:ext cx="2605087" cy="2601913"/>
          </a:xfrm>
          <a:prstGeom prst="rect">
            <a:avLst/>
          </a:prstGeom>
          <a:noFill/>
          <a:ln w="9525">
            <a:noFill/>
          </a:ln>
        </p:spPr>
      </p:pic>
      <p:sp>
        <p:nvSpPr>
          <p:cNvPr id="17" name="文本框 16"/>
          <p:cNvSpPr txBox="1"/>
          <p:nvPr/>
        </p:nvSpPr>
        <p:spPr>
          <a:xfrm>
            <a:off x="6781800" y="5589905"/>
            <a:ext cx="944880" cy="398780"/>
          </a:xfrm>
          <a:prstGeom prst="rect">
            <a:avLst/>
          </a:prstGeom>
          <a:noFill/>
          <a:ln w="9525">
            <a:noFill/>
          </a:ln>
        </p:spPr>
        <p:txBody>
          <a:bodyPr wrap="none">
            <a:spAutoFit/>
          </a:bodyPr>
          <a:p>
            <a:r>
              <a:rPr lang="zh-CN" altLang="en-US" dirty="0">
                <a:latin typeface="Times New Roman" panose="02020603050405020304" pitchFamily="18" charset="0"/>
              </a:rPr>
              <a:t>板链式</a:t>
            </a:r>
            <a:endParaRPr lang="zh-CN" altLang="en-US"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170005"/>
                                        </p:tgtEl>
                                        <p:attrNameLst>
                                          <p:attrName>style.visibility</p:attrName>
                                        </p:attrNameLst>
                                      </p:cBhvr>
                                      <p:to>
                                        <p:strVal val="visible"/>
                                      </p:to>
                                    </p:set>
                                  </p:childTnLst>
                                </p:cTn>
                              </p:par>
                            </p:childTnLst>
                          </p:cTn>
                        </p:par>
                        <p:par>
                          <p:cTn id="7" fill="hold">
                            <p:stCondLst>
                              <p:cond delay="500"/>
                            </p:stCondLst>
                            <p:childTnLst>
                              <p:par>
                                <p:cTn id="8" presetID="2" presetClass="entr" presetSubtype="8" fill="hold" nodeType="afterEffect">
                                  <p:stCondLst>
                                    <p:cond delay="0"/>
                                  </p:stCondLst>
                                  <p:childTnLst>
                                    <p:set>
                                      <p:cBhvr>
                                        <p:cTn id="9" dur="1" fill="hold">
                                          <p:stCondLst>
                                            <p:cond delay="0"/>
                                          </p:stCondLst>
                                        </p:cTn>
                                        <p:tgtEl>
                                          <p:spTgt spid="169988"/>
                                        </p:tgtEl>
                                        <p:attrNameLst>
                                          <p:attrName>style.visibility</p:attrName>
                                        </p:attrNameLst>
                                      </p:cBhvr>
                                      <p:to>
                                        <p:strVal val="visible"/>
                                      </p:to>
                                    </p:set>
                                    <p:anim calcmode="lin" valueType="num">
                                      <p:cBhvr additive="base">
                                        <p:cTn id="10" dur="500" fill="hold"/>
                                        <p:tgtEl>
                                          <p:spTgt spid="169988"/>
                                        </p:tgtEl>
                                        <p:attrNameLst>
                                          <p:attrName>ppt_x</p:attrName>
                                        </p:attrNameLst>
                                      </p:cBhvr>
                                      <p:tavLst>
                                        <p:tav tm="0">
                                          <p:val>
                                            <p:strVal val="0-#ppt_w/2"/>
                                          </p:val>
                                        </p:tav>
                                        <p:tav tm="100000">
                                          <p:val>
                                            <p:strVal val="#ppt_x"/>
                                          </p:val>
                                        </p:tav>
                                      </p:tavLst>
                                    </p:anim>
                                    <p:anim calcmode="lin" valueType="num">
                                      <p:cBhvr additive="base">
                                        <p:cTn id="11" dur="500" fill="hold"/>
                                        <p:tgtEl>
                                          <p:spTgt spid="169988"/>
                                        </p:tgtEl>
                                        <p:attrNameLst>
                                          <p:attrName>ppt_y</p:attrName>
                                        </p:attrNameLst>
                                      </p:cBhvr>
                                      <p:tavLst>
                                        <p:tav tm="0">
                                          <p:val>
                                            <p:strVal val="#ppt_y"/>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2" presetClass="entr" presetSubtype="8" fill="hold" grpId="0" nodeType="clickEffect">
                                  <p:stCondLst>
                                    <p:cond delay="0"/>
                                  </p:stCondLst>
                                  <p:childTnLst>
                                    <p:set>
                                      <p:cBhvr>
                                        <p:cTn id="15" dur="1" fill="hold">
                                          <p:stCondLst>
                                            <p:cond delay="0"/>
                                          </p:stCondLst>
                                        </p:cTn>
                                        <p:tgtEl>
                                          <p:spTgt spid="170004"/>
                                        </p:tgtEl>
                                        <p:attrNameLst>
                                          <p:attrName>style.visibility</p:attrName>
                                        </p:attrNameLst>
                                      </p:cBhvr>
                                      <p:to>
                                        <p:strVal val="visible"/>
                                      </p:to>
                                    </p:set>
                                    <p:anim calcmode="lin" valueType="num">
                                      <p:cBhvr additive="base">
                                        <p:cTn id="16" dur="500" fill="hold"/>
                                        <p:tgtEl>
                                          <p:spTgt spid="170004"/>
                                        </p:tgtEl>
                                        <p:attrNameLst>
                                          <p:attrName>ppt_x</p:attrName>
                                        </p:attrNameLst>
                                      </p:cBhvr>
                                      <p:tavLst>
                                        <p:tav tm="0">
                                          <p:val>
                                            <p:strVal val="0-#ppt_w/2"/>
                                          </p:val>
                                        </p:tav>
                                        <p:tav tm="100000">
                                          <p:val>
                                            <p:strVal val="#ppt_x"/>
                                          </p:val>
                                        </p:tav>
                                      </p:tavLst>
                                    </p:anim>
                                    <p:anim calcmode="lin" valueType="num">
                                      <p:cBhvr additive="base">
                                        <p:cTn id="17" dur="500" fill="hold"/>
                                        <p:tgtEl>
                                          <p:spTgt spid="170004"/>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wipe(left)">
                                      <p:cBhvr>
                                        <p:cTn id="26" dur="5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wipe(left)">
                                      <p:cBhvr>
                                        <p:cTn id="31" dur="500"/>
                                        <p:tgtEl>
                                          <p:spTgt spid="12"/>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wipe(left)">
                                      <p:cBhvr>
                                        <p:cTn id="34" dur="500"/>
                                        <p:tgtEl>
                                          <p:spTgt spid="13"/>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wipe(left)">
                                      <p:cBhvr>
                                        <p:cTn id="39" dur="500"/>
                                        <p:tgtEl>
                                          <p:spTgt spid="14"/>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wipe(left)">
                                      <p:cBhvr>
                                        <p:cTn id="42" dur="500"/>
                                        <p:tgtEl>
                                          <p:spTgt spid="1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wipe(left)">
                                      <p:cBhvr>
                                        <p:cTn id="47" dur="500"/>
                                        <p:tgtEl>
                                          <p:spTgt spid="16"/>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wipe(left)">
                                      <p:cBhvr>
                                        <p:cTn id="5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0004" grpId="0"/>
      <p:bldP spid="10" grpId="0"/>
      <p:bldP spid="11" grpId="0"/>
      <p:bldP spid="13" grpId="0"/>
      <p:bldP spid="15" grpId="0"/>
      <p:bldP spid="1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descr="R-C"/>
          <p:cNvPicPr>
            <a:picLocks noChangeAspect="1"/>
          </p:cNvPicPr>
          <p:nvPr/>
        </p:nvPicPr>
        <p:blipFill>
          <a:blip r:embed="rId1"/>
          <a:stretch>
            <a:fillRect/>
          </a:stretch>
        </p:blipFill>
        <p:spPr>
          <a:xfrm>
            <a:off x="1082675" y="872490"/>
            <a:ext cx="1905000" cy="4905375"/>
          </a:xfrm>
          <a:prstGeom prst="rect">
            <a:avLst/>
          </a:prstGeom>
        </p:spPr>
      </p:pic>
      <p:pic>
        <p:nvPicPr>
          <p:cNvPr id="6" name="图片 5" descr="R-C"/>
          <p:cNvPicPr>
            <a:picLocks noChangeAspect="1"/>
          </p:cNvPicPr>
          <p:nvPr/>
        </p:nvPicPr>
        <p:blipFill>
          <a:blip r:embed="rId2"/>
          <a:stretch>
            <a:fillRect/>
          </a:stretch>
        </p:blipFill>
        <p:spPr>
          <a:xfrm>
            <a:off x="3653790" y="573405"/>
            <a:ext cx="4839970" cy="6107430"/>
          </a:xfrm>
          <a:prstGeom prst="rect">
            <a:avLst/>
          </a:prstGeom>
        </p:spPr>
      </p:pic>
      <p:pic>
        <p:nvPicPr>
          <p:cNvPr id="8" name="图片 7" descr="3aVCTN-0aQ3QGxmu2RnYDxAFU3I"/>
          <p:cNvPicPr>
            <a:picLocks noChangeAspect="1"/>
          </p:cNvPicPr>
          <p:nvPr/>
        </p:nvPicPr>
        <p:blipFill>
          <a:blip r:embed="rId3"/>
          <a:srcRect l="17487" t="1636" r="4068" b="17458"/>
          <a:stretch>
            <a:fillRect/>
          </a:stretch>
        </p:blipFill>
        <p:spPr>
          <a:xfrm>
            <a:off x="6213475" y="1028700"/>
            <a:ext cx="2743200" cy="288988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amond(in)">
                                      <p:cBhvr>
                                        <p:cTn id="12" dur="20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nodeType="clickEffect">
                                  <p:stCondLst>
                                    <p:cond delay="0"/>
                                  </p:stCondLst>
                                  <p:childTnLst>
                                    <p:animEffect transition="out" filter="wipe(down)">
                                      <p:cBhvr>
                                        <p:cTn id="16" dur="500"/>
                                        <p:tgtEl>
                                          <p:spTgt spid="8"/>
                                        </p:tgtEl>
                                      </p:cBhvr>
                                    </p:animEffect>
                                    <p:set>
                                      <p:cBhvr>
                                        <p:cTn id="17"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2"/>
          <p:cNvSpPr>
            <a:spLocks noGrp="1"/>
          </p:cNvSpPr>
          <p:nvPr>
            <p:ph type="title"/>
          </p:nvPr>
        </p:nvSpPr>
        <p:spPr>
          <a:xfrm>
            <a:off x="7010400" y="838200"/>
            <a:ext cx="1447800" cy="228600"/>
          </a:xfrm>
          <a:noFill/>
          <a:ln>
            <a:noFill/>
          </a:ln>
        </p:spPr>
        <p:txBody>
          <a:bodyPr/>
          <a:p>
            <a:pPr eaLnBrk="1" hangingPunct="1"/>
            <a:r>
              <a:rPr lang="zh-CN" altLang="en-US" sz="800" dirty="0">
                <a:solidFill>
                  <a:schemeClr val="bg1"/>
                </a:solidFill>
              </a:rPr>
              <a:t>第二节</a:t>
            </a:r>
            <a:endParaRPr lang="zh-CN" altLang="en-US" sz="800" dirty="0">
              <a:solidFill>
                <a:schemeClr val="bg1"/>
              </a:solidFill>
            </a:endParaRPr>
          </a:p>
        </p:txBody>
      </p:sp>
      <p:sp>
        <p:nvSpPr>
          <p:cNvPr id="168975" name="Text Box 15"/>
          <p:cNvSpPr txBox="1"/>
          <p:nvPr/>
        </p:nvSpPr>
        <p:spPr>
          <a:xfrm>
            <a:off x="6608763" y="6040755"/>
            <a:ext cx="279400" cy="549275"/>
          </a:xfrm>
          <a:prstGeom prst="rect">
            <a:avLst/>
          </a:prstGeom>
          <a:noFill/>
          <a:ln w="9525">
            <a:noFill/>
          </a:ln>
        </p:spPr>
        <p:txBody>
          <a:bodyPr wrap="none">
            <a:spAutoFit/>
          </a:bodyPr>
          <a:p>
            <a:pPr eaLnBrk="1" hangingPunct="1"/>
            <a:r>
              <a:rPr lang="en-US" altLang="zh-CN" sz="3000" dirty="0">
                <a:latin typeface="Times New Roman" panose="02020603050405020304" pitchFamily="18" charset="0"/>
              </a:rPr>
              <a:t> </a:t>
            </a:r>
            <a:endParaRPr lang="en-US" altLang="zh-CN" sz="3000" dirty="0">
              <a:latin typeface="Times New Roman" panose="02020603050405020304" pitchFamily="18" charset="0"/>
            </a:endParaRPr>
          </a:p>
        </p:txBody>
      </p:sp>
      <p:sp>
        <p:nvSpPr>
          <p:cNvPr id="9223" name="文本框 4"/>
          <p:cNvSpPr txBox="1"/>
          <p:nvPr/>
        </p:nvSpPr>
        <p:spPr>
          <a:xfrm>
            <a:off x="3275965" y="188595"/>
            <a:ext cx="2331720" cy="460375"/>
          </a:xfrm>
          <a:prstGeom prst="rect">
            <a:avLst/>
          </a:prstGeom>
          <a:solidFill>
            <a:schemeClr val="accent1">
              <a:lumMod val="20000"/>
              <a:lumOff val="80000"/>
            </a:schemeClr>
          </a:solidFill>
          <a:ln w="9525">
            <a:noFill/>
          </a:ln>
          <a:effectLst>
            <a:outerShdw blurRad="50800" dist="38100" dir="2700000" algn="tl" rotWithShape="0">
              <a:prstClr val="black">
                <a:alpha val="40000"/>
              </a:prstClr>
            </a:outerShdw>
          </a:effectLst>
        </p:spPr>
        <p:txBody>
          <a:bodyPr wrap="square">
            <a:spAutoFit/>
          </a:bodyPr>
          <a:p>
            <a:r>
              <a:rPr lang="zh-CN" altLang="en-US" b="1" dirty="0">
                <a:latin typeface="仿宋" panose="02010609060101010101" charset="-122"/>
                <a:ea typeface="仿宋" panose="02010609060101010101" charset="-122"/>
              </a:rPr>
              <a:t>板链斗式提升机</a:t>
            </a:r>
            <a:endParaRPr lang="zh-CN" altLang="en-US" b="1" dirty="0">
              <a:latin typeface="仿宋" panose="02010609060101010101" charset="-122"/>
              <a:ea typeface="仿宋" panose="02010609060101010101" charset="-122"/>
            </a:endParaRPr>
          </a:p>
        </p:txBody>
      </p:sp>
      <p:pic>
        <p:nvPicPr>
          <p:cNvPr id="2" name="图片 1" descr="斗提机"/>
          <p:cNvPicPr>
            <a:picLocks noChangeAspect="1"/>
          </p:cNvPicPr>
          <p:nvPr/>
        </p:nvPicPr>
        <p:blipFill>
          <a:blip r:embed="rId1"/>
          <a:stretch>
            <a:fillRect/>
          </a:stretch>
        </p:blipFill>
        <p:spPr>
          <a:xfrm>
            <a:off x="611505" y="827405"/>
            <a:ext cx="7412990" cy="4545330"/>
          </a:xfrm>
          <a:prstGeom prst="rect">
            <a:avLst/>
          </a:prstGeom>
        </p:spPr>
      </p:pic>
      <p:sp>
        <p:nvSpPr>
          <p:cNvPr id="5" name="文本框 4"/>
          <p:cNvSpPr txBox="1"/>
          <p:nvPr/>
        </p:nvSpPr>
        <p:spPr>
          <a:xfrm>
            <a:off x="4716145" y="1340485"/>
            <a:ext cx="1209040" cy="337185"/>
          </a:xfrm>
          <a:prstGeom prst="rect">
            <a:avLst/>
          </a:prstGeom>
          <a:noFill/>
        </p:spPr>
        <p:txBody>
          <a:bodyPr wrap="square" rtlCol="0">
            <a:spAutoFit/>
          </a:bodyPr>
          <a:p>
            <a:r>
              <a:rPr lang="zh-CN" altLang="en-US" sz="1600" b="1" spc="-100">
                <a:solidFill>
                  <a:srgbClr val="0000FF"/>
                </a:solidFill>
                <a:uFillTx/>
                <a:latin typeface="仿宋" panose="02010609060101010101" charset="-122"/>
                <a:ea typeface="仿宋" panose="02010609060101010101" charset="-122"/>
              </a:rPr>
              <a:t>上部机壳</a:t>
            </a:r>
            <a:endParaRPr lang="zh-CN" altLang="en-US" sz="1600" b="1" spc="-100">
              <a:solidFill>
                <a:srgbClr val="0000FF"/>
              </a:solidFill>
              <a:uFillTx/>
              <a:latin typeface="仿宋" panose="02010609060101010101" charset="-122"/>
              <a:ea typeface="仿宋" panose="02010609060101010101" charset="-122"/>
            </a:endParaRPr>
          </a:p>
        </p:txBody>
      </p:sp>
      <p:sp>
        <p:nvSpPr>
          <p:cNvPr id="6" name="文本框 5"/>
          <p:cNvSpPr txBox="1"/>
          <p:nvPr/>
        </p:nvSpPr>
        <p:spPr>
          <a:xfrm>
            <a:off x="5764530" y="908685"/>
            <a:ext cx="1092835" cy="337185"/>
          </a:xfrm>
          <a:prstGeom prst="rect">
            <a:avLst/>
          </a:prstGeom>
          <a:noFill/>
        </p:spPr>
        <p:txBody>
          <a:bodyPr wrap="square" rtlCol="0">
            <a:spAutoFit/>
          </a:bodyPr>
          <a:p>
            <a:r>
              <a:rPr lang="zh-CN" altLang="en-US" sz="1600" b="1" spc="-100">
                <a:solidFill>
                  <a:srgbClr val="0000FF"/>
                </a:solidFill>
                <a:uFillTx/>
                <a:latin typeface="仿宋" panose="02010609060101010101" charset="-122"/>
                <a:ea typeface="仿宋" panose="02010609060101010101" charset="-122"/>
              </a:rPr>
              <a:t>主动链轮</a:t>
            </a:r>
            <a:endParaRPr lang="zh-CN" altLang="en-US" sz="1600" b="1" spc="-100">
              <a:solidFill>
                <a:srgbClr val="0000FF"/>
              </a:solidFill>
              <a:uFillTx/>
              <a:latin typeface="仿宋" panose="02010609060101010101" charset="-122"/>
              <a:ea typeface="仿宋" panose="02010609060101010101" charset="-122"/>
            </a:endParaRPr>
          </a:p>
        </p:txBody>
      </p:sp>
      <p:sp>
        <p:nvSpPr>
          <p:cNvPr id="7" name="文本框 6"/>
          <p:cNvSpPr txBox="1"/>
          <p:nvPr/>
        </p:nvSpPr>
        <p:spPr>
          <a:xfrm>
            <a:off x="5309235" y="2204720"/>
            <a:ext cx="847090" cy="337185"/>
          </a:xfrm>
          <a:prstGeom prst="rect">
            <a:avLst/>
          </a:prstGeom>
          <a:noFill/>
        </p:spPr>
        <p:txBody>
          <a:bodyPr wrap="square" rtlCol="0">
            <a:spAutoFit/>
          </a:bodyPr>
          <a:p>
            <a:r>
              <a:rPr lang="zh-CN" altLang="en-US" sz="1600" b="1" spc="-100">
                <a:solidFill>
                  <a:srgbClr val="C00000"/>
                </a:solidFill>
                <a:uFillTx/>
                <a:latin typeface="仿宋" panose="02010609060101010101" charset="-122"/>
                <a:ea typeface="仿宋" panose="02010609060101010101" charset="-122"/>
              </a:rPr>
              <a:t>头部</a:t>
            </a:r>
            <a:endParaRPr lang="zh-CN" altLang="en-US" sz="1600" b="1" spc="-100">
              <a:solidFill>
                <a:srgbClr val="C00000"/>
              </a:solidFill>
              <a:uFillTx/>
              <a:latin typeface="仿宋" panose="02010609060101010101" charset="-122"/>
              <a:ea typeface="仿宋" panose="02010609060101010101" charset="-122"/>
            </a:endParaRPr>
          </a:p>
        </p:txBody>
      </p:sp>
      <p:sp>
        <p:nvSpPr>
          <p:cNvPr id="8" name="文本框 7"/>
          <p:cNvSpPr txBox="1"/>
          <p:nvPr/>
        </p:nvSpPr>
        <p:spPr>
          <a:xfrm>
            <a:off x="7308215" y="1827530"/>
            <a:ext cx="897255" cy="337185"/>
          </a:xfrm>
          <a:prstGeom prst="rect">
            <a:avLst/>
          </a:prstGeom>
          <a:noFill/>
        </p:spPr>
        <p:txBody>
          <a:bodyPr wrap="square" rtlCol="0">
            <a:spAutoFit/>
          </a:bodyPr>
          <a:p>
            <a:r>
              <a:rPr lang="zh-CN" altLang="en-US" sz="1600" b="1" spc="-100">
                <a:solidFill>
                  <a:srgbClr val="0000FF"/>
                </a:solidFill>
                <a:uFillTx/>
                <a:latin typeface="仿宋" panose="02010609060101010101" charset="-122"/>
                <a:ea typeface="仿宋" panose="02010609060101010101" charset="-122"/>
              </a:rPr>
              <a:t>出料口</a:t>
            </a:r>
            <a:endParaRPr lang="zh-CN" altLang="en-US" sz="1600" b="1" spc="-100">
              <a:solidFill>
                <a:srgbClr val="0000FF"/>
              </a:solidFill>
              <a:uFillTx/>
              <a:latin typeface="仿宋" panose="02010609060101010101" charset="-122"/>
              <a:ea typeface="仿宋" panose="02010609060101010101" charset="-122"/>
            </a:endParaRPr>
          </a:p>
        </p:txBody>
      </p:sp>
      <p:sp>
        <p:nvSpPr>
          <p:cNvPr id="9" name="文本框 8"/>
          <p:cNvSpPr txBox="1"/>
          <p:nvPr/>
        </p:nvSpPr>
        <p:spPr>
          <a:xfrm>
            <a:off x="7380605" y="2924810"/>
            <a:ext cx="989330" cy="337185"/>
          </a:xfrm>
          <a:prstGeom prst="rect">
            <a:avLst/>
          </a:prstGeom>
          <a:noFill/>
        </p:spPr>
        <p:txBody>
          <a:bodyPr wrap="square" rtlCol="0">
            <a:spAutoFit/>
          </a:bodyPr>
          <a:p>
            <a:r>
              <a:rPr lang="zh-CN" altLang="en-US" sz="1600" b="1" spc="-100">
                <a:solidFill>
                  <a:srgbClr val="0000FF"/>
                </a:solidFill>
                <a:uFillTx/>
                <a:latin typeface="仿宋" panose="02010609060101010101" charset="-122"/>
                <a:ea typeface="仿宋" panose="02010609060101010101" charset="-122"/>
              </a:rPr>
              <a:t>中间机壳</a:t>
            </a:r>
            <a:endParaRPr lang="zh-CN" altLang="en-US" sz="1600" b="1" spc="-100">
              <a:solidFill>
                <a:srgbClr val="0000FF"/>
              </a:solidFill>
              <a:uFillTx/>
              <a:latin typeface="仿宋" panose="02010609060101010101" charset="-122"/>
              <a:ea typeface="仿宋" panose="02010609060101010101" charset="-122"/>
            </a:endParaRPr>
          </a:p>
        </p:txBody>
      </p:sp>
      <p:sp>
        <p:nvSpPr>
          <p:cNvPr id="10" name="文本框 9"/>
          <p:cNvSpPr txBox="1"/>
          <p:nvPr/>
        </p:nvSpPr>
        <p:spPr>
          <a:xfrm>
            <a:off x="7404100" y="4220845"/>
            <a:ext cx="989330" cy="337185"/>
          </a:xfrm>
          <a:prstGeom prst="rect">
            <a:avLst/>
          </a:prstGeom>
          <a:noFill/>
        </p:spPr>
        <p:txBody>
          <a:bodyPr wrap="square" rtlCol="0">
            <a:spAutoFit/>
          </a:bodyPr>
          <a:p>
            <a:r>
              <a:rPr lang="zh-CN" altLang="en-US" sz="1600" b="1" spc="-100">
                <a:solidFill>
                  <a:srgbClr val="0000FF"/>
                </a:solidFill>
                <a:uFillTx/>
                <a:latin typeface="仿宋" panose="02010609060101010101" charset="-122"/>
                <a:ea typeface="仿宋" panose="02010609060101010101" charset="-122"/>
              </a:rPr>
              <a:t>下部机壳</a:t>
            </a:r>
            <a:endParaRPr lang="zh-CN" altLang="en-US" sz="1600" b="1" spc="-100">
              <a:solidFill>
                <a:srgbClr val="0000FF"/>
              </a:solidFill>
              <a:uFillTx/>
              <a:latin typeface="仿宋" panose="02010609060101010101" charset="-122"/>
              <a:ea typeface="仿宋" panose="02010609060101010101" charset="-122"/>
            </a:endParaRPr>
          </a:p>
        </p:txBody>
      </p:sp>
      <p:sp>
        <p:nvSpPr>
          <p:cNvPr id="11" name="文本框 10"/>
          <p:cNvSpPr txBox="1"/>
          <p:nvPr/>
        </p:nvSpPr>
        <p:spPr>
          <a:xfrm>
            <a:off x="7421880" y="3644900"/>
            <a:ext cx="760095" cy="337185"/>
          </a:xfrm>
          <a:prstGeom prst="rect">
            <a:avLst/>
          </a:prstGeom>
          <a:noFill/>
        </p:spPr>
        <p:txBody>
          <a:bodyPr wrap="square" rtlCol="0">
            <a:spAutoFit/>
          </a:bodyPr>
          <a:p>
            <a:r>
              <a:rPr lang="zh-CN" altLang="en-US" sz="1600" b="1" spc="-100">
                <a:solidFill>
                  <a:srgbClr val="C00000"/>
                </a:solidFill>
                <a:uFillTx/>
                <a:latin typeface="仿宋" panose="02010609060101010101" charset="-122"/>
                <a:ea typeface="仿宋" panose="02010609060101010101" charset="-122"/>
              </a:rPr>
              <a:t>尾部</a:t>
            </a:r>
            <a:endParaRPr lang="zh-CN" altLang="en-US" sz="1600" b="1" spc="-100">
              <a:solidFill>
                <a:srgbClr val="C00000"/>
              </a:solidFill>
              <a:uFillTx/>
              <a:latin typeface="仿宋" panose="02010609060101010101" charset="-122"/>
              <a:ea typeface="仿宋" panose="02010609060101010101" charset="-122"/>
            </a:endParaRPr>
          </a:p>
        </p:txBody>
      </p:sp>
      <p:sp>
        <p:nvSpPr>
          <p:cNvPr id="12" name="文本框 11"/>
          <p:cNvSpPr txBox="1"/>
          <p:nvPr/>
        </p:nvSpPr>
        <p:spPr>
          <a:xfrm>
            <a:off x="4940935" y="3546475"/>
            <a:ext cx="760095" cy="337185"/>
          </a:xfrm>
          <a:prstGeom prst="rect">
            <a:avLst/>
          </a:prstGeom>
          <a:noFill/>
        </p:spPr>
        <p:txBody>
          <a:bodyPr wrap="square" rtlCol="0">
            <a:spAutoFit/>
          </a:bodyPr>
          <a:p>
            <a:r>
              <a:rPr lang="zh-CN" altLang="en-US" sz="1600" b="1" spc="-100">
                <a:solidFill>
                  <a:srgbClr val="0000FF"/>
                </a:solidFill>
                <a:uFillTx/>
                <a:latin typeface="仿宋" panose="02010609060101010101" charset="-122"/>
                <a:ea typeface="仿宋" panose="02010609060101010101" charset="-122"/>
              </a:rPr>
              <a:t>进料口</a:t>
            </a:r>
            <a:endParaRPr lang="zh-CN" altLang="en-US" sz="1600" b="1" spc="-100">
              <a:solidFill>
                <a:srgbClr val="0000FF"/>
              </a:solidFill>
              <a:uFillTx/>
              <a:latin typeface="仿宋" panose="02010609060101010101" charset="-122"/>
              <a:ea typeface="仿宋" panose="02010609060101010101" charset="-122"/>
            </a:endParaRPr>
          </a:p>
        </p:txBody>
      </p:sp>
      <p:sp>
        <p:nvSpPr>
          <p:cNvPr id="13" name="文本框 12"/>
          <p:cNvSpPr txBox="1"/>
          <p:nvPr/>
        </p:nvSpPr>
        <p:spPr>
          <a:xfrm>
            <a:off x="7308215" y="5035550"/>
            <a:ext cx="989330" cy="337185"/>
          </a:xfrm>
          <a:prstGeom prst="rect">
            <a:avLst/>
          </a:prstGeom>
          <a:noFill/>
        </p:spPr>
        <p:txBody>
          <a:bodyPr wrap="square" rtlCol="0">
            <a:spAutoFit/>
          </a:bodyPr>
          <a:p>
            <a:r>
              <a:rPr lang="zh-CN" altLang="en-US" sz="1600" b="1" spc="-100">
                <a:solidFill>
                  <a:schemeClr val="tx1"/>
                </a:solidFill>
                <a:uFillTx/>
                <a:latin typeface="仿宋" panose="02010609060101010101" charset="-122"/>
                <a:ea typeface="仿宋" panose="02010609060101010101" charset="-122"/>
              </a:rPr>
              <a:t>张紧</a:t>
            </a:r>
            <a:r>
              <a:rPr lang="zh-CN" altLang="en-US" sz="1600" b="1" spc="-100">
                <a:solidFill>
                  <a:schemeClr val="tx1"/>
                </a:solidFill>
                <a:uFillTx/>
                <a:latin typeface="仿宋" panose="02010609060101010101" charset="-122"/>
                <a:ea typeface="仿宋" panose="02010609060101010101" charset="-122"/>
              </a:rPr>
              <a:t>装置</a:t>
            </a:r>
            <a:endParaRPr lang="zh-CN" altLang="en-US" sz="1600" b="1" spc="-100">
              <a:solidFill>
                <a:schemeClr val="tx1"/>
              </a:solidFill>
              <a:uFillTx/>
              <a:latin typeface="仿宋" panose="02010609060101010101" charset="-122"/>
              <a:ea typeface="仿宋" panose="02010609060101010101" charset="-122"/>
            </a:endParaRPr>
          </a:p>
        </p:txBody>
      </p:sp>
      <p:sp>
        <p:nvSpPr>
          <p:cNvPr id="14" name="文本框 13"/>
          <p:cNvSpPr txBox="1"/>
          <p:nvPr/>
        </p:nvSpPr>
        <p:spPr>
          <a:xfrm>
            <a:off x="6156325" y="2893695"/>
            <a:ext cx="847090" cy="337185"/>
          </a:xfrm>
          <a:prstGeom prst="rect">
            <a:avLst/>
          </a:prstGeom>
          <a:noFill/>
        </p:spPr>
        <p:txBody>
          <a:bodyPr wrap="square" rtlCol="0">
            <a:spAutoFit/>
          </a:bodyPr>
          <a:p>
            <a:r>
              <a:rPr lang="zh-CN" altLang="en-US" sz="1600" b="1" spc="-100">
                <a:solidFill>
                  <a:srgbClr val="FF0000"/>
                </a:solidFill>
                <a:uFillTx/>
                <a:latin typeface="仿宋" panose="02010609060101010101" charset="-122"/>
                <a:ea typeface="仿宋" panose="02010609060101010101" charset="-122"/>
              </a:rPr>
              <a:t>链条</a:t>
            </a:r>
            <a:endParaRPr lang="zh-CN" altLang="en-US" sz="1600" b="1" spc="-100">
              <a:solidFill>
                <a:srgbClr val="FF0000"/>
              </a:solidFill>
              <a:uFillTx/>
              <a:latin typeface="仿宋" panose="02010609060101010101" charset="-122"/>
              <a:ea typeface="仿宋" panose="02010609060101010101" charset="-122"/>
            </a:endParaRPr>
          </a:p>
        </p:txBody>
      </p:sp>
      <p:cxnSp>
        <p:nvCxnSpPr>
          <p:cNvPr id="15" name="直接连接符 14"/>
          <p:cNvCxnSpPr/>
          <p:nvPr/>
        </p:nvCxnSpPr>
        <p:spPr>
          <a:xfrm>
            <a:off x="5586095" y="2480310"/>
            <a:ext cx="1720215" cy="0"/>
          </a:xfrm>
          <a:prstGeom prst="line">
            <a:avLst/>
          </a:prstGeom>
          <a:ln w="15875" cmpd="sng">
            <a:solidFill>
              <a:srgbClr val="FF33CC"/>
            </a:solidFill>
            <a:prstDash val="lgDashDot"/>
          </a:ln>
        </p:spPr>
        <p:style>
          <a:lnRef idx="2">
            <a:schemeClr val="accent1"/>
          </a:lnRef>
          <a:fillRef idx="0">
            <a:srgbClr val="FFFFFF"/>
          </a:fillRef>
          <a:effectRef idx="0">
            <a:srgbClr val="FFFFFF"/>
          </a:effectRef>
          <a:fontRef idx="minor">
            <a:schemeClr val="tx1"/>
          </a:fontRef>
        </p:style>
      </p:cxnSp>
      <p:cxnSp>
        <p:nvCxnSpPr>
          <p:cNvPr id="16" name="直接连接符 15"/>
          <p:cNvCxnSpPr/>
          <p:nvPr/>
        </p:nvCxnSpPr>
        <p:spPr>
          <a:xfrm>
            <a:off x="5868035" y="3644900"/>
            <a:ext cx="2088515" cy="0"/>
          </a:xfrm>
          <a:prstGeom prst="line">
            <a:avLst/>
          </a:prstGeom>
          <a:ln w="15875" cmpd="sng">
            <a:solidFill>
              <a:srgbClr val="FF33CC"/>
            </a:solidFill>
            <a:prstDash val="lgDashDot"/>
          </a:ln>
        </p:spPr>
        <p:style>
          <a:lnRef idx="2">
            <a:schemeClr val="accent1"/>
          </a:lnRef>
          <a:fillRef idx="0">
            <a:srgbClr val="FFFFFF"/>
          </a:fillRef>
          <a:effectRef idx="0">
            <a:srgbClr val="FFFFFF"/>
          </a:effectRef>
          <a:fontRef idx="minor">
            <a:schemeClr val="tx1"/>
          </a:fontRef>
        </p:style>
      </p:cxnSp>
      <p:sp>
        <p:nvSpPr>
          <p:cNvPr id="17" name="文本框 16"/>
          <p:cNvSpPr txBox="1"/>
          <p:nvPr/>
        </p:nvSpPr>
        <p:spPr>
          <a:xfrm>
            <a:off x="1691640" y="5589270"/>
            <a:ext cx="1724660" cy="398780"/>
          </a:xfrm>
          <a:prstGeom prst="rect">
            <a:avLst/>
          </a:prstGeom>
          <a:solidFill>
            <a:schemeClr val="accent5">
              <a:lumMod val="40000"/>
              <a:lumOff val="60000"/>
            </a:schemeClr>
          </a:solidFill>
          <a:effectLst>
            <a:outerShdw blurRad="50800" dist="38100" dir="13500000" algn="br" rotWithShape="0">
              <a:prstClr val="black">
                <a:alpha val="40000"/>
              </a:prstClr>
            </a:outerShdw>
          </a:effectLst>
        </p:spPr>
        <p:txBody>
          <a:bodyPr wrap="square" rtlCol="0">
            <a:spAutoFit/>
          </a:bodyPr>
          <a:p>
            <a:r>
              <a:rPr lang="zh-CN" altLang="en-US" sz="2000" b="1">
                <a:latin typeface="仿宋" panose="02010609060101010101" charset="-122"/>
                <a:ea typeface="仿宋" panose="02010609060101010101" charset="-122"/>
              </a:rPr>
              <a:t>工作原理图</a:t>
            </a:r>
            <a:endParaRPr lang="zh-CN" altLang="en-US" sz="2000" b="1">
              <a:latin typeface="仿宋" panose="02010609060101010101" charset="-122"/>
              <a:ea typeface="仿宋" panose="02010609060101010101" charset="-122"/>
            </a:endParaRPr>
          </a:p>
        </p:txBody>
      </p:sp>
      <p:sp>
        <p:nvSpPr>
          <p:cNvPr id="18" name="文本框 17"/>
          <p:cNvSpPr txBox="1"/>
          <p:nvPr/>
        </p:nvSpPr>
        <p:spPr>
          <a:xfrm>
            <a:off x="5507990" y="5732780"/>
            <a:ext cx="2237740" cy="398780"/>
          </a:xfrm>
          <a:prstGeom prst="rect">
            <a:avLst/>
          </a:prstGeom>
          <a:solidFill>
            <a:schemeClr val="accent5">
              <a:lumMod val="40000"/>
              <a:lumOff val="60000"/>
            </a:schemeClr>
          </a:solidFill>
          <a:effectLst>
            <a:outerShdw blurRad="50800" dist="38100" dir="13500000" algn="br" rotWithShape="0">
              <a:prstClr val="black">
                <a:alpha val="40000"/>
              </a:prstClr>
            </a:outerShdw>
          </a:effectLst>
        </p:spPr>
        <p:txBody>
          <a:bodyPr wrap="square" rtlCol="0">
            <a:spAutoFit/>
          </a:bodyPr>
          <a:p>
            <a:r>
              <a:rPr lang="zh-CN" altLang="en-US" sz="2000" b="1">
                <a:latin typeface="仿宋" panose="02010609060101010101" charset="-122"/>
                <a:ea typeface="仿宋" panose="02010609060101010101" charset="-122"/>
              </a:rPr>
              <a:t>结构</a:t>
            </a:r>
            <a:r>
              <a:rPr lang="zh-CN" altLang="en-US" sz="2000" b="1">
                <a:latin typeface="仿宋" panose="02010609060101010101" charset="-122"/>
                <a:ea typeface="仿宋" panose="02010609060101010101" charset="-122"/>
              </a:rPr>
              <a:t>方案示意图</a:t>
            </a:r>
            <a:endParaRPr lang="zh-CN" altLang="en-US" sz="2000" b="1">
              <a:latin typeface="仿宋" panose="02010609060101010101" charset="-122"/>
              <a:ea typeface="仿宋" panose="02010609060101010101" charset="-122"/>
            </a:endParaRPr>
          </a:p>
        </p:txBody>
      </p:sp>
      <p:cxnSp>
        <p:nvCxnSpPr>
          <p:cNvPr id="3" name="直接连接符 2"/>
          <p:cNvCxnSpPr/>
          <p:nvPr/>
        </p:nvCxnSpPr>
        <p:spPr>
          <a:xfrm flipH="1" flipV="1">
            <a:off x="6192520" y="1196975"/>
            <a:ext cx="288290" cy="59880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8975"/>
                                        </p:tgtEl>
                                        <p:attrNameLst>
                                          <p:attrName>style.visibility</p:attrName>
                                        </p:attrNameLst>
                                      </p:cBhvr>
                                      <p:to>
                                        <p:strVal val="visible"/>
                                      </p:to>
                                    </p:set>
                                    <p:anim calcmode="lin" valueType="num">
                                      <p:cBhvr additive="base">
                                        <p:cTn id="7" dur="500" fill="hold"/>
                                        <p:tgtEl>
                                          <p:spTgt spid="168975"/>
                                        </p:tgtEl>
                                        <p:attrNameLst>
                                          <p:attrName>ppt_x</p:attrName>
                                        </p:attrNameLst>
                                      </p:cBhvr>
                                      <p:tavLst>
                                        <p:tav tm="0">
                                          <p:val>
                                            <p:strVal val="0-#ppt_w/2"/>
                                          </p:val>
                                        </p:tav>
                                        <p:tav tm="100000">
                                          <p:val>
                                            <p:strVal val="#ppt_x"/>
                                          </p:val>
                                        </p:tav>
                                      </p:tavLst>
                                    </p:anim>
                                    <p:anim calcmode="lin" valueType="num">
                                      <p:cBhvr additive="base">
                                        <p:cTn id="8" dur="500" fill="hold"/>
                                        <p:tgtEl>
                                          <p:spTgt spid="16897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9223"/>
                                        </p:tgtEl>
                                        <p:attrNameLst>
                                          <p:attrName>style.visibility</p:attrName>
                                        </p:attrNameLst>
                                      </p:cBhvr>
                                      <p:to>
                                        <p:strVal val="visible"/>
                                      </p:to>
                                    </p:set>
                                    <p:animEffect transition="in" filter="wipe(left)">
                                      <p:cBhvr>
                                        <p:cTn id="12" dur="500"/>
                                        <p:tgtEl>
                                          <p:spTgt spid="92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75" grpId="0"/>
      <p:bldP spid="9223"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2"/>
          <p:cNvSpPr>
            <a:spLocks noGrp="1"/>
          </p:cNvSpPr>
          <p:nvPr>
            <p:ph type="title"/>
          </p:nvPr>
        </p:nvSpPr>
        <p:spPr>
          <a:xfrm>
            <a:off x="7010400" y="838200"/>
            <a:ext cx="1447800" cy="228600"/>
          </a:xfrm>
          <a:noFill/>
          <a:ln>
            <a:noFill/>
          </a:ln>
        </p:spPr>
        <p:txBody>
          <a:bodyPr/>
          <a:p>
            <a:pPr eaLnBrk="1" hangingPunct="1"/>
            <a:r>
              <a:rPr lang="zh-CN" altLang="en-US" sz="800" dirty="0">
                <a:solidFill>
                  <a:schemeClr val="bg1"/>
                </a:solidFill>
              </a:rPr>
              <a:t>第二节</a:t>
            </a:r>
            <a:endParaRPr lang="zh-CN" altLang="en-US" sz="800" dirty="0">
              <a:solidFill>
                <a:schemeClr val="bg1"/>
              </a:solidFill>
            </a:endParaRPr>
          </a:p>
        </p:txBody>
      </p:sp>
      <p:sp>
        <p:nvSpPr>
          <p:cNvPr id="8196" name="Text Box 5"/>
          <p:cNvSpPr txBox="1"/>
          <p:nvPr/>
        </p:nvSpPr>
        <p:spPr>
          <a:xfrm>
            <a:off x="949325" y="26988"/>
            <a:ext cx="1722438" cy="554037"/>
          </a:xfrm>
          <a:prstGeom prst="rect">
            <a:avLst/>
          </a:prstGeom>
          <a:noFill/>
          <a:ln w="9525">
            <a:noFill/>
          </a:ln>
        </p:spPr>
        <p:txBody>
          <a:bodyPr wrap="none">
            <a:spAutoFit/>
          </a:bodyPr>
          <a:p>
            <a:pPr eaLnBrk="1" hangingPunct="1"/>
            <a:r>
              <a:rPr lang="zh-CN" altLang="en-US" sz="3000" dirty="0">
                <a:solidFill>
                  <a:schemeClr val="bg1"/>
                </a:solidFill>
                <a:latin typeface="Times New Roman" panose="02020603050405020304" pitchFamily="18" charset="0"/>
                <a:ea typeface="黑体" panose="02010609060101010101" pitchFamily="49" charset="-122"/>
              </a:rPr>
              <a:t>设计任务</a:t>
            </a:r>
            <a:endParaRPr lang="zh-CN" altLang="en-US" sz="3000" dirty="0">
              <a:solidFill>
                <a:schemeClr val="bg1"/>
              </a:solidFill>
              <a:latin typeface="Times New Roman" panose="02020603050405020304" pitchFamily="18" charset="0"/>
              <a:ea typeface="黑体" panose="02010609060101010101" pitchFamily="49" charset="-122"/>
            </a:endParaRPr>
          </a:p>
        </p:txBody>
      </p:sp>
      <p:sp>
        <p:nvSpPr>
          <p:cNvPr id="168975" name="Text Box 15"/>
          <p:cNvSpPr txBox="1"/>
          <p:nvPr/>
        </p:nvSpPr>
        <p:spPr>
          <a:xfrm>
            <a:off x="6476048" y="5704840"/>
            <a:ext cx="279400" cy="549275"/>
          </a:xfrm>
          <a:prstGeom prst="rect">
            <a:avLst/>
          </a:prstGeom>
          <a:noFill/>
          <a:ln w="9525">
            <a:noFill/>
          </a:ln>
        </p:spPr>
        <p:txBody>
          <a:bodyPr wrap="none">
            <a:spAutoFit/>
          </a:bodyPr>
          <a:p>
            <a:pPr eaLnBrk="1" hangingPunct="1"/>
            <a:r>
              <a:rPr lang="en-US" altLang="zh-CN" sz="3000" dirty="0">
                <a:latin typeface="Times New Roman" panose="02020603050405020304" pitchFamily="18" charset="0"/>
              </a:rPr>
              <a:t> </a:t>
            </a:r>
            <a:endParaRPr lang="en-US" altLang="zh-CN" sz="3000" dirty="0">
              <a:latin typeface="Times New Roman" panose="02020603050405020304" pitchFamily="18" charset="0"/>
            </a:endParaRPr>
          </a:p>
        </p:txBody>
      </p:sp>
      <p:sp>
        <p:nvSpPr>
          <p:cNvPr id="9224" name="矩形 5"/>
          <p:cNvSpPr/>
          <p:nvPr/>
        </p:nvSpPr>
        <p:spPr>
          <a:xfrm>
            <a:off x="2671763" y="6073140"/>
            <a:ext cx="2976880" cy="398780"/>
          </a:xfrm>
          <a:prstGeom prst="rect">
            <a:avLst/>
          </a:prstGeom>
          <a:noFill/>
          <a:ln w="9525">
            <a:noFill/>
          </a:ln>
        </p:spPr>
        <p:txBody>
          <a:bodyPr wrap="none">
            <a:spAutoFit/>
          </a:bodyPr>
          <a:p>
            <a:r>
              <a:rPr lang="zh-CN" altLang="en-US" dirty="0">
                <a:latin typeface="Times New Roman" panose="02020603050405020304" pitchFamily="18" charset="0"/>
              </a:rPr>
              <a:t>板链斗式提升机工作原理</a:t>
            </a:r>
            <a:endParaRPr lang="zh-CN" altLang="en-US" dirty="0">
              <a:latin typeface="Times New Roman" panose="02020603050405020304" pitchFamily="18" charset="0"/>
            </a:endParaRPr>
          </a:p>
        </p:txBody>
      </p:sp>
      <p:pic>
        <p:nvPicPr>
          <p:cNvPr id="2" name="图片 2"/>
          <p:cNvPicPr>
            <a:picLocks noChangeAspect="1"/>
          </p:cNvPicPr>
          <p:nvPr/>
        </p:nvPicPr>
        <p:blipFill>
          <a:blip r:embed="rId1">
            <a:lum contrast="6000"/>
          </a:blip>
          <a:srcRect l="63574" t="10668" r="3092"/>
          <a:stretch>
            <a:fillRect/>
          </a:stretch>
        </p:blipFill>
        <p:spPr>
          <a:xfrm>
            <a:off x="2273300" y="784225"/>
            <a:ext cx="3218180" cy="5288915"/>
          </a:xfrm>
          <a:prstGeom prst="rect">
            <a:avLst/>
          </a:prstGeom>
          <a:noFill/>
          <a:ln w="9525">
            <a:noFill/>
          </a:ln>
        </p:spPr>
      </p:pic>
      <p:sp>
        <p:nvSpPr>
          <p:cNvPr id="3" name="文本框 2"/>
          <p:cNvSpPr txBox="1"/>
          <p:nvPr/>
        </p:nvSpPr>
        <p:spPr>
          <a:xfrm>
            <a:off x="5593080" y="1107440"/>
            <a:ext cx="3298190" cy="1568450"/>
          </a:xfrm>
          <a:prstGeom prst="rect">
            <a:avLst/>
          </a:prstGeom>
          <a:noFill/>
        </p:spPr>
        <p:txBody>
          <a:bodyPr wrap="square" rtlCol="0">
            <a:spAutoFit/>
          </a:bodyPr>
          <a:p>
            <a:r>
              <a:rPr lang="zh-CN" altLang="en-US" sz="2400">
                <a:solidFill>
                  <a:srgbClr val="C00000"/>
                </a:solidFill>
                <a:latin typeface="黑体" panose="02010609060101010101" pitchFamily="49" charset="-122"/>
                <a:ea typeface="黑体" panose="02010609060101010101" pitchFamily="49" charset="-122"/>
              </a:rPr>
              <a:t>斗提机头部：</a:t>
            </a:r>
            <a:endParaRPr lang="zh-CN" altLang="en-US" sz="2400">
              <a:solidFill>
                <a:srgbClr val="C00000"/>
              </a:solidFill>
              <a:latin typeface="黑体" panose="02010609060101010101" pitchFamily="49" charset="-122"/>
              <a:ea typeface="黑体" panose="02010609060101010101" pitchFamily="49" charset="-122"/>
            </a:endParaRPr>
          </a:p>
          <a:p>
            <a:r>
              <a:rPr lang="zh-CN" altLang="en-US" sz="2400">
                <a:latin typeface="黑体" panose="02010609060101010101" pitchFamily="49" charset="-122"/>
                <a:ea typeface="黑体" panose="02010609060101010101" pitchFamily="49" charset="-122"/>
              </a:rPr>
              <a:t>上部机壳、驱动系统、上链轮、逆止器、</a:t>
            </a:r>
            <a:endParaRPr lang="zh-CN" altLang="en-US" sz="2400">
              <a:latin typeface="黑体" panose="02010609060101010101" pitchFamily="49" charset="-122"/>
              <a:ea typeface="黑体" panose="02010609060101010101" pitchFamily="49" charset="-122"/>
            </a:endParaRPr>
          </a:p>
          <a:p>
            <a:r>
              <a:rPr lang="zh-CN" altLang="en-US" sz="2400">
                <a:latin typeface="黑体" panose="02010609060101010101" pitchFamily="49" charset="-122"/>
                <a:ea typeface="黑体" panose="02010609060101010101" pitchFamily="49" charset="-122"/>
              </a:rPr>
              <a:t> 出料口</a:t>
            </a:r>
            <a:endParaRPr lang="zh-CN" altLang="en-US" sz="2400">
              <a:latin typeface="黑体" panose="02010609060101010101" pitchFamily="49" charset="-122"/>
              <a:ea typeface="黑体" panose="02010609060101010101" pitchFamily="49" charset="-122"/>
            </a:endParaRPr>
          </a:p>
        </p:txBody>
      </p:sp>
      <p:sp>
        <p:nvSpPr>
          <p:cNvPr id="4" name="文本框 3"/>
          <p:cNvSpPr txBox="1"/>
          <p:nvPr/>
        </p:nvSpPr>
        <p:spPr>
          <a:xfrm>
            <a:off x="5716905" y="4599305"/>
            <a:ext cx="3268980" cy="1198880"/>
          </a:xfrm>
          <a:prstGeom prst="rect">
            <a:avLst/>
          </a:prstGeom>
          <a:noFill/>
        </p:spPr>
        <p:txBody>
          <a:bodyPr wrap="square" rtlCol="0">
            <a:spAutoFit/>
          </a:bodyPr>
          <a:p>
            <a:r>
              <a:rPr lang="zh-CN" altLang="en-US" sz="2400">
                <a:solidFill>
                  <a:srgbClr val="C00000"/>
                </a:solidFill>
                <a:latin typeface="黑体" panose="02010609060101010101" pitchFamily="49" charset="-122"/>
                <a:ea typeface="黑体" panose="02010609060101010101" pitchFamily="49" charset="-122"/>
              </a:rPr>
              <a:t>斗提机尾部：</a:t>
            </a:r>
            <a:endParaRPr lang="zh-CN" altLang="en-US" sz="2400">
              <a:solidFill>
                <a:srgbClr val="C00000"/>
              </a:solidFill>
              <a:latin typeface="黑体" panose="02010609060101010101" pitchFamily="49" charset="-122"/>
              <a:ea typeface="黑体" panose="02010609060101010101" pitchFamily="49" charset="-122"/>
            </a:endParaRPr>
          </a:p>
          <a:p>
            <a:r>
              <a:rPr lang="zh-CN" altLang="en-US" sz="2400">
                <a:latin typeface="黑体" panose="02010609060101010101" pitchFamily="49" charset="-122"/>
                <a:ea typeface="黑体" panose="02010609060101010101" pitchFamily="49" charset="-122"/>
              </a:rPr>
              <a:t>下部机壳、张紧装置、下链轮、进料口</a:t>
            </a:r>
            <a:endParaRPr lang="zh-CN" altLang="en-US" sz="2400">
              <a:latin typeface="黑体" panose="02010609060101010101" pitchFamily="49" charset="-122"/>
              <a:ea typeface="黑体" panose="02010609060101010101" pitchFamily="49" charset="-122"/>
            </a:endParaRPr>
          </a:p>
        </p:txBody>
      </p:sp>
      <p:sp>
        <p:nvSpPr>
          <p:cNvPr id="5" name="文本框 4"/>
          <p:cNvSpPr txBox="1"/>
          <p:nvPr/>
        </p:nvSpPr>
        <p:spPr>
          <a:xfrm>
            <a:off x="949325" y="4059555"/>
            <a:ext cx="1169670" cy="706755"/>
          </a:xfrm>
          <a:prstGeom prst="rect">
            <a:avLst/>
          </a:prstGeom>
          <a:noFill/>
        </p:spPr>
        <p:txBody>
          <a:bodyPr wrap="square" rtlCol="0">
            <a:spAutoFit/>
          </a:bodyPr>
          <a:p>
            <a:r>
              <a:rPr lang="zh-CN" altLang="en-US">
                <a:solidFill>
                  <a:srgbClr val="3333FF"/>
                </a:solidFill>
              </a:rPr>
              <a:t>流入式喂料</a:t>
            </a:r>
            <a:endParaRPr lang="zh-CN" altLang="en-US">
              <a:solidFill>
                <a:srgbClr val="3333FF"/>
              </a:solidFill>
            </a:endParaRPr>
          </a:p>
        </p:txBody>
      </p:sp>
      <p:sp>
        <p:nvSpPr>
          <p:cNvPr id="6" name="文本框 5"/>
          <p:cNvSpPr txBox="1"/>
          <p:nvPr/>
        </p:nvSpPr>
        <p:spPr>
          <a:xfrm>
            <a:off x="399415" y="4998085"/>
            <a:ext cx="2065655" cy="706755"/>
          </a:xfrm>
          <a:prstGeom prst="rect">
            <a:avLst/>
          </a:prstGeom>
          <a:noFill/>
        </p:spPr>
        <p:txBody>
          <a:bodyPr wrap="square" rtlCol="0">
            <a:spAutoFit/>
          </a:bodyPr>
          <a:p>
            <a:r>
              <a:rPr lang="zh-CN" altLang="en-US">
                <a:solidFill>
                  <a:schemeClr val="tx1"/>
                </a:solidFill>
              </a:rPr>
              <a:t>料斗运行速度通常为</a:t>
            </a:r>
            <a:r>
              <a:rPr lang="en-US" altLang="zh-CN">
                <a:solidFill>
                  <a:srgbClr val="FF0000"/>
                </a:solidFill>
              </a:rPr>
              <a:t>0.5m/s</a:t>
            </a:r>
            <a:endParaRPr lang="en-US" altLang="zh-CN">
              <a:solidFill>
                <a:srgbClr val="FF0000"/>
              </a:solidFill>
            </a:endParaRPr>
          </a:p>
        </p:txBody>
      </p:sp>
      <p:sp>
        <p:nvSpPr>
          <p:cNvPr id="7" name="文本框 6"/>
          <p:cNvSpPr txBox="1"/>
          <p:nvPr/>
        </p:nvSpPr>
        <p:spPr>
          <a:xfrm>
            <a:off x="514985" y="5765165"/>
            <a:ext cx="1758315" cy="706755"/>
          </a:xfrm>
          <a:prstGeom prst="rect">
            <a:avLst/>
          </a:prstGeom>
          <a:noFill/>
        </p:spPr>
        <p:txBody>
          <a:bodyPr wrap="square" rtlCol="0">
            <a:spAutoFit/>
          </a:bodyPr>
          <a:p>
            <a:r>
              <a:rPr lang="zh-CN" altLang="en-US">
                <a:solidFill>
                  <a:srgbClr val="C00000"/>
                </a:solidFill>
              </a:rPr>
              <a:t>主动链轮的转速不高</a:t>
            </a:r>
            <a:endParaRPr lang="zh-CN" altLang="en-US">
              <a:solidFill>
                <a:srgbClr val="C00000"/>
              </a:solidFill>
            </a:endParaRPr>
          </a:p>
        </p:txBody>
      </p:sp>
      <p:sp>
        <p:nvSpPr>
          <p:cNvPr id="8" name="文本框 7"/>
          <p:cNvSpPr txBox="1"/>
          <p:nvPr/>
        </p:nvSpPr>
        <p:spPr>
          <a:xfrm>
            <a:off x="200025" y="2374265"/>
            <a:ext cx="2879090" cy="706755"/>
          </a:xfrm>
          <a:prstGeom prst="rect">
            <a:avLst/>
          </a:prstGeom>
          <a:noFill/>
        </p:spPr>
        <p:txBody>
          <a:bodyPr wrap="square" rtlCol="0">
            <a:spAutoFit/>
          </a:bodyPr>
          <a:p>
            <a:r>
              <a:rPr lang="zh-CN" altLang="en-US">
                <a:solidFill>
                  <a:srgbClr val="C00000"/>
                </a:solidFill>
                <a:latin typeface="黑体" panose="02010609060101010101" pitchFamily="49" charset="-122"/>
                <a:ea typeface="黑体" panose="02010609060101010101" pitchFamily="49" charset="-122"/>
                <a:cs typeface="黑体" panose="02010609060101010101" pitchFamily="49" charset="-122"/>
              </a:rPr>
              <a:t>重载：</a:t>
            </a:r>
            <a:endParaRPr lang="zh-CN" altLang="en-US">
              <a:latin typeface="黑体" panose="02010609060101010101" pitchFamily="49" charset="-122"/>
              <a:ea typeface="黑体" panose="02010609060101010101" pitchFamily="49" charset="-122"/>
              <a:cs typeface="黑体" panose="02010609060101010101" pitchFamily="49" charset="-122"/>
            </a:endParaRPr>
          </a:p>
          <a:p>
            <a:r>
              <a:rPr lang="zh-CN" altLang="en-US">
                <a:latin typeface="黑体" panose="02010609060101010101" pitchFamily="49" charset="-122"/>
                <a:ea typeface="黑体" panose="02010609060101010101" pitchFamily="49" charset="-122"/>
                <a:cs typeface="黑体" panose="02010609060101010101" pitchFamily="49" charset="-122"/>
              </a:rPr>
              <a:t>双链，梯形斗（</a:t>
            </a:r>
            <a:r>
              <a:rPr lang="en-US" altLang="zh-CN">
                <a:latin typeface="黑体" panose="02010609060101010101" pitchFamily="49" charset="-122"/>
                <a:ea typeface="黑体" panose="02010609060101010101" pitchFamily="49" charset="-122"/>
                <a:cs typeface="黑体" panose="02010609060101010101" pitchFamily="49" charset="-122"/>
              </a:rPr>
              <a:t>T</a:t>
            </a:r>
            <a:r>
              <a:rPr lang="zh-CN" altLang="en-US">
                <a:latin typeface="黑体" panose="02010609060101010101" pitchFamily="49" charset="-122"/>
                <a:ea typeface="黑体" panose="02010609060101010101" pitchFamily="49" charset="-122"/>
                <a:cs typeface="黑体" panose="02010609060101010101" pitchFamily="49" charset="-122"/>
              </a:rPr>
              <a:t>）</a:t>
            </a:r>
            <a:endParaRPr lang="zh-CN" altLang="en-US">
              <a:latin typeface="黑体" panose="02010609060101010101" pitchFamily="49" charset="-122"/>
              <a:ea typeface="黑体" panose="02010609060101010101" pitchFamily="49" charset="-122"/>
              <a:cs typeface="黑体" panose="02010609060101010101" pitchFamily="49" charset="-122"/>
            </a:endParaRPr>
          </a:p>
        </p:txBody>
      </p:sp>
      <p:sp>
        <p:nvSpPr>
          <p:cNvPr id="9" name="文本框 8"/>
          <p:cNvSpPr txBox="1"/>
          <p:nvPr/>
        </p:nvSpPr>
        <p:spPr>
          <a:xfrm>
            <a:off x="99060" y="1476375"/>
            <a:ext cx="4572000" cy="706755"/>
          </a:xfrm>
          <a:prstGeom prst="rect">
            <a:avLst/>
          </a:prstGeom>
          <a:noFill/>
        </p:spPr>
        <p:txBody>
          <a:bodyPr wrap="square" rtlCol="0" anchor="t">
            <a:spAutoFit/>
          </a:bodyPr>
          <a:p>
            <a:r>
              <a:rPr lang="zh-CN" altLang="en-US">
                <a:solidFill>
                  <a:srgbClr val="C00000"/>
                </a:solidFill>
                <a:latin typeface="黑体" panose="02010609060101010101" pitchFamily="49" charset="-122"/>
                <a:ea typeface="黑体" panose="02010609060101010101" pitchFamily="49" charset="-122"/>
                <a:cs typeface="黑体" panose="02010609060101010101" pitchFamily="49" charset="-122"/>
                <a:sym typeface="+mn-ea"/>
              </a:rPr>
              <a:t>轻载：</a:t>
            </a:r>
            <a:endParaRPr lang="zh-CN" altLang="en-US">
              <a:latin typeface="黑体" panose="02010609060101010101" pitchFamily="49" charset="-122"/>
              <a:ea typeface="黑体" panose="02010609060101010101" pitchFamily="49" charset="-122"/>
              <a:cs typeface="黑体" panose="02010609060101010101" pitchFamily="49" charset="-122"/>
            </a:endParaRPr>
          </a:p>
          <a:p>
            <a:r>
              <a:rPr lang="zh-CN" altLang="en-US">
                <a:latin typeface="黑体" panose="02010609060101010101" pitchFamily="49" charset="-122"/>
                <a:ea typeface="黑体" panose="02010609060101010101" pitchFamily="49" charset="-122"/>
                <a:cs typeface="黑体" panose="02010609060101010101" pitchFamily="49" charset="-122"/>
                <a:sym typeface="+mn-ea"/>
              </a:rPr>
              <a:t> 单链，三角斗（</a:t>
            </a:r>
            <a:r>
              <a:rPr lang="en-US" altLang="zh-CN">
                <a:latin typeface="黑体" panose="02010609060101010101" pitchFamily="49" charset="-122"/>
                <a:ea typeface="黑体" panose="02010609060101010101" pitchFamily="49" charset="-122"/>
                <a:cs typeface="黑体" panose="02010609060101010101" pitchFamily="49" charset="-122"/>
                <a:sym typeface="+mn-ea"/>
              </a:rPr>
              <a:t>J</a:t>
            </a:r>
            <a:r>
              <a:rPr lang="zh-CN" altLang="en-US">
                <a:latin typeface="黑体" panose="02010609060101010101" pitchFamily="49" charset="-122"/>
                <a:ea typeface="黑体" panose="02010609060101010101" pitchFamily="49" charset="-122"/>
                <a:cs typeface="黑体" panose="02010609060101010101" pitchFamily="49" charset="-122"/>
                <a:sym typeface="+mn-ea"/>
              </a:rPr>
              <a:t>）</a:t>
            </a:r>
            <a:endParaRPr lang="zh-CN" altLang="en-US">
              <a:latin typeface="黑体" panose="02010609060101010101" pitchFamily="49" charset="-122"/>
              <a:ea typeface="黑体" panose="02010609060101010101" pitchFamily="49" charset="-122"/>
              <a:cs typeface="黑体" panose="02010609060101010101" pitchFamily="49"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8975"/>
                                        </p:tgtEl>
                                        <p:attrNameLst>
                                          <p:attrName>style.visibility</p:attrName>
                                        </p:attrNameLst>
                                      </p:cBhvr>
                                      <p:to>
                                        <p:strVal val="visible"/>
                                      </p:to>
                                    </p:set>
                                    <p:anim calcmode="lin" valueType="num">
                                      <p:cBhvr additive="base">
                                        <p:cTn id="7" dur="500" fill="hold"/>
                                        <p:tgtEl>
                                          <p:spTgt spid="168975"/>
                                        </p:tgtEl>
                                        <p:attrNameLst>
                                          <p:attrName>ppt_x</p:attrName>
                                        </p:attrNameLst>
                                      </p:cBhvr>
                                      <p:tavLst>
                                        <p:tav tm="0">
                                          <p:val>
                                            <p:strVal val="0-#ppt_w/2"/>
                                          </p:val>
                                        </p:tav>
                                        <p:tav tm="100000">
                                          <p:val>
                                            <p:strVal val="#ppt_x"/>
                                          </p:val>
                                        </p:tav>
                                      </p:tavLst>
                                    </p:anim>
                                    <p:anim calcmode="lin" valueType="num">
                                      <p:cBhvr additive="base">
                                        <p:cTn id="8" dur="500" fill="hold"/>
                                        <p:tgtEl>
                                          <p:spTgt spid="168975"/>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9224"/>
                                        </p:tgtEl>
                                        <p:attrNameLst>
                                          <p:attrName>style.visibility</p:attrName>
                                        </p:attrNameLst>
                                      </p:cBhvr>
                                      <p:to>
                                        <p:strVal val="visible"/>
                                      </p:to>
                                    </p:set>
                                    <p:animEffect transition="in" filter="wipe(left)">
                                      <p:cBhvr>
                                        <p:cTn id="11" dur="500"/>
                                        <p:tgtEl>
                                          <p:spTgt spid="922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left)">
                                      <p:cBhvr>
                                        <p:cTn id="21" dur="500"/>
                                        <p:tgtEl>
                                          <p:spTgt spid="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wipe(left)">
                                      <p:cBhvr>
                                        <p:cTn id="26" dur="500"/>
                                        <p:tgtEl>
                                          <p:spTgt spid="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wipe(left)">
                                      <p:cBhvr>
                                        <p:cTn id="31" dur="500"/>
                                        <p:tgtEl>
                                          <p:spTgt spid="5"/>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wipe(left)">
                                      <p:cBhvr>
                                        <p:cTn id="36" dur="500"/>
                                        <p:tgtEl>
                                          <p:spTgt spid="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7">
                                            <p:txEl>
                                              <p:pRg st="0" end="0"/>
                                            </p:txEl>
                                          </p:spTgt>
                                        </p:tgtEl>
                                        <p:attrNameLst>
                                          <p:attrName>style.visibility</p:attrName>
                                        </p:attrNameLst>
                                      </p:cBhvr>
                                      <p:to>
                                        <p:strVal val="visible"/>
                                      </p:to>
                                    </p:set>
                                    <p:animEffect transition="in" filter="wipe(left)">
                                      <p:cBhvr>
                                        <p:cTn id="41" dur="500"/>
                                        <p:tgtEl>
                                          <p:spTgt spid="7">
                                            <p:txEl>
                                              <p:pRg st="0" end="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wipe(left)">
                                      <p:cBhvr>
                                        <p:cTn id="46" dur="500"/>
                                        <p:tgtEl>
                                          <p:spTgt spid="9"/>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8"/>
                                        </p:tgtEl>
                                        <p:attrNameLst>
                                          <p:attrName>style.visibility</p:attrName>
                                        </p:attrNameLst>
                                      </p:cBhvr>
                                      <p:to>
                                        <p:strVal val="visible"/>
                                      </p:to>
                                    </p:set>
                                    <p:animEffect transition="in" filter="wipe(left)">
                                      <p:cBhvr>
                                        <p:cTn id="5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75" grpId="0"/>
      <p:bldP spid="9224" grpId="0"/>
      <p:bldP spid="3" grpId="0"/>
      <p:bldP spid="4" grpId="0"/>
      <p:bldP spid="5" grpId="0"/>
      <p:bldP spid="6" grpId="0"/>
      <p:bldP spid="8" grpId="0"/>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2"/>
          <p:cNvSpPr>
            <a:spLocks noGrp="1"/>
          </p:cNvSpPr>
          <p:nvPr>
            <p:ph type="title"/>
          </p:nvPr>
        </p:nvSpPr>
        <p:spPr>
          <a:xfrm>
            <a:off x="7010400" y="838200"/>
            <a:ext cx="1447800" cy="228600"/>
          </a:xfrm>
          <a:noFill/>
          <a:ln>
            <a:noFill/>
          </a:ln>
        </p:spPr>
        <p:txBody>
          <a:bodyPr/>
          <a:p>
            <a:pPr eaLnBrk="1" hangingPunct="1"/>
            <a:r>
              <a:rPr lang="zh-CN" altLang="en-US" sz="800" dirty="0">
                <a:solidFill>
                  <a:schemeClr val="bg1"/>
                </a:solidFill>
              </a:rPr>
              <a:t>第二节</a:t>
            </a:r>
            <a:endParaRPr lang="zh-CN" altLang="en-US" sz="800" dirty="0">
              <a:solidFill>
                <a:schemeClr val="bg1"/>
              </a:solidFill>
            </a:endParaRPr>
          </a:p>
        </p:txBody>
      </p:sp>
      <p:pic>
        <p:nvPicPr>
          <p:cNvPr id="168964" name="Picture 4" descr="rewind1">
            <a:hlinkClick r:id="" action="ppaction://hlinkshowjump?jump=firstslide"/>
          </p:cNvPr>
          <p:cNvPicPr>
            <a:picLocks noChangeAspect="1"/>
          </p:cNvPicPr>
          <p:nvPr/>
        </p:nvPicPr>
        <p:blipFill>
          <a:blip r:embed="rId1"/>
          <a:stretch>
            <a:fillRect/>
          </a:stretch>
        </p:blipFill>
        <p:spPr>
          <a:xfrm>
            <a:off x="8723313" y="6523038"/>
            <a:ext cx="287337" cy="287337"/>
          </a:xfrm>
          <a:prstGeom prst="rect">
            <a:avLst/>
          </a:prstGeom>
          <a:noFill/>
          <a:ln w="9525">
            <a:noFill/>
          </a:ln>
        </p:spPr>
      </p:pic>
      <p:sp>
        <p:nvSpPr>
          <p:cNvPr id="168975" name="Text Box 15"/>
          <p:cNvSpPr txBox="1"/>
          <p:nvPr/>
        </p:nvSpPr>
        <p:spPr>
          <a:xfrm>
            <a:off x="6608763" y="6099175"/>
            <a:ext cx="279400" cy="549275"/>
          </a:xfrm>
          <a:prstGeom prst="rect">
            <a:avLst/>
          </a:prstGeom>
          <a:noFill/>
          <a:ln w="9525">
            <a:noFill/>
          </a:ln>
        </p:spPr>
        <p:txBody>
          <a:bodyPr wrap="none">
            <a:spAutoFit/>
          </a:bodyPr>
          <a:p>
            <a:pPr eaLnBrk="1" hangingPunct="1"/>
            <a:r>
              <a:rPr lang="en-US" altLang="zh-CN" sz="3000" dirty="0">
                <a:latin typeface="Times New Roman" panose="02020603050405020304" pitchFamily="18" charset="0"/>
              </a:rPr>
              <a:t> </a:t>
            </a:r>
            <a:endParaRPr lang="en-US" altLang="zh-CN" sz="3000" dirty="0">
              <a:latin typeface="Times New Roman" panose="02020603050405020304" pitchFamily="18" charset="0"/>
            </a:endParaRPr>
          </a:p>
        </p:txBody>
      </p:sp>
      <p:sp>
        <p:nvSpPr>
          <p:cNvPr id="10245" name="矩形 3"/>
          <p:cNvSpPr/>
          <p:nvPr/>
        </p:nvSpPr>
        <p:spPr>
          <a:xfrm>
            <a:off x="838518" y="0"/>
            <a:ext cx="2339975" cy="522288"/>
          </a:xfrm>
          <a:prstGeom prst="rect">
            <a:avLst/>
          </a:prstGeom>
          <a:noFill/>
          <a:ln w="9525">
            <a:noFill/>
          </a:ln>
        </p:spPr>
        <p:txBody>
          <a:bodyPr wrap="none">
            <a:spAutoFit/>
          </a:bodyPr>
          <a:p>
            <a:pPr eaLnBrk="1" hangingPunct="1"/>
            <a:r>
              <a:rPr lang="zh-CN" altLang="en-US" sz="2800" dirty="0">
                <a:solidFill>
                  <a:schemeClr val="bg1"/>
                </a:solidFill>
                <a:latin typeface="Times New Roman" panose="02020603050405020304" pitchFamily="18" charset="0"/>
                <a:ea typeface="黑体" panose="02010609060101010101" pitchFamily="49" charset="-122"/>
              </a:rPr>
              <a:t>传动方案详解</a:t>
            </a:r>
            <a:endParaRPr lang="zh-CN" altLang="en-US" sz="2800" dirty="0">
              <a:solidFill>
                <a:schemeClr val="bg1"/>
              </a:solidFill>
              <a:latin typeface="Times New Roman" panose="02020603050405020304" pitchFamily="18" charset="0"/>
              <a:ea typeface="黑体" panose="02010609060101010101" pitchFamily="49" charset="-122"/>
            </a:endParaRPr>
          </a:p>
        </p:txBody>
      </p:sp>
      <p:pic>
        <p:nvPicPr>
          <p:cNvPr id="4" name="图片 3" descr="传动方案"/>
          <p:cNvPicPr>
            <a:picLocks noChangeAspect="1"/>
          </p:cNvPicPr>
          <p:nvPr>
            <p:custDataLst>
              <p:tags r:id="rId2"/>
            </p:custDataLst>
          </p:nvPr>
        </p:nvPicPr>
        <p:blipFill>
          <a:blip r:embed="rId3"/>
          <a:srcRect l="56348" b="49200"/>
          <a:stretch>
            <a:fillRect/>
          </a:stretch>
        </p:blipFill>
        <p:spPr>
          <a:xfrm>
            <a:off x="4537075" y="1292860"/>
            <a:ext cx="4285615" cy="4419600"/>
          </a:xfrm>
          <a:prstGeom prst="rect">
            <a:avLst/>
          </a:prstGeom>
        </p:spPr>
      </p:pic>
      <p:pic>
        <p:nvPicPr>
          <p:cNvPr id="3" name="图片 2"/>
          <p:cNvPicPr>
            <a:picLocks noChangeAspect="1"/>
          </p:cNvPicPr>
          <p:nvPr>
            <p:custDataLst>
              <p:tags r:id="rId4"/>
            </p:custDataLst>
          </p:nvPr>
        </p:nvPicPr>
        <p:blipFill>
          <a:blip r:embed="rId5"/>
          <a:stretch>
            <a:fillRect/>
          </a:stretch>
        </p:blipFill>
        <p:spPr>
          <a:xfrm>
            <a:off x="406400" y="1292860"/>
            <a:ext cx="4327525" cy="450469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68964"/>
                                        </p:tgtEl>
                                        <p:attrNameLst>
                                          <p:attrName>style.visibility</p:attrName>
                                        </p:attrNameLst>
                                      </p:cBhvr>
                                      <p:to>
                                        <p:strVal val="visible"/>
                                      </p:to>
                                    </p:set>
                                    <p:anim calcmode="lin" valueType="num">
                                      <p:cBhvr additive="base">
                                        <p:cTn id="7" dur="500" fill="hold"/>
                                        <p:tgtEl>
                                          <p:spTgt spid="168964"/>
                                        </p:tgtEl>
                                        <p:attrNameLst>
                                          <p:attrName>ppt_x</p:attrName>
                                        </p:attrNameLst>
                                      </p:cBhvr>
                                      <p:tavLst>
                                        <p:tav tm="0">
                                          <p:val>
                                            <p:strVal val="0-#ppt_w/2"/>
                                          </p:val>
                                        </p:tav>
                                        <p:tav tm="100000">
                                          <p:val>
                                            <p:strVal val="#ppt_x"/>
                                          </p:val>
                                        </p:tav>
                                      </p:tavLst>
                                    </p:anim>
                                    <p:anim calcmode="lin" valueType="num">
                                      <p:cBhvr additive="base">
                                        <p:cTn id="8" dur="500" fill="hold"/>
                                        <p:tgtEl>
                                          <p:spTgt spid="16896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68975"/>
                                        </p:tgtEl>
                                        <p:attrNameLst>
                                          <p:attrName>style.visibility</p:attrName>
                                        </p:attrNameLst>
                                      </p:cBhvr>
                                      <p:to>
                                        <p:strVal val="visible"/>
                                      </p:to>
                                    </p:set>
                                    <p:anim calcmode="lin" valueType="num">
                                      <p:cBhvr additive="base">
                                        <p:cTn id="13" dur="500" fill="hold"/>
                                        <p:tgtEl>
                                          <p:spTgt spid="168975"/>
                                        </p:tgtEl>
                                        <p:attrNameLst>
                                          <p:attrName>ppt_x</p:attrName>
                                        </p:attrNameLst>
                                      </p:cBhvr>
                                      <p:tavLst>
                                        <p:tav tm="0">
                                          <p:val>
                                            <p:strVal val="0-#ppt_w/2"/>
                                          </p:val>
                                        </p:tav>
                                        <p:tav tm="100000">
                                          <p:val>
                                            <p:strVal val="#ppt_x"/>
                                          </p:val>
                                        </p:tav>
                                      </p:tavLst>
                                    </p:anim>
                                    <p:anim calcmode="lin" valueType="num">
                                      <p:cBhvr additive="base">
                                        <p:cTn id="14" dur="500" fill="hold"/>
                                        <p:tgtEl>
                                          <p:spTgt spid="16897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7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2"/>
          <p:cNvSpPr>
            <a:spLocks noGrp="1"/>
          </p:cNvSpPr>
          <p:nvPr>
            <p:ph type="title"/>
          </p:nvPr>
        </p:nvSpPr>
        <p:spPr>
          <a:xfrm>
            <a:off x="7010400" y="838200"/>
            <a:ext cx="1447800" cy="228600"/>
          </a:xfrm>
          <a:noFill/>
          <a:ln>
            <a:noFill/>
          </a:ln>
        </p:spPr>
        <p:txBody>
          <a:bodyPr/>
          <a:p>
            <a:pPr eaLnBrk="1" hangingPunct="1"/>
            <a:r>
              <a:rPr lang="zh-CN" altLang="en-US" sz="800" dirty="0">
                <a:solidFill>
                  <a:schemeClr val="bg1"/>
                </a:solidFill>
              </a:rPr>
              <a:t>第二节</a:t>
            </a:r>
            <a:endParaRPr lang="zh-CN" altLang="en-US" sz="800" dirty="0">
              <a:solidFill>
                <a:schemeClr val="bg1"/>
              </a:solidFill>
            </a:endParaRPr>
          </a:p>
        </p:txBody>
      </p:sp>
      <p:pic>
        <p:nvPicPr>
          <p:cNvPr id="168964" name="Picture 4" descr="rewind1">
            <a:hlinkClick r:id="" action="ppaction://hlinkshowjump?jump=firstslide"/>
          </p:cNvPr>
          <p:cNvPicPr>
            <a:picLocks noChangeAspect="1"/>
          </p:cNvPicPr>
          <p:nvPr/>
        </p:nvPicPr>
        <p:blipFill>
          <a:blip r:embed="rId1"/>
          <a:stretch>
            <a:fillRect/>
          </a:stretch>
        </p:blipFill>
        <p:spPr>
          <a:xfrm>
            <a:off x="8723313" y="6523038"/>
            <a:ext cx="287337" cy="287337"/>
          </a:xfrm>
          <a:prstGeom prst="rect">
            <a:avLst/>
          </a:prstGeom>
          <a:noFill/>
          <a:ln w="9525">
            <a:noFill/>
          </a:ln>
        </p:spPr>
      </p:pic>
      <p:sp>
        <p:nvSpPr>
          <p:cNvPr id="168975" name="Text Box 15"/>
          <p:cNvSpPr txBox="1"/>
          <p:nvPr/>
        </p:nvSpPr>
        <p:spPr>
          <a:xfrm>
            <a:off x="6608763" y="6099175"/>
            <a:ext cx="279400" cy="549275"/>
          </a:xfrm>
          <a:prstGeom prst="rect">
            <a:avLst/>
          </a:prstGeom>
          <a:noFill/>
          <a:ln w="9525">
            <a:noFill/>
          </a:ln>
        </p:spPr>
        <p:txBody>
          <a:bodyPr wrap="none">
            <a:spAutoFit/>
          </a:bodyPr>
          <a:p>
            <a:pPr eaLnBrk="1" hangingPunct="1"/>
            <a:r>
              <a:rPr lang="en-US" altLang="zh-CN" sz="3000" dirty="0">
                <a:latin typeface="Times New Roman" panose="02020603050405020304" pitchFamily="18" charset="0"/>
              </a:rPr>
              <a:t> </a:t>
            </a:r>
            <a:endParaRPr lang="en-US" altLang="zh-CN" sz="3000" dirty="0">
              <a:latin typeface="Times New Roman" panose="02020603050405020304" pitchFamily="18" charset="0"/>
            </a:endParaRPr>
          </a:p>
        </p:txBody>
      </p:sp>
      <p:sp>
        <p:nvSpPr>
          <p:cNvPr id="10245" name="矩形 3"/>
          <p:cNvSpPr/>
          <p:nvPr/>
        </p:nvSpPr>
        <p:spPr>
          <a:xfrm>
            <a:off x="838518" y="0"/>
            <a:ext cx="2339975" cy="522288"/>
          </a:xfrm>
          <a:prstGeom prst="rect">
            <a:avLst/>
          </a:prstGeom>
          <a:noFill/>
          <a:ln w="9525">
            <a:noFill/>
          </a:ln>
        </p:spPr>
        <p:txBody>
          <a:bodyPr wrap="none">
            <a:spAutoFit/>
          </a:bodyPr>
          <a:p>
            <a:pPr eaLnBrk="1" hangingPunct="1"/>
            <a:r>
              <a:rPr lang="zh-CN" altLang="en-US" sz="2800" dirty="0">
                <a:solidFill>
                  <a:schemeClr val="bg1"/>
                </a:solidFill>
                <a:latin typeface="Times New Roman" panose="02020603050405020304" pitchFamily="18" charset="0"/>
                <a:ea typeface="黑体" panose="02010609060101010101" pitchFamily="49" charset="-122"/>
              </a:rPr>
              <a:t>传动方案详解</a:t>
            </a:r>
            <a:endParaRPr lang="zh-CN" altLang="en-US" sz="2800" dirty="0">
              <a:solidFill>
                <a:schemeClr val="bg1"/>
              </a:solidFill>
              <a:latin typeface="Times New Roman" panose="02020603050405020304" pitchFamily="18" charset="0"/>
              <a:ea typeface="黑体" panose="02010609060101010101" pitchFamily="49" charset="-122"/>
            </a:endParaRPr>
          </a:p>
        </p:txBody>
      </p:sp>
      <p:pic>
        <p:nvPicPr>
          <p:cNvPr id="4" name="图片 3" descr="传动方案"/>
          <p:cNvPicPr>
            <a:picLocks noChangeAspect="1"/>
          </p:cNvPicPr>
          <p:nvPr>
            <p:custDataLst>
              <p:tags r:id="rId2"/>
            </p:custDataLst>
          </p:nvPr>
        </p:nvPicPr>
        <p:blipFill>
          <a:blip r:embed="rId3"/>
          <a:srcRect l="696" t="52676" r="59821" b="-118"/>
          <a:stretch>
            <a:fillRect/>
          </a:stretch>
        </p:blipFill>
        <p:spPr>
          <a:xfrm>
            <a:off x="374015" y="1248410"/>
            <a:ext cx="4163695" cy="4433570"/>
          </a:xfrm>
          <a:prstGeom prst="rect">
            <a:avLst/>
          </a:prstGeom>
        </p:spPr>
      </p:pic>
      <p:pic>
        <p:nvPicPr>
          <p:cNvPr id="2" name="图片 1" descr="传动方案"/>
          <p:cNvPicPr>
            <a:picLocks noChangeAspect="1"/>
          </p:cNvPicPr>
          <p:nvPr>
            <p:custDataLst>
              <p:tags r:id="rId4"/>
            </p:custDataLst>
          </p:nvPr>
        </p:nvPicPr>
        <p:blipFill>
          <a:blip r:embed="rId3"/>
          <a:srcRect l="60465" t="52676" b="-118"/>
          <a:stretch>
            <a:fillRect/>
          </a:stretch>
        </p:blipFill>
        <p:spPr>
          <a:xfrm>
            <a:off x="4979035" y="1691005"/>
            <a:ext cx="3817620" cy="405955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68964"/>
                                        </p:tgtEl>
                                        <p:attrNameLst>
                                          <p:attrName>style.visibility</p:attrName>
                                        </p:attrNameLst>
                                      </p:cBhvr>
                                      <p:to>
                                        <p:strVal val="visible"/>
                                      </p:to>
                                    </p:set>
                                    <p:anim calcmode="lin" valueType="num">
                                      <p:cBhvr additive="base">
                                        <p:cTn id="7" dur="500" fill="hold"/>
                                        <p:tgtEl>
                                          <p:spTgt spid="168964"/>
                                        </p:tgtEl>
                                        <p:attrNameLst>
                                          <p:attrName>ppt_x</p:attrName>
                                        </p:attrNameLst>
                                      </p:cBhvr>
                                      <p:tavLst>
                                        <p:tav tm="0">
                                          <p:val>
                                            <p:strVal val="0-#ppt_w/2"/>
                                          </p:val>
                                        </p:tav>
                                        <p:tav tm="100000">
                                          <p:val>
                                            <p:strVal val="#ppt_x"/>
                                          </p:val>
                                        </p:tav>
                                      </p:tavLst>
                                    </p:anim>
                                    <p:anim calcmode="lin" valueType="num">
                                      <p:cBhvr additive="base">
                                        <p:cTn id="8" dur="500" fill="hold"/>
                                        <p:tgtEl>
                                          <p:spTgt spid="16896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68975"/>
                                        </p:tgtEl>
                                        <p:attrNameLst>
                                          <p:attrName>style.visibility</p:attrName>
                                        </p:attrNameLst>
                                      </p:cBhvr>
                                      <p:to>
                                        <p:strVal val="visible"/>
                                      </p:to>
                                    </p:set>
                                    <p:anim calcmode="lin" valueType="num">
                                      <p:cBhvr additive="base">
                                        <p:cTn id="13" dur="500" fill="hold"/>
                                        <p:tgtEl>
                                          <p:spTgt spid="168975"/>
                                        </p:tgtEl>
                                        <p:attrNameLst>
                                          <p:attrName>ppt_x</p:attrName>
                                        </p:attrNameLst>
                                      </p:cBhvr>
                                      <p:tavLst>
                                        <p:tav tm="0">
                                          <p:val>
                                            <p:strVal val="0-#ppt_w/2"/>
                                          </p:val>
                                        </p:tav>
                                        <p:tav tm="100000">
                                          <p:val>
                                            <p:strVal val="#ppt_x"/>
                                          </p:val>
                                        </p:tav>
                                      </p:tavLst>
                                    </p:anim>
                                    <p:anim calcmode="lin" valueType="num">
                                      <p:cBhvr additive="base">
                                        <p:cTn id="14" dur="500" fill="hold"/>
                                        <p:tgtEl>
                                          <p:spTgt spid="16897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7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2"/>
          <p:cNvSpPr>
            <a:spLocks noGrp="1"/>
          </p:cNvSpPr>
          <p:nvPr>
            <p:ph type="title"/>
          </p:nvPr>
        </p:nvSpPr>
        <p:spPr>
          <a:xfrm>
            <a:off x="7010400" y="838200"/>
            <a:ext cx="1447800" cy="228600"/>
          </a:xfrm>
          <a:noFill/>
          <a:ln>
            <a:noFill/>
          </a:ln>
        </p:spPr>
        <p:txBody>
          <a:bodyPr/>
          <a:p>
            <a:pPr eaLnBrk="1" hangingPunct="1"/>
            <a:r>
              <a:rPr lang="zh-CN" altLang="en-US" sz="800" dirty="0">
                <a:solidFill>
                  <a:schemeClr val="bg1"/>
                </a:solidFill>
              </a:rPr>
              <a:t>第二节</a:t>
            </a:r>
            <a:endParaRPr lang="zh-CN" altLang="en-US" sz="800" dirty="0">
              <a:solidFill>
                <a:schemeClr val="bg1"/>
              </a:solidFill>
            </a:endParaRPr>
          </a:p>
        </p:txBody>
      </p:sp>
      <p:pic>
        <p:nvPicPr>
          <p:cNvPr id="168964" name="Picture 4" descr="rewind1">
            <a:hlinkClick r:id="" action="ppaction://hlinkshowjump?jump=firstslide"/>
          </p:cNvPr>
          <p:cNvPicPr>
            <a:picLocks noChangeAspect="1"/>
          </p:cNvPicPr>
          <p:nvPr/>
        </p:nvPicPr>
        <p:blipFill>
          <a:blip r:embed="rId1"/>
          <a:stretch>
            <a:fillRect/>
          </a:stretch>
        </p:blipFill>
        <p:spPr>
          <a:xfrm>
            <a:off x="8723313" y="6523038"/>
            <a:ext cx="287337" cy="287337"/>
          </a:xfrm>
          <a:prstGeom prst="rect">
            <a:avLst/>
          </a:prstGeom>
          <a:noFill/>
          <a:ln w="9525">
            <a:noFill/>
          </a:ln>
        </p:spPr>
      </p:pic>
      <p:sp>
        <p:nvSpPr>
          <p:cNvPr id="168975" name="Text Box 15"/>
          <p:cNvSpPr txBox="1"/>
          <p:nvPr/>
        </p:nvSpPr>
        <p:spPr>
          <a:xfrm>
            <a:off x="6608763" y="6099175"/>
            <a:ext cx="279400" cy="549275"/>
          </a:xfrm>
          <a:prstGeom prst="rect">
            <a:avLst/>
          </a:prstGeom>
          <a:noFill/>
          <a:ln w="9525">
            <a:noFill/>
          </a:ln>
        </p:spPr>
        <p:txBody>
          <a:bodyPr wrap="none">
            <a:spAutoFit/>
          </a:bodyPr>
          <a:p>
            <a:pPr eaLnBrk="1" hangingPunct="1"/>
            <a:r>
              <a:rPr lang="en-US" altLang="zh-CN" sz="3000" dirty="0">
                <a:latin typeface="Times New Roman" panose="02020603050405020304" pitchFamily="18" charset="0"/>
              </a:rPr>
              <a:t> </a:t>
            </a:r>
            <a:endParaRPr lang="en-US" altLang="zh-CN" sz="3000" dirty="0">
              <a:latin typeface="Times New Roman" panose="02020603050405020304" pitchFamily="18" charset="0"/>
            </a:endParaRPr>
          </a:p>
        </p:txBody>
      </p:sp>
      <p:sp>
        <p:nvSpPr>
          <p:cNvPr id="11269" name="矩形 1"/>
          <p:cNvSpPr/>
          <p:nvPr/>
        </p:nvSpPr>
        <p:spPr>
          <a:xfrm>
            <a:off x="768350" y="85408"/>
            <a:ext cx="3416300" cy="523875"/>
          </a:xfrm>
          <a:prstGeom prst="rect">
            <a:avLst/>
          </a:prstGeom>
          <a:noFill/>
          <a:ln w="9525">
            <a:noFill/>
          </a:ln>
        </p:spPr>
        <p:txBody>
          <a:bodyPr wrap="none">
            <a:spAutoFit/>
          </a:bodyPr>
          <a:p>
            <a:r>
              <a:rPr lang="zh-CN" altLang="en-US" sz="2800" dirty="0">
                <a:solidFill>
                  <a:schemeClr val="bg1"/>
                </a:solidFill>
                <a:latin typeface="黑体" panose="02010609060101010101" pitchFamily="49" charset="-122"/>
                <a:ea typeface="黑体" panose="02010609060101010101" pitchFamily="49" charset="-122"/>
              </a:rPr>
              <a:t>设计所需知识点分析</a:t>
            </a:r>
            <a:endParaRPr lang="zh-CN" altLang="en-US" sz="2800" dirty="0">
              <a:solidFill>
                <a:schemeClr val="bg1"/>
              </a:solidFill>
              <a:latin typeface="黑体" panose="02010609060101010101" pitchFamily="49" charset="-122"/>
              <a:ea typeface="黑体" panose="02010609060101010101" pitchFamily="49" charset="-122"/>
            </a:endParaRPr>
          </a:p>
        </p:txBody>
      </p:sp>
      <p:sp>
        <p:nvSpPr>
          <p:cNvPr id="11270" name="文本框 1"/>
          <p:cNvSpPr txBox="1"/>
          <p:nvPr/>
        </p:nvSpPr>
        <p:spPr>
          <a:xfrm>
            <a:off x="768985" y="1331913"/>
            <a:ext cx="7110413" cy="400050"/>
          </a:xfrm>
          <a:prstGeom prst="rect">
            <a:avLst/>
          </a:prstGeom>
          <a:noFill/>
          <a:ln w="9525">
            <a:noFill/>
          </a:ln>
        </p:spPr>
        <p:txBody>
          <a:bodyPr wrap="none">
            <a:spAutoFit/>
          </a:bodyPr>
          <a:p>
            <a:r>
              <a:rPr lang="zh-CN" altLang="zh-CN" dirty="0">
                <a:solidFill>
                  <a:srgbClr val="FF0000"/>
                </a:solidFill>
                <a:latin typeface="Times New Roman" panose="02020603050405020304" pitchFamily="18" charset="0"/>
              </a:rPr>
              <a:t>原动部分</a:t>
            </a:r>
            <a:r>
              <a:rPr lang="zh-CN" altLang="en-US" dirty="0">
                <a:solidFill>
                  <a:srgbClr val="FF0000"/>
                </a:solidFill>
                <a:latin typeface="Times New Roman" panose="02020603050405020304" pitchFamily="18" charset="0"/>
              </a:rPr>
              <a:t>：</a:t>
            </a:r>
            <a:r>
              <a:rPr lang="zh-CN" altLang="zh-CN" dirty="0">
                <a:latin typeface="Times New Roman" panose="02020603050405020304" pitchFamily="18" charset="0"/>
              </a:rPr>
              <a:t>因有动力电，基本知识点或任务就是如何选电机</a:t>
            </a:r>
            <a:r>
              <a:rPr lang="zh-CN" altLang="en-US" dirty="0">
                <a:latin typeface="Times New Roman" panose="02020603050405020304" pitchFamily="18" charset="0"/>
              </a:rPr>
              <a:t>。</a:t>
            </a:r>
            <a:endParaRPr lang="zh-CN" altLang="zh-CN" dirty="0">
              <a:latin typeface="Times New Roman" panose="02020603050405020304" pitchFamily="18" charset="0"/>
            </a:endParaRPr>
          </a:p>
        </p:txBody>
      </p:sp>
      <p:sp>
        <p:nvSpPr>
          <p:cNvPr id="11271" name="文本框 2"/>
          <p:cNvSpPr txBox="1"/>
          <p:nvPr/>
        </p:nvSpPr>
        <p:spPr>
          <a:xfrm>
            <a:off x="688975" y="1991043"/>
            <a:ext cx="7842250" cy="2862262"/>
          </a:xfrm>
          <a:prstGeom prst="rect">
            <a:avLst/>
          </a:prstGeom>
          <a:noFill/>
          <a:ln w="9525">
            <a:noFill/>
          </a:ln>
        </p:spPr>
        <p:txBody>
          <a:bodyPr>
            <a:spAutoFit/>
          </a:bodyPr>
          <a:p>
            <a:pPr>
              <a:lnSpc>
                <a:spcPct val="150000"/>
              </a:lnSpc>
            </a:pPr>
            <a:r>
              <a:rPr lang="zh-CN" altLang="zh-CN" dirty="0">
                <a:solidFill>
                  <a:srgbClr val="FF0000"/>
                </a:solidFill>
                <a:latin typeface="Times New Roman" panose="02020603050405020304" pitchFamily="18" charset="0"/>
              </a:rPr>
              <a:t>传动部分</a:t>
            </a:r>
            <a:r>
              <a:rPr lang="zh-CN" altLang="en-US" dirty="0">
                <a:solidFill>
                  <a:srgbClr val="FF0000"/>
                </a:solidFill>
                <a:latin typeface="Times New Roman" panose="02020603050405020304" pitchFamily="18" charset="0"/>
              </a:rPr>
              <a:t>：</a:t>
            </a:r>
            <a:r>
              <a:rPr lang="zh-CN" altLang="zh-CN" dirty="0">
                <a:latin typeface="Times New Roman" panose="02020603050405020304" pitchFamily="18" charset="0"/>
              </a:rPr>
              <a:t>涉及的知识点很多，除前面介绍的带传动、齿轮传动、蜗杆传动和链传动等多种传动方式需要学习外，还包括组成这些传动装置的所有零部件，如圆柱齿轮（直齿和斜齿）、锥齿轮、蜗轮蜗杆、带及带轮、链轮及链条、轴及与轴相关联的轴承、联轴器、连接、润滑、密封、箱体机架等</a:t>
            </a:r>
            <a:r>
              <a:rPr lang="zh-CN" altLang="en-US" dirty="0">
                <a:latin typeface="Times New Roman" panose="02020603050405020304" pitchFamily="18" charset="0"/>
              </a:rPr>
              <a:t>。</a:t>
            </a:r>
            <a:r>
              <a:rPr lang="zh-CN" altLang="zh-CN" dirty="0">
                <a:latin typeface="Times New Roman" panose="02020603050405020304" pitchFamily="18" charset="0"/>
              </a:rPr>
              <a:t>这部分知识点是机械设计通用的，所以须重点学习。</a:t>
            </a:r>
            <a:endParaRPr lang="zh-CN" altLang="zh-CN" dirty="0">
              <a:latin typeface="Times New Roman" panose="02020603050405020304" pitchFamily="18" charset="0"/>
            </a:endParaRPr>
          </a:p>
        </p:txBody>
      </p:sp>
      <p:sp>
        <p:nvSpPr>
          <p:cNvPr id="11272" name="文本框 3"/>
          <p:cNvSpPr txBox="1"/>
          <p:nvPr/>
        </p:nvSpPr>
        <p:spPr>
          <a:xfrm>
            <a:off x="740410" y="5219700"/>
            <a:ext cx="7878763" cy="400050"/>
          </a:xfrm>
          <a:prstGeom prst="rect">
            <a:avLst/>
          </a:prstGeom>
          <a:noFill/>
          <a:ln w="9525">
            <a:noFill/>
          </a:ln>
        </p:spPr>
        <p:txBody>
          <a:bodyPr wrap="none">
            <a:spAutoFit/>
          </a:bodyPr>
          <a:p>
            <a:r>
              <a:rPr lang="zh-CN" altLang="zh-CN" dirty="0">
                <a:solidFill>
                  <a:srgbClr val="FF0000"/>
                </a:solidFill>
                <a:latin typeface="Times New Roman" panose="02020603050405020304" pitchFamily="18" charset="0"/>
              </a:rPr>
              <a:t>执行机构</a:t>
            </a:r>
            <a:r>
              <a:rPr lang="zh-CN" altLang="en-US" dirty="0">
                <a:solidFill>
                  <a:srgbClr val="FF0000"/>
                </a:solidFill>
                <a:latin typeface="Times New Roman" panose="02020603050405020304" pitchFamily="18" charset="0"/>
              </a:rPr>
              <a:t>：</a:t>
            </a:r>
            <a:r>
              <a:rPr lang="zh-CN" altLang="zh-CN" dirty="0">
                <a:latin typeface="Times New Roman" panose="02020603050405020304" pitchFamily="18" charset="0"/>
              </a:rPr>
              <a:t>用于连续输送机械的特殊链条（长节距输送链）和链轮</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68964"/>
                                        </p:tgtEl>
                                        <p:attrNameLst>
                                          <p:attrName>style.visibility</p:attrName>
                                        </p:attrNameLst>
                                      </p:cBhvr>
                                      <p:to>
                                        <p:strVal val="visible"/>
                                      </p:to>
                                    </p:set>
                                    <p:anim calcmode="lin" valueType="num">
                                      <p:cBhvr additive="base">
                                        <p:cTn id="7" dur="500" fill="hold"/>
                                        <p:tgtEl>
                                          <p:spTgt spid="168964"/>
                                        </p:tgtEl>
                                        <p:attrNameLst>
                                          <p:attrName>ppt_x</p:attrName>
                                        </p:attrNameLst>
                                      </p:cBhvr>
                                      <p:tavLst>
                                        <p:tav tm="0">
                                          <p:val>
                                            <p:strVal val="0-#ppt_w/2"/>
                                          </p:val>
                                        </p:tav>
                                        <p:tav tm="100000">
                                          <p:val>
                                            <p:strVal val="#ppt_x"/>
                                          </p:val>
                                        </p:tav>
                                      </p:tavLst>
                                    </p:anim>
                                    <p:anim calcmode="lin" valueType="num">
                                      <p:cBhvr additive="base">
                                        <p:cTn id="8" dur="500" fill="hold"/>
                                        <p:tgtEl>
                                          <p:spTgt spid="16896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68975"/>
                                        </p:tgtEl>
                                        <p:attrNameLst>
                                          <p:attrName>style.visibility</p:attrName>
                                        </p:attrNameLst>
                                      </p:cBhvr>
                                      <p:to>
                                        <p:strVal val="visible"/>
                                      </p:to>
                                    </p:set>
                                    <p:anim calcmode="lin" valueType="num">
                                      <p:cBhvr additive="base">
                                        <p:cTn id="13" dur="500" fill="hold"/>
                                        <p:tgtEl>
                                          <p:spTgt spid="168975"/>
                                        </p:tgtEl>
                                        <p:attrNameLst>
                                          <p:attrName>ppt_x</p:attrName>
                                        </p:attrNameLst>
                                      </p:cBhvr>
                                      <p:tavLst>
                                        <p:tav tm="0">
                                          <p:val>
                                            <p:strVal val="0-#ppt_w/2"/>
                                          </p:val>
                                        </p:tav>
                                        <p:tav tm="100000">
                                          <p:val>
                                            <p:strVal val="#ppt_x"/>
                                          </p:val>
                                        </p:tav>
                                      </p:tavLst>
                                    </p:anim>
                                    <p:anim calcmode="lin" valueType="num">
                                      <p:cBhvr additive="base">
                                        <p:cTn id="14" dur="500" fill="hold"/>
                                        <p:tgtEl>
                                          <p:spTgt spid="16897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11270"/>
                                        </p:tgtEl>
                                        <p:attrNameLst>
                                          <p:attrName>style.visibility</p:attrName>
                                        </p:attrNameLst>
                                      </p:cBhvr>
                                      <p:to>
                                        <p:strVal val="visible"/>
                                      </p:to>
                                    </p:set>
                                    <p:animEffect transition="in" filter="wipe(left)">
                                      <p:cBhvr>
                                        <p:cTn id="19" dur="500"/>
                                        <p:tgtEl>
                                          <p:spTgt spid="11270"/>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1271"/>
                                        </p:tgtEl>
                                        <p:attrNameLst>
                                          <p:attrName>style.visibility</p:attrName>
                                        </p:attrNameLst>
                                      </p:cBhvr>
                                      <p:to>
                                        <p:strVal val="visible"/>
                                      </p:to>
                                    </p:set>
                                    <p:animEffect transition="in" filter="wipe(left)">
                                      <p:cBhvr>
                                        <p:cTn id="24" dur="500"/>
                                        <p:tgtEl>
                                          <p:spTgt spid="11271"/>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1272"/>
                                        </p:tgtEl>
                                        <p:attrNameLst>
                                          <p:attrName>style.visibility</p:attrName>
                                        </p:attrNameLst>
                                      </p:cBhvr>
                                      <p:to>
                                        <p:strVal val="visible"/>
                                      </p:to>
                                    </p:set>
                                    <p:animEffect transition="in" filter="wipe(left)">
                                      <p:cBhvr>
                                        <p:cTn id="29" dur="500"/>
                                        <p:tgtEl>
                                          <p:spTgt spid="112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75" grpId="0"/>
      <p:bldP spid="11270" grpId="0"/>
      <p:bldP spid="11271" grpId="0"/>
      <p:bldP spid="1127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2"/>
          <p:cNvSpPr>
            <a:spLocks noGrp="1"/>
          </p:cNvSpPr>
          <p:nvPr>
            <p:ph type="title"/>
          </p:nvPr>
        </p:nvSpPr>
        <p:spPr>
          <a:xfrm>
            <a:off x="7010400" y="838200"/>
            <a:ext cx="1447800" cy="228600"/>
          </a:xfrm>
          <a:noFill/>
          <a:ln>
            <a:noFill/>
          </a:ln>
        </p:spPr>
        <p:txBody>
          <a:bodyPr/>
          <a:p>
            <a:pPr eaLnBrk="1" hangingPunct="1"/>
            <a:r>
              <a:rPr lang="zh-CN" altLang="en-US" sz="800" dirty="0">
                <a:solidFill>
                  <a:schemeClr val="bg1"/>
                </a:solidFill>
              </a:rPr>
              <a:t>第二节</a:t>
            </a:r>
            <a:endParaRPr lang="zh-CN" altLang="en-US" sz="800" dirty="0">
              <a:solidFill>
                <a:schemeClr val="bg1"/>
              </a:solidFill>
            </a:endParaRPr>
          </a:p>
        </p:txBody>
      </p:sp>
      <p:pic>
        <p:nvPicPr>
          <p:cNvPr id="168964" name="Picture 4" descr="rewind1">
            <a:hlinkClick r:id="" action="ppaction://hlinkshowjump?jump=firstslide"/>
          </p:cNvPr>
          <p:cNvPicPr>
            <a:picLocks noChangeAspect="1"/>
          </p:cNvPicPr>
          <p:nvPr/>
        </p:nvPicPr>
        <p:blipFill>
          <a:blip r:embed="rId1"/>
          <a:stretch>
            <a:fillRect/>
          </a:stretch>
        </p:blipFill>
        <p:spPr>
          <a:xfrm>
            <a:off x="7985125" y="6503988"/>
            <a:ext cx="287338" cy="287337"/>
          </a:xfrm>
          <a:prstGeom prst="rect">
            <a:avLst/>
          </a:prstGeom>
          <a:noFill/>
          <a:ln w="9525">
            <a:noFill/>
          </a:ln>
        </p:spPr>
      </p:pic>
      <p:sp>
        <p:nvSpPr>
          <p:cNvPr id="168975" name="Text Box 15"/>
          <p:cNvSpPr txBox="1"/>
          <p:nvPr/>
        </p:nvSpPr>
        <p:spPr>
          <a:xfrm>
            <a:off x="6608763" y="6099175"/>
            <a:ext cx="279400" cy="549275"/>
          </a:xfrm>
          <a:prstGeom prst="rect">
            <a:avLst/>
          </a:prstGeom>
          <a:noFill/>
          <a:ln w="9525">
            <a:noFill/>
          </a:ln>
        </p:spPr>
        <p:txBody>
          <a:bodyPr wrap="none">
            <a:spAutoFit/>
          </a:bodyPr>
          <a:p>
            <a:pPr eaLnBrk="1" hangingPunct="1"/>
            <a:r>
              <a:rPr lang="en-US" altLang="zh-CN" sz="3000" dirty="0">
                <a:latin typeface="Times New Roman" panose="02020603050405020304" pitchFamily="18" charset="0"/>
              </a:rPr>
              <a:t> </a:t>
            </a:r>
            <a:endParaRPr lang="en-US" altLang="zh-CN" sz="3000" dirty="0">
              <a:latin typeface="Times New Roman" panose="02020603050405020304" pitchFamily="18" charset="0"/>
            </a:endParaRPr>
          </a:p>
        </p:txBody>
      </p:sp>
      <p:sp>
        <p:nvSpPr>
          <p:cNvPr id="12293" name="文本框 3"/>
          <p:cNvSpPr txBox="1"/>
          <p:nvPr/>
        </p:nvSpPr>
        <p:spPr>
          <a:xfrm>
            <a:off x="785813" y="58420"/>
            <a:ext cx="3775075" cy="522288"/>
          </a:xfrm>
          <a:prstGeom prst="rect">
            <a:avLst/>
          </a:prstGeom>
          <a:noFill/>
          <a:ln w="9525">
            <a:noFill/>
          </a:ln>
        </p:spPr>
        <p:txBody>
          <a:bodyPr wrap="none">
            <a:spAutoFit/>
          </a:bodyPr>
          <a:p>
            <a:r>
              <a:rPr lang="zh-CN" altLang="en-US" sz="2800" dirty="0">
                <a:solidFill>
                  <a:schemeClr val="bg1"/>
                </a:solidFill>
                <a:latin typeface="黑体" panose="02010609060101010101" pitchFamily="49" charset="-122"/>
                <a:ea typeface="黑体" panose="02010609060101010101" pitchFamily="49" charset="-122"/>
              </a:rPr>
              <a:t>斗式提升机的设计计算</a:t>
            </a:r>
            <a:endParaRPr lang="zh-CN" altLang="en-US" sz="2800" dirty="0">
              <a:solidFill>
                <a:schemeClr val="bg1"/>
              </a:solidFill>
              <a:latin typeface="黑体" panose="02010609060101010101" pitchFamily="49" charset="-122"/>
              <a:ea typeface="黑体" panose="02010609060101010101" pitchFamily="49" charset="-122"/>
            </a:endParaRPr>
          </a:p>
        </p:txBody>
      </p:sp>
      <p:pic>
        <p:nvPicPr>
          <p:cNvPr id="12294" name="图片 6"/>
          <p:cNvPicPr>
            <a:picLocks noChangeAspect="1"/>
          </p:cNvPicPr>
          <p:nvPr/>
        </p:nvPicPr>
        <p:blipFill>
          <a:blip r:embed="rId2"/>
          <a:stretch>
            <a:fillRect/>
          </a:stretch>
        </p:blipFill>
        <p:spPr>
          <a:xfrm>
            <a:off x="3864610" y="103505"/>
            <a:ext cx="4917440" cy="6468110"/>
          </a:xfrm>
          <a:prstGeom prst="rect">
            <a:avLst/>
          </a:prstGeom>
          <a:noFill/>
          <a:ln w="9525">
            <a:noFill/>
          </a:ln>
        </p:spPr>
      </p:pic>
      <p:pic>
        <p:nvPicPr>
          <p:cNvPr id="12295" name="图片 1"/>
          <p:cNvPicPr>
            <a:picLocks noChangeAspect="1"/>
          </p:cNvPicPr>
          <p:nvPr/>
        </p:nvPicPr>
        <p:blipFill>
          <a:blip r:embed="rId3"/>
          <a:stretch>
            <a:fillRect/>
          </a:stretch>
        </p:blipFill>
        <p:spPr>
          <a:xfrm>
            <a:off x="335280" y="2155508"/>
            <a:ext cx="3352800" cy="493712"/>
          </a:xfrm>
          <a:prstGeom prst="rect">
            <a:avLst/>
          </a:prstGeom>
          <a:noFill/>
          <a:ln w="9525">
            <a:noFill/>
          </a:ln>
        </p:spPr>
      </p:pic>
      <p:pic>
        <p:nvPicPr>
          <p:cNvPr id="12296" name="Picture 21" descr="NEXT1">
            <a:hlinkClick r:id="" action="ppaction://hlinkshowjump?jump=nextslide"/>
          </p:cNvPr>
          <p:cNvPicPr>
            <a:picLocks noChangeAspect="1"/>
          </p:cNvPicPr>
          <p:nvPr/>
        </p:nvPicPr>
        <p:blipFill>
          <a:blip r:embed="rId4"/>
          <a:stretch>
            <a:fillRect/>
          </a:stretch>
        </p:blipFill>
        <p:spPr>
          <a:xfrm>
            <a:off x="8647113" y="6503988"/>
            <a:ext cx="287337" cy="287337"/>
          </a:xfrm>
          <a:prstGeom prst="rect">
            <a:avLst/>
          </a:prstGeom>
          <a:noFill/>
          <a:ln w="9525">
            <a:noFill/>
          </a:ln>
        </p:spPr>
      </p:pic>
      <p:pic>
        <p:nvPicPr>
          <p:cNvPr id="12297" name="Picture 471" descr="back1">
            <a:hlinkClick r:id="" action="ppaction://hlinkshowjump?jump=previousslide"/>
          </p:cNvPr>
          <p:cNvPicPr>
            <a:picLocks noChangeAspect="1"/>
          </p:cNvPicPr>
          <p:nvPr/>
        </p:nvPicPr>
        <p:blipFill>
          <a:blip r:embed="rId5"/>
          <a:stretch>
            <a:fillRect/>
          </a:stretch>
        </p:blipFill>
        <p:spPr>
          <a:xfrm>
            <a:off x="8313738" y="6503988"/>
            <a:ext cx="287337" cy="287337"/>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68964"/>
                                        </p:tgtEl>
                                        <p:attrNameLst>
                                          <p:attrName>style.visibility</p:attrName>
                                        </p:attrNameLst>
                                      </p:cBhvr>
                                      <p:to>
                                        <p:strVal val="visible"/>
                                      </p:to>
                                    </p:set>
                                    <p:anim calcmode="lin" valueType="num">
                                      <p:cBhvr additive="base">
                                        <p:cTn id="7" dur="500" fill="hold"/>
                                        <p:tgtEl>
                                          <p:spTgt spid="168964"/>
                                        </p:tgtEl>
                                        <p:attrNameLst>
                                          <p:attrName>ppt_x</p:attrName>
                                        </p:attrNameLst>
                                      </p:cBhvr>
                                      <p:tavLst>
                                        <p:tav tm="0">
                                          <p:val>
                                            <p:strVal val="0-#ppt_w/2"/>
                                          </p:val>
                                        </p:tav>
                                        <p:tav tm="100000">
                                          <p:val>
                                            <p:strVal val="#ppt_x"/>
                                          </p:val>
                                        </p:tav>
                                      </p:tavLst>
                                    </p:anim>
                                    <p:anim calcmode="lin" valueType="num">
                                      <p:cBhvr additive="base">
                                        <p:cTn id="8" dur="500" fill="hold"/>
                                        <p:tgtEl>
                                          <p:spTgt spid="16896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68975"/>
                                        </p:tgtEl>
                                        <p:attrNameLst>
                                          <p:attrName>style.visibility</p:attrName>
                                        </p:attrNameLst>
                                      </p:cBhvr>
                                      <p:to>
                                        <p:strVal val="visible"/>
                                      </p:to>
                                    </p:set>
                                    <p:anim calcmode="lin" valueType="num">
                                      <p:cBhvr additive="base">
                                        <p:cTn id="13" dur="500" fill="hold"/>
                                        <p:tgtEl>
                                          <p:spTgt spid="168975"/>
                                        </p:tgtEl>
                                        <p:attrNameLst>
                                          <p:attrName>ppt_x</p:attrName>
                                        </p:attrNameLst>
                                      </p:cBhvr>
                                      <p:tavLst>
                                        <p:tav tm="0">
                                          <p:val>
                                            <p:strVal val="0-#ppt_w/2"/>
                                          </p:val>
                                        </p:tav>
                                        <p:tav tm="100000">
                                          <p:val>
                                            <p:strVal val="#ppt_x"/>
                                          </p:val>
                                        </p:tav>
                                      </p:tavLst>
                                    </p:anim>
                                    <p:anim calcmode="lin" valueType="num">
                                      <p:cBhvr additive="base">
                                        <p:cTn id="14" dur="500" fill="hold"/>
                                        <p:tgtEl>
                                          <p:spTgt spid="16897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12294"/>
                                        </p:tgtEl>
                                        <p:attrNameLst>
                                          <p:attrName>style.visibility</p:attrName>
                                        </p:attrNameLst>
                                      </p:cBhvr>
                                      <p:to>
                                        <p:strVal val="visible"/>
                                      </p:to>
                                    </p:set>
                                    <p:animEffect transition="in" filter="wipe(down)">
                                      <p:cBhvr>
                                        <p:cTn id="19" dur="500"/>
                                        <p:tgtEl>
                                          <p:spTgt spid="12294"/>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12295"/>
                                        </p:tgtEl>
                                        <p:attrNameLst>
                                          <p:attrName>style.visibility</p:attrName>
                                        </p:attrNameLst>
                                      </p:cBhvr>
                                      <p:to>
                                        <p:strVal val="visible"/>
                                      </p:to>
                                    </p:set>
                                    <p:animEffect transition="in" filter="wipe(left)">
                                      <p:cBhvr>
                                        <p:cTn id="24" dur="500"/>
                                        <p:tgtEl>
                                          <p:spTgt spid="122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7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2"/>
          <p:cNvSpPr>
            <a:spLocks noGrp="1"/>
          </p:cNvSpPr>
          <p:nvPr>
            <p:ph type="title"/>
          </p:nvPr>
        </p:nvSpPr>
        <p:spPr>
          <a:xfrm>
            <a:off x="7010400" y="838200"/>
            <a:ext cx="1447800" cy="228600"/>
          </a:xfrm>
          <a:noFill/>
          <a:ln>
            <a:noFill/>
          </a:ln>
        </p:spPr>
        <p:txBody>
          <a:bodyPr/>
          <a:p>
            <a:pPr eaLnBrk="1" hangingPunct="1"/>
            <a:r>
              <a:rPr lang="zh-CN" altLang="en-US" sz="800" dirty="0">
                <a:solidFill>
                  <a:schemeClr val="bg1"/>
                </a:solidFill>
              </a:rPr>
              <a:t>第二节</a:t>
            </a:r>
            <a:endParaRPr lang="zh-CN" altLang="en-US" sz="800" dirty="0">
              <a:solidFill>
                <a:schemeClr val="bg1"/>
              </a:solidFill>
            </a:endParaRPr>
          </a:p>
        </p:txBody>
      </p:sp>
      <p:pic>
        <p:nvPicPr>
          <p:cNvPr id="168964" name="Picture 4" descr="rewind1">
            <a:hlinkClick r:id="" action="ppaction://hlinkshowjump?jump=firstslide"/>
          </p:cNvPr>
          <p:cNvPicPr>
            <a:picLocks noChangeAspect="1"/>
          </p:cNvPicPr>
          <p:nvPr/>
        </p:nvPicPr>
        <p:blipFill>
          <a:blip r:embed="rId1"/>
          <a:stretch>
            <a:fillRect/>
          </a:stretch>
        </p:blipFill>
        <p:spPr>
          <a:xfrm>
            <a:off x="8037513" y="6503988"/>
            <a:ext cx="287337" cy="287337"/>
          </a:xfrm>
          <a:prstGeom prst="rect">
            <a:avLst/>
          </a:prstGeom>
          <a:noFill/>
          <a:ln w="9525">
            <a:noFill/>
          </a:ln>
        </p:spPr>
      </p:pic>
      <p:sp>
        <p:nvSpPr>
          <p:cNvPr id="168975" name="Text Box 15"/>
          <p:cNvSpPr txBox="1"/>
          <p:nvPr/>
        </p:nvSpPr>
        <p:spPr>
          <a:xfrm>
            <a:off x="6608763" y="6099175"/>
            <a:ext cx="279400" cy="549275"/>
          </a:xfrm>
          <a:prstGeom prst="rect">
            <a:avLst/>
          </a:prstGeom>
          <a:noFill/>
          <a:ln w="9525">
            <a:noFill/>
          </a:ln>
        </p:spPr>
        <p:txBody>
          <a:bodyPr wrap="none">
            <a:spAutoFit/>
          </a:bodyPr>
          <a:p>
            <a:pPr eaLnBrk="1" hangingPunct="1"/>
            <a:r>
              <a:rPr lang="en-US" altLang="zh-CN" sz="3000" dirty="0">
                <a:latin typeface="Times New Roman" panose="02020603050405020304" pitchFamily="18" charset="0"/>
              </a:rPr>
              <a:t> </a:t>
            </a:r>
            <a:endParaRPr lang="en-US" altLang="zh-CN" sz="3000" dirty="0">
              <a:latin typeface="Times New Roman" panose="02020603050405020304" pitchFamily="18" charset="0"/>
            </a:endParaRPr>
          </a:p>
        </p:txBody>
      </p:sp>
      <p:sp>
        <p:nvSpPr>
          <p:cNvPr id="13317" name="文本框 3"/>
          <p:cNvSpPr txBox="1"/>
          <p:nvPr/>
        </p:nvSpPr>
        <p:spPr>
          <a:xfrm>
            <a:off x="801688" y="86360"/>
            <a:ext cx="3775075" cy="522288"/>
          </a:xfrm>
          <a:prstGeom prst="rect">
            <a:avLst/>
          </a:prstGeom>
          <a:noFill/>
          <a:ln w="9525">
            <a:noFill/>
          </a:ln>
        </p:spPr>
        <p:txBody>
          <a:bodyPr wrap="none">
            <a:spAutoFit/>
          </a:bodyPr>
          <a:p>
            <a:r>
              <a:rPr lang="zh-CN" altLang="en-US" sz="2800" dirty="0">
                <a:solidFill>
                  <a:schemeClr val="bg1"/>
                </a:solidFill>
                <a:latin typeface="黑体" panose="02010609060101010101" pitchFamily="49" charset="-122"/>
                <a:ea typeface="黑体" panose="02010609060101010101" pitchFamily="49" charset="-122"/>
              </a:rPr>
              <a:t>斗式提升机的设计计算</a:t>
            </a:r>
            <a:endParaRPr lang="zh-CN" altLang="en-US" sz="2800" dirty="0">
              <a:solidFill>
                <a:schemeClr val="bg1"/>
              </a:solidFill>
              <a:latin typeface="黑体" panose="02010609060101010101" pitchFamily="49" charset="-122"/>
              <a:ea typeface="黑体" panose="02010609060101010101" pitchFamily="49" charset="-122"/>
            </a:endParaRPr>
          </a:p>
        </p:txBody>
      </p:sp>
      <p:pic>
        <p:nvPicPr>
          <p:cNvPr id="13318" name="Picture 21" descr="NEXT1">
            <a:hlinkClick r:id="" action="ppaction://hlinkshowjump?jump=nextslide"/>
          </p:cNvPr>
          <p:cNvPicPr>
            <a:picLocks noChangeAspect="1"/>
          </p:cNvPicPr>
          <p:nvPr/>
        </p:nvPicPr>
        <p:blipFill>
          <a:blip r:embed="rId2"/>
          <a:stretch>
            <a:fillRect/>
          </a:stretch>
        </p:blipFill>
        <p:spPr>
          <a:xfrm>
            <a:off x="8647113" y="6503988"/>
            <a:ext cx="287337" cy="287337"/>
          </a:xfrm>
          <a:prstGeom prst="rect">
            <a:avLst/>
          </a:prstGeom>
          <a:noFill/>
          <a:ln w="9525">
            <a:noFill/>
          </a:ln>
        </p:spPr>
      </p:pic>
      <p:sp>
        <p:nvSpPr>
          <p:cNvPr id="8" name="Text Box 10"/>
          <p:cNvSpPr txBox="1"/>
          <p:nvPr/>
        </p:nvSpPr>
        <p:spPr>
          <a:xfrm>
            <a:off x="543878" y="2044700"/>
            <a:ext cx="3383280" cy="570865"/>
          </a:xfrm>
          <a:prstGeom prst="rect">
            <a:avLst/>
          </a:prstGeom>
          <a:noFill/>
          <a:ln w="9525">
            <a:noFill/>
          </a:ln>
        </p:spPr>
        <p:txBody>
          <a:bodyPr wrap="none">
            <a:spAutoFit/>
          </a:bodyPr>
          <a:p>
            <a:pPr eaLnBrk="1" hangingPunct="1">
              <a:lnSpc>
                <a:spcPct val="130000"/>
              </a:lnSpc>
              <a:buSzPct val="80000"/>
            </a:pPr>
            <a:r>
              <a:rPr lang="en-US" altLang="zh-CN" sz="2400" dirty="0">
                <a:solidFill>
                  <a:srgbClr val="C00000"/>
                </a:solidFill>
                <a:latin typeface="黑体" panose="02010609060101010101" pitchFamily="49" charset="-122"/>
                <a:ea typeface="黑体" panose="02010609060101010101" pitchFamily="49" charset="-122"/>
              </a:rPr>
              <a:t>1</a:t>
            </a:r>
            <a:r>
              <a:rPr lang="zh-CN" altLang="en-US" sz="2400" dirty="0">
                <a:solidFill>
                  <a:srgbClr val="C00000"/>
                </a:solidFill>
                <a:latin typeface="黑体" panose="02010609060101010101" pitchFamily="49" charset="-122"/>
                <a:ea typeface="黑体" panose="02010609060101010101" pitchFamily="49" charset="-122"/>
              </a:rPr>
              <a:t>、斗提机输送量的计算</a:t>
            </a:r>
            <a:endParaRPr lang="zh-CN" altLang="en-US" sz="2400" dirty="0">
              <a:solidFill>
                <a:srgbClr val="C00000"/>
              </a:solidFill>
              <a:latin typeface="黑体" panose="02010609060101010101" pitchFamily="49" charset="-122"/>
              <a:ea typeface="黑体" panose="02010609060101010101" pitchFamily="49" charset="-122"/>
            </a:endParaRPr>
          </a:p>
        </p:txBody>
      </p:sp>
      <p:sp>
        <p:nvSpPr>
          <p:cNvPr id="3" name="文本框 2"/>
          <p:cNvSpPr txBox="1">
            <a:spLocks noRot="1" noChangeAspect="1" noMove="1" noResize="1" noEditPoints="1" noAdjustHandles="1" noChangeArrowheads="1" noChangeShapeType="1" noTextEdit="1"/>
          </p:cNvSpPr>
          <p:nvPr/>
        </p:nvSpPr>
        <p:spPr>
          <a:xfrm>
            <a:off x="515272" y="2589044"/>
            <a:ext cx="8026113" cy="1487843"/>
          </a:xfrm>
          <a:prstGeom prst="rect">
            <a:avLst/>
          </a:prstGeom>
          <a:blipFill>
            <a:blip r:embed="rId3"/>
            <a:stretch>
              <a:fillRect l="-759" r="-76" b="-2869"/>
            </a:stretch>
          </a:blipFill>
        </p:spPr>
        <p:txBody>
          <a:bodyPr/>
          <a:lstStyle/>
          <a:p>
            <a:r>
              <a:rPr lang="zh-CN" altLang="en-US">
                <a:noFill/>
              </a:rPr>
              <a:t> </a:t>
            </a:r>
            <a:endParaRPr lang="zh-CN" altLang="en-US">
              <a:noFill/>
            </a:endParaRPr>
          </a:p>
        </p:txBody>
      </p:sp>
      <p:sp>
        <p:nvSpPr>
          <p:cNvPr id="6" name="文本框 5"/>
          <p:cNvSpPr txBox="1">
            <a:spLocks noRot="1" noChangeAspect="1" noMove="1" noResize="1" noEditPoints="1" noAdjustHandles="1" noChangeArrowheads="1" noChangeShapeType="1" noTextEdit="1"/>
          </p:cNvSpPr>
          <p:nvPr/>
        </p:nvSpPr>
        <p:spPr>
          <a:xfrm>
            <a:off x="575597" y="4636526"/>
            <a:ext cx="8072151" cy="1015663"/>
          </a:xfrm>
          <a:prstGeom prst="rect">
            <a:avLst/>
          </a:prstGeom>
          <a:blipFill>
            <a:blip r:embed="rId4"/>
            <a:stretch>
              <a:fillRect l="-755" b="-4192"/>
            </a:stretch>
          </a:blipFill>
        </p:spPr>
        <p:txBody>
          <a:bodyPr/>
          <a:lstStyle/>
          <a:p>
            <a:r>
              <a:rPr lang="zh-CN" altLang="en-US">
                <a:noFill/>
              </a:rPr>
              <a:t> </a:t>
            </a:r>
            <a:endParaRPr lang="zh-CN" altLang="en-US">
              <a:noFill/>
            </a:endParaRPr>
          </a:p>
        </p:txBody>
      </p:sp>
      <p:pic>
        <p:nvPicPr>
          <p:cNvPr id="13325" name="Picture 471" descr="back1">
            <a:hlinkClick r:id="" action="ppaction://hlinkshowjump?jump=previousslide"/>
          </p:cNvPr>
          <p:cNvPicPr>
            <a:picLocks noChangeAspect="1"/>
          </p:cNvPicPr>
          <p:nvPr/>
        </p:nvPicPr>
        <p:blipFill>
          <a:blip r:embed="rId5"/>
          <a:stretch>
            <a:fillRect/>
          </a:stretch>
        </p:blipFill>
        <p:spPr>
          <a:xfrm>
            <a:off x="8342313" y="6503988"/>
            <a:ext cx="287337" cy="287337"/>
          </a:xfrm>
          <a:prstGeom prst="rect">
            <a:avLst/>
          </a:prstGeom>
          <a:noFill/>
          <a:ln w="9525">
            <a:noFill/>
          </a:ln>
        </p:spPr>
      </p:pic>
      <p:sp>
        <p:nvSpPr>
          <p:cNvPr id="9" name="文本框 8"/>
          <p:cNvSpPr txBox="1"/>
          <p:nvPr/>
        </p:nvSpPr>
        <p:spPr>
          <a:xfrm>
            <a:off x="6132830" y="4236720"/>
            <a:ext cx="1231900" cy="400050"/>
          </a:xfrm>
          <a:prstGeom prst="rect">
            <a:avLst/>
          </a:prstGeom>
          <a:noFill/>
          <a:ln w="9525">
            <a:noFill/>
          </a:ln>
        </p:spPr>
        <p:txBody>
          <a:bodyPr wrap="none">
            <a:spAutoFit/>
          </a:bodyPr>
          <a:p>
            <a:r>
              <a:rPr lang="zh-CN" altLang="en-US" dirty="0">
                <a:latin typeface="Times New Roman" panose="02020603050405020304" pitchFamily="18" charset="0"/>
              </a:rPr>
              <a:t>（</a:t>
            </a:r>
            <a:r>
              <a:rPr lang="en-US" altLang="zh-CN" dirty="0">
                <a:latin typeface="Times New Roman" panose="02020603050405020304" pitchFamily="18" charset="0"/>
              </a:rPr>
              <a:t>3.1-1</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sp>
        <p:nvSpPr>
          <p:cNvPr id="16" name="文本框 15"/>
          <p:cNvSpPr txBox="1"/>
          <p:nvPr/>
        </p:nvSpPr>
        <p:spPr>
          <a:xfrm>
            <a:off x="6132830" y="5723573"/>
            <a:ext cx="1231900" cy="400050"/>
          </a:xfrm>
          <a:prstGeom prst="rect">
            <a:avLst/>
          </a:prstGeom>
          <a:noFill/>
          <a:ln w="9525">
            <a:noFill/>
          </a:ln>
        </p:spPr>
        <p:txBody>
          <a:bodyPr wrap="none">
            <a:spAutoFit/>
          </a:bodyPr>
          <a:p>
            <a:r>
              <a:rPr lang="zh-CN" altLang="en-US" dirty="0">
                <a:latin typeface="Times New Roman" panose="02020603050405020304" pitchFamily="18" charset="0"/>
              </a:rPr>
              <a:t>（</a:t>
            </a:r>
            <a:r>
              <a:rPr lang="en-US" altLang="zh-CN" dirty="0">
                <a:latin typeface="Times New Roman" panose="02020603050405020304" pitchFamily="18" charset="0"/>
              </a:rPr>
              <a:t>3.1-2</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sp>
        <p:nvSpPr>
          <p:cNvPr id="5" name="文本框 4"/>
          <p:cNvSpPr txBox="1"/>
          <p:nvPr/>
        </p:nvSpPr>
        <p:spPr>
          <a:xfrm>
            <a:off x="514985" y="845820"/>
            <a:ext cx="8132445" cy="1198880"/>
          </a:xfrm>
          <a:prstGeom prst="rect">
            <a:avLst/>
          </a:prstGeom>
          <a:noFill/>
        </p:spPr>
        <p:txBody>
          <a:bodyPr wrap="square" rtlCol="0">
            <a:spAutoFit/>
          </a:bodyPr>
          <a:p>
            <a:r>
              <a:rPr lang="zh-CN" altLang="en-US" sz="2400">
                <a:latin typeface="黑体" panose="02010609060101010101" pitchFamily="49" charset="-122"/>
                <a:ea typeface="黑体" panose="02010609060101010101" pitchFamily="49" charset="-122"/>
                <a:cs typeface="黑体" panose="02010609060101010101" pitchFamily="49" charset="-122"/>
              </a:rPr>
              <a:t>先确定斗提机执行机构输送链的运动参数</a:t>
            </a:r>
            <a:r>
              <a:rPr lang="en-US" altLang="zh-CN" sz="2400" i="1">
                <a:solidFill>
                  <a:srgbClr val="FF0000"/>
                </a:solidFill>
                <a:latin typeface="黑体" panose="02010609060101010101" pitchFamily="49" charset="-122"/>
                <a:ea typeface="黑体" panose="02010609060101010101" pitchFamily="49" charset="-122"/>
                <a:cs typeface="黑体" panose="02010609060101010101" pitchFamily="49" charset="-122"/>
              </a:rPr>
              <a:t>v</a:t>
            </a:r>
            <a:r>
              <a:rPr lang="zh-CN" altLang="en-US" sz="2400">
                <a:latin typeface="黑体" panose="02010609060101010101" pitchFamily="49" charset="-122"/>
                <a:ea typeface="黑体" panose="02010609060101010101" pitchFamily="49" charset="-122"/>
                <a:cs typeface="黑体" panose="02010609060101010101" pitchFamily="49" charset="-122"/>
              </a:rPr>
              <a:t>和动力参数</a:t>
            </a:r>
            <a:r>
              <a:rPr lang="en-US" altLang="zh-CN" sz="2400">
                <a:solidFill>
                  <a:srgbClr val="FF0000"/>
                </a:solidFill>
                <a:latin typeface="黑体" panose="02010609060101010101" pitchFamily="49" charset="-122"/>
                <a:ea typeface="黑体" panose="02010609060101010101" pitchFamily="49" charset="-122"/>
                <a:cs typeface="黑体" panose="02010609060101010101" pitchFamily="49" charset="-122"/>
              </a:rPr>
              <a:t>F</a:t>
            </a:r>
            <a:r>
              <a:rPr lang="zh-CN" altLang="en-US" sz="2400">
                <a:latin typeface="黑体" panose="02010609060101010101" pitchFamily="49" charset="-122"/>
                <a:ea typeface="黑体" panose="02010609060101010101" pitchFamily="49" charset="-122"/>
                <a:cs typeface="黑体" panose="02010609060101010101" pitchFamily="49" charset="-122"/>
              </a:rPr>
              <a:t>，这是设计前提，链速不能太快，</a:t>
            </a:r>
            <a:r>
              <a:rPr lang="zh-CN" altLang="en-US" sz="2400">
                <a:solidFill>
                  <a:srgbClr val="C00000"/>
                </a:solidFill>
                <a:latin typeface="黑体" panose="02010609060101010101" pitchFamily="49" charset="-122"/>
                <a:ea typeface="黑体" panose="02010609060101010101" pitchFamily="49" charset="-122"/>
                <a:cs typeface="黑体" panose="02010609060101010101" pitchFamily="49" charset="-122"/>
              </a:rPr>
              <a:t>定链速</a:t>
            </a:r>
            <a:r>
              <a:rPr lang="en-US" altLang="zh-CN" sz="2400">
                <a:solidFill>
                  <a:srgbClr val="C00000"/>
                </a:solidFill>
                <a:latin typeface="黑体" panose="02010609060101010101" pitchFamily="49" charset="-122"/>
                <a:ea typeface="黑体" panose="02010609060101010101" pitchFamily="49" charset="-122"/>
                <a:cs typeface="黑体" panose="02010609060101010101" pitchFamily="49" charset="-122"/>
              </a:rPr>
              <a:t>v=0.5m/s</a:t>
            </a:r>
            <a:r>
              <a:rPr lang="zh-CN" altLang="en-US" sz="2400">
                <a:latin typeface="黑体" panose="02010609060101010101" pitchFamily="49" charset="-122"/>
                <a:ea typeface="黑体" panose="02010609060101010101" pitchFamily="49" charset="-122"/>
                <a:cs typeface="黑体" panose="02010609060101010101" pitchFamily="49" charset="-122"/>
              </a:rPr>
              <a:t>，接下来确定动力参数</a:t>
            </a:r>
            <a:r>
              <a:rPr lang="en-US" altLang="zh-CN" sz="2400">
                <a:latin typeface="黑体" panose="02010609060101010101" pitchFamily="49" charset="-122"/>
                <a:ea typeface="黑体" panose="02010609060101010101" pitchFamily="49" charset="-122"/>
                <a:cs typeface="黑体" panose="02010609060101010101" pitchFamily="49" charset="-122"/>
              </a:rPr>
              <a:t>F </a:t>
            </a:r>
            <a:r>
              <a:rPr lang="zh-CN" altLang="en-US" sz="2400">
                <a:latin typeface="黑体" panose="02010609060101010101" pitchFamily="49" charset="-122"/>
                <a:ea typeface="黑体" panose="02010609060101010101" pitchFamily="49" charset="-122"/>
                <a:cs typeface="黑体" panose="02010609060101010101" pitchFamily="49" charset="-122"/>
              </a:rPr>
              <a:t>。</a:t>
            </a:r>
            <a:endParaRPr lang="zh-CN" altLang="en-US" sz="2400">
              <a:latin typeface="黑体" panose="02010609060101010101" pitchFamily="49" charset="-122"/>
              <a:ea typeface="黑体" panose="02010609060101010101" pitchFamily="49" charset="-122"/>
              <a:cs typeface="黑体" panose="02010609060101010101" pitchFamily="49" charset="-122"/>
            </a:endParaRPr>
          </a:p>
        </p:txBody>
      </p:sp>
      <p:graphicFrame>
        <p:nvGraphicFramePr>
          <p:cNvPr id="10" name="对象 9">
            <a:hlinkClick r:id="" action="ppaction://ole?verb="/>
          </p:cNvPr>
          <p:cNvGraphicFramePr>
            <a:graphicFrameLocks noChangeAspect="1"/>
          </p:cNvGraphicFramePr>
          <p:nvPr/>
        </p:nvGraphicFramePr>
        <p:xfrm>
          <a:off x="3673475" y="4076700"/>
          <a:ext cx="1184910" cy="720090"/>
        </p:xfrm>
        <a:graphic>
          <a:graphicData uri="http://schemas.openxmlformats.org/presentationml/2006/ole">
            <mc:AlternateContent xmlns:mc="http://schemas.openxmlformats.org/markup-compatibility/2006">
              <mc:Choice xmlns:v="urn:schemas-microsoft-com:vml" Requires="v">
                <p:oleObj spid="_x0000_s1025" name="" r:id="rId6" imgW="647700" imgH="393700" progId="Equation.KSEE3">
                  <p:embed/>
                </p:oleObj>
              </mc:Choice>
              <mc:Fallback>
                <p:oleObj name="" r:id="rId6" imgW="647700" imgH="393700" progId="Equation.KSEE3">
                  <p:embed/>
                  <p:pic>
                    <p:nvPicPr>
                      <p:cNvPr id="0" name="图片 1024"/>
                      <p:cNvPicPr/>
                      <p:nvPr/>
                    </p:nvPicPr>
                    <p:blipFill>
                      <a:blip r:embed="rId7"/>
                      <a:stretch>
                        <a:fillRect/>
                      </a:stretch>
                    </p:blipFill>
                    <p:spPr>
                      <a:xfrm>
                        <a:off x="3673475" y="4076700"/>
                        <a:ext cx="1184910" cy="720090"/>
                      </a:xfrm>
                      <a:prstGeom prst="rect">
                        <a:avLst/>
                      </a:prstGeom>
                      <a:solidFill>
                        <a:schemeClr val="tx2">
                          <a:lumMod val="20000"/>
                          <a:lumOff val="80000"/>
                        </a:schemeClr>
                      </a:solidFill>
                    </p:spPr>
                  </p:pic>
                </p:oleObj>
              </mc:Fallback>
            </mc:AlternateContent>
          </a:graphicData>
        </a:graphic>
      </p:graphicFrame>
      <p:graphicFrame>
        <p:nvGraphicFramePr>
          <p:cNvPr id="11" name="对象 10">
            <a:hlinkClick r:id="" action="ppaction://ole?verb="/>
          </p:cNvPr>
          <p:cNvGraphicFramePr>
            <a:graphicFrameLocks noChangeAspect="1"/>
          </p:cNvGraphicFramePr>
          <p:nvPr/>
        </p:nvGraphicFramePr>
        <p:xfrm>
          <a:off x="3070860" y="5574030"/>
          <a:ext cx="2602230" cy="720090"/>
        </p:xfrm>
        <a:graphic>
          <a:graphicData uri="http://schemas.openxmlformats.org/presentationml/2006/ole">
            <mc:AlternateContent xmlns:mc="http://schemas.openxmlformats.org/markup-compatibility/2006">
              <mc:Choice xmlns:v="urn:schemas-microsoft-com:vml" Requires="v">
                <p:oleObj spid="_x0000_s2" name="" r:id="rId8" imgW="1422400" imgH="393700" progId="Equation.KSEE3">
                  <p:embed/>
                </p:oleObj>
              </mc:Choice>
              <mc:Fallback>
                <p:oleObj name="" r:id="rId8" imgW="1422400" imgH="393700" progId="Equation.KSEE3">
                  <p:embed/>
                  <p:pic>
                    <p:nvPicPr>
                      <p:cNvPr id="0" name="图片 1024"/>
                      <p:cNvPicPr/>
                      <p:nvPr/>
                    </p:nvPicPr>
                    <p:blipFill>
                      <a:blip r:embed="rId9"/>
                      <a:stretch>
                        <a:fillRect/>
                      </a:stretch>
                    </p:blipFill>
                    <p:spPr>
                      <a:xfrm>
                        <a:off x="3070860" y="5574030"/>
                        <a:ext cx="2602230" cy="720090"/>
                      </a:xfrm>
                      <a:prstGeom prst="rect">
                        <a:avLst/>
                      </a:prstGeom>
                      <a:solidFill>
                        <a:schemeClr val="tx2">
                          <a:lumMod val="20000"/>
                          <a:lumOff val="80000"/>
                        </a:schemeClr>
                      </a:solidFill>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68964"/>
                                        </p:tgtEl>
                                        <p:attrNameLst>
                                          <p:attrName>style.visibility</p:attrName>
                                        </p:attrNameLst>
                                      </p:cBhvr>
                                      <p:to>
                                        <p:strVal val="visible"/>
                                      </p:to>
                                    </p:set>
                                    <p:anim calcmode="lin" valueType="num">
                                      <p:cBhvr additive="base">
                                        <p:cTn id="7" dur="500" fill="hold"/>
                                        <p:tgtEl>
                                          <p:spTgt spid="168964"/>
                                        </p:tgtEl>
                                        <p:attrNameLst>
                                          <p:attrName>ppt_x</p:attrName>
                                        </p:attrNameLst>
                                      </p:cBhvr>
                                      <p:tavLst>
                                        <p:tav tm="0">
                                          <p:val>
                                            <p:strVal val="0-#ppt_w/2"/>
                                          </p:val>
                                        </p:tav>
                                        <p:tav tm="100000">
                                          <p:val>
                                            <p:strVal val="#ppt_x"/>
                                          </p:val>
                                        </p:tav>
                                      </p:tavLst>
                                    </p:anim>
                                    <p:anim calcmode="lin" valueType="num">
                                      <p:cBhvr additive="base">
                                        <p:cTn id="8" dur="500" fill="hold"/>
                                        <p:tgtEl>
                                          <p:spTgt spid="16896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68975"/>
                                        </p:tgtEl>
                                        <p:attrNameLst>
                                          <p:attrName>style.visibility</p:attrName>
                                        </p:attrNameLst>
                                      </p:cBhvr>
                                      <p:to>
                                        <p:strVal val="visible"/>
                                      </p:to>
                                    </p:set>
                                    <p:anim calcmode="lin" valueType="num">
                                      <p:cBhvr additive="base">
                                        <p:cTn id="13" dur="500" fill="hold"/>
                                        <p:tgtEl>
                                          <p:spTgt spid="168975"/>
                                        </p:tgtEl>
                                        <p:attrNameLst>
                                          <p:attrName>ppt_x</p:attrName>
                                        </p:attrNameLst>
                                      </p:cBhvr>
                                      <p:tavLst>
                                        <p:tav tm="0">
                                          <p:val>
                                            <p:strVal val="0-#ppt_w/2"/>
                                          </p:val>
                                        </p:tav>
                                        <p:tav tm="100000">
                                          <p:val>
                                            <p:strVal val="#ppt_x"/>
                                          </p:val>
                                        </p:tav>
                                      </p:tavLst>
                                    </p:anim>
                                    <p:anim calcmode="lin" valueType="num">
                                      <p:cBhvr additive="base">
                                        <p:cTn id="14" dur="500" fill="hold"/>
                                        <p:tgtEl>
                                          <p:spTgt spid="16897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wipe(left)">
                                      <p:cBhvr>
                                        <p:cTn id="23" dur="500"/>
                                        <p:tgtEl>
                                          <p:spTgt spid="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wipe(left)">
                                      <p:cBhvr>
                                        <p:cTn id="28" dur="5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wipe(left)">
                                      <p:cBhvr>
                                        <p:cTn id="33" dur="500"/>
                                        <p:tgtEl>
                                          <p:spTgt spid="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wipe(left)">
                                      <p:cBhvr>
                                        <p:cTn id="38" dur="5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wipe(left)">
                                      <p:cBhvr>
                                        <p:cTn id="43" dur="500"/>
                                        <p:tgtEl>
                                          <p:spTgt spid="11"/>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wipe(left)">
                                      <p:cBhvr>
                                        <p:cTn id="4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75" grpId="0"/>
      <p:bldP spid="8" grpId="0"/>
      <p:bldP spid="9" grpId="0"/>
      <p:bldP spid="1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Rectangle 2"/>
          <p:cNvSpPr>
            <a:spLocks noGrp="1"/>
          </p:cNvSpPr>
          <p:nvPr>
            <p:ph type="title"/>
          </p:nvPr>
        </p:nvSpPr>
        <p:spPr>
          <a:xfrm>
            <a:off x="7010400" y="838200"/>
            <a:ext cx="1447800" cy="228600"/>
          </a:xfrm>
          <a:noFill/>
          <a:ln>
            <a:noFill/>
          </a:ln>
        </p:spPr>
        <p:txBody>
          <a:bodyPr/>
          <a:p>
            <a:pPr eaLnBrk="1" hangingPunct="1"/>
            <a:r>
              <a:rPr lang="zh-CN" altLang="en-US" sz="800" dirty="0">
                <a:solidFill>
                  <a:schemeClr val="bg1"/>
                </a:solidFill>
              </a:rPr>
              <a:t>第二节</a:t>
            </a:r>
            <a:endParaRPr lang="zh-CN" altLang="en-US" sz="800" dirty="0">
              <a:solidFill>
                <a:schemeClr val="bg1"/>
              </a:solidFill>
            </a:endParaRPr>
          </a:p>
        </p:txBody>
      </p:sp>
      <p:pic>
        <p:nvPicPr>
          <p:cNvPr id="168964" name="Picture 4" descr="rewind1">
            <a:hlinkClick r:id="" action="ppaction://hlinkshowjump?jump=firstslide"/>
          </p:cNvPr>
          <p:cNvPicPr>
            <a:picLocks noChangeAspect="1"/>
          </p:cNvPicPr>
          <p:nvPr/>
        </p:nvPicPr>
        <p:blipFill>
          <a:blip r:embed="rId1"/>
          <a:stretch>
            <a:fillRect/>
          </a:stretch>
        </p:blipFill>
        <p:spPr>
          <a:xfrm>
            <a:off x="7985125" y="6503988"/>
            <a:ext cx="287338" cy="287337"/>
          </a:xfrm>
          <a:prstGeom prst="rect">
            <a:avLst/>
          </a:prstGeom>
          <a:noFill/>
          <a:ln w="9525">
            <a:noFill/>
          </a:ln>
        </p:spPr>
      </p:pic>
      <p:sp>
        <p:nvSpPr>
          <p:cNvPr id="168975" name="Text Box 15"/>
          <p:cNvSpPr txBox="1"/>
          <p:nvPr/>
        </p:nvSpPr>
        <p:spPr>
          <a:xfrm>
            <a:off x="6608763" y="6099175"/>
            <a:ext cx="279400" cy="549275"/>
          </a:xfrm>
          <a:prstGeom prst="rect">
            <a:avLst/>
          </a:prstGeom>
          <a:noFill/>
          <a:ln w="9525">
            <a:noFill/>
          </a:ln>
        </p:spPr>
        <p:txBody>
          <a:bodyPr wrap="none">
            <a:spAutoFit/>
          </a:bodyPr>
          <a:p>
            <a:pPr eaLnBrk="1" hangingPunct="1"/>
            <a:r>
              <a:rPr lang="en-US" altLang="zh-CN" sz="3000" dirty="0">
                <a:latin typeface="Times New Roman" panose="02020603050405020304" pitchFamily="18" charset="0"/>
              </a:rPr>
              <a:t> </a:t>
            </a:r>
            <a:endParaRPr lang="en-US" altLang="zh-CN" sz="3000" dirty="0">
              <a:latin typeface="Times New Roman" panose="02020603050405020304" pitchFamily="18" charset="0"/>
            </a:endParaRPr>
          </a:p>
        </p:txBody>
      </p:sp>
      <p:sp>
        <p:nvSpPr>
          <p:cNvPr id="14341" name="文本框 3"/>
          <p:cNvSpPr txBox="1"/>
          <p:nvPr/>
        </p:nvSpPr>
        <p:spPr>
          <a:xfrm>
            <a:off x="820738" y="58420"/>
            <a:ext cx="3775075" cy="522288"/>
          </a:xfrm>
          <a:prstGeom prst="rect">
            <a:avLst/>
          </a:prstGeom>
          <a:noFill/>
          <a:ln w="9525">
            <a:noFill/>
          </a:ln>
        </p:spPr>
        <p:txBody>
          <a:bodyPr wrap="none">
            <a:spAutoFit/>
          </a:bodyPr>
          <a:p>
            <a:r>
              <a:rPr lang="zh-CN" altLang="en-US" sz="2800" dirty="0">
                <a:solidFill>
                  <a:schemeClr val="bg1"/>
                </a:solidFill>
                <a:latin typeface="黑体" panose="02010609060101010101" pitchFamily="49" charset="-122"/>
                <a:ea typeface="黑体" panose="02010609060101010101" pitchFamily="49" charset="-122"/>
              </a:rPr>
              <a:t>斗式提升机的设计计算</a:t>
            </a:r>
            <a:endParaRPr lang="zh-CN" altLang="en-US" sz="2800" dirty="0">
              <a:solidFill>
                <a:schemeClr val="bg1"/>
              </a:solidFill>
              <a:latin typeface="黑体" panose="02010609060101010101" pitchFamily="49" charset="-122"/>
              <a:ea typeface="黑体" panose="02010609060101010101" pitchFamily="49" charset="-122"/>
            </a:endParaRPr>
          </a:p>
        </p:txBody>
      </p:sp>
      <p:pic>
        <p:nvPicPr>
          <p:cNvPr id="14342" name="Picture 21" descr="NEXT1">
            <a:hlinkClick r:id="" action="ppaction://hlinkshowjump?jump=nextslide"/>
          </p:cNvPr>
          <p:cNvPicPr>
            <a:picLocks noChangeAspect="1"/>
          </p:cNvPicPr>
          <p:nvPr/>
        </p:nvPicPr>
        <p:blipFill>
          <a:blip r:embed="rId2"/>
          <a:stretch>
            <a:fillRect/>
          </a:stretch>
        </p:blipFill>
        <p:spPr>
          <a:xfrm>
            <a:off x="8647113" y="6503988"/>
            <a:ext cx="287337" cy="287337"/>
          </a:xfrm>
          <a:prstGeom prst="rect">
            <a:avLst/>
          </a:prstGeom>
          <a:noFill/>
          <a:ln w="9525">
            <a:noFill/>
          </a:ln>
        </p:spPr>
      </p:pic>
      <p:sp>
        <p:nvSpPr>
          <p:cNvPr id="2" name="文本框 1"/>
          <p:cNvSpPr txBox="1">
            <a:spLocks noRot="1" noChangeAspect="1" noMove="1" noResize="1" noEditPoints="1" noAdjustHandles="1" noChangeArrowheads="1" noChangeShapeType="1" noTextEdit="1"/>
          </p:cNvSpPr>
          <p:nvPr/>
        </p:nvSpPr>
        <p:spPr>
          <a:xfrm>
            <a:off x="250646" y="1066776"/>
            <a:ext cx="8396720" cy="400110"/>
          </a:xfrm>
          <a:prstGeom prst="rect">
            <a:avLst/>
          </a:prstGeom>
          <a:blipFill>
            <a:blip r:embed="rId3"/>
            <a:stretch>
              <a:fillRect t="-9231" b="-27692"/>
            </a:stretch>
          </a:blipFill>
        </p:spPr>
        <p:txBody>
          <a:bodyPr/>
          <a:lstStyle/>
          <a:p>
            <a:r>
              <a:rPr lang="zh-CN" altLang="en-US">
                <a:noFill/>
              </a:rPr>
              <a:t> </a:t>
            </a:r>
            <a:endParaRPr lang="zh-CN" altLang="en-US">
              <a:noFill/>
            </a:endParaRPr>
          </a:p>
        </p:txBody>
      </p:sp>
      <p:sp>
        <p:nvSpPr>
          <p:cNvPr id="8" name="Text Box 10"/>
          <p:cNvSpPr txBox="1"/>
          <p:nvPr/>
        </p:nvSpPr>
        <p:spPr>
          <a:xfrm>
            <a:off x="820738" y="2784475"/>
            <a:ext cx="2164080" cy="570865"/>
          </a:xfrm>
          <a:prstGeom prst="rect">
            <a:avLst/>
          </a:prstGeom>
          <a:noFill/>
          <a:ln w="9525">
            <a:noFill/>
          </a:ln>
        </p:spPr>
        <p:txBody>
          <a:bodyPr wrap="none">
            <a:spAutoFit/>
          </a:bodyPr>
          <a:p>
            <a:pPr eaLnBrk="1" hangingPunct="1">
              <a:lnSpc>
                <a:spcPct val="130000"/>
              </a:lnSpc>
              <a:buSzPct val="80000"/>
            </a:pPr>
            <a:r>
              <a:rPr lang="en-US" altLang="zh-CN" sz="2400" dirty="0">
                <a:solidFill>
                  <a:srgbClr val="C00000"/>
                </a:solidFill>
                <a:latin typeface="黑体" panose="02010609060101010101" pitchFamily="49" charset="-122"/>
                <a:ea typeface="黑体" panose="02010609060101010101" pitchFamily="49" charset="-122"/>
              </a:rPr>
              <a:t>2</a:t>
            </a:r>
            <a:r>
              <a:rPr lang="zh-CN" altLang="en-US" sz="2400" dirty="0">
                <a:solidFill>
                  <a:srgbClr val="C00000"/>
                </a:solidFill>
                <a:latin typeface="黑体" panose="02010609060101010101" pitchFamily="49" charset="-122"/>
                <a:ea typeface="黑体" panose="02010609060101010101" pitchFamily="49" charset="-122"/>
              </a:rPr>
              <a:t>、料斗的计算</a:t>
            </a:r>
            <a:endParaRPr lang="zh-CN" altLang="en-US" sz="2400" dirty="0">
              <a:solidFill>
                <a:srgbClr val="C00000"/>
              </a:solidFill>
              <a:latin typeface="黑体" panose="02010609060101010101" pitchFamily="49" charset="-122"/>
              <a:ea typeface="黑体" panose="02010609060101010101" pitchFamily="49" charset="-122"/>
            </a:endParaRPr>
          </a:p>
        </p:txBody>
      </p:sp>
      <p:sp>
        <p:nvSpPr>
          <p:cNvPr id="9" name="文本框 8"/>
          <p:cNvSpPr txBox="1">
            <a:spLocks noRot="1" noChangeAspect="1" noMove="1" noResize="1" noEditPoints="1" noAdjustHandles="1" noChangeArrowheads="1" noChangeShapeType="1" noTextEdit="1"/>
          </p:cNvSpPr>
          <p:nvPr/>
        </p:nvSpPr>
        <p:spPr>
          <a:xfrm>
            <a:off x="537730" y="2373605"/>
            <a:ext cx="5320687" cy="400110"/>
          </a:xfrm>
          <a:prstGeom prst="rect">
            <a:avLst/>
          </a:prstGeom>
          <a:blipFill>
            <a:blip r:embed="rId4"/>
            <a:stretch>
              <a:fillRect l="-1145" t="-7576" r="-687" b="-25758"/>
            </a:stretch>
          </a:blipFill>
        </p:spPr>
        <p:txBody>
          <a:bodyPr/>
          <a:lstStyle/>
          <a:p>
            <a:r>
              <a:rPr lang="zh-CN" altLang="en-US">
                <a:noFill/>
              </a:rPr>
              <a:t> </a:t>
            </a:r>
            <a:endParaRPr lang="zh-CN" altLang="en-US">
              <a:noFill/>
            </a:endParaRPr>
          </a:p>
        </p:txBody>
      </p:sp>
      <p:pic>
        <p:nvPicPr>
          <p:cNvPr id="14347" name="Picture 471" descr="back1">
            <a:hlinkClick r:id="" action="ppaction://hlinkshowjump?jump=previousslide"/>
          </p:cNvPr>
          <p:cNvPicPr>
            <a:picLocks noChangeAspect="1"/>
          </p:cNvPicPr>
          <p:nvPr/>
        </p:nvPicPr>
        <p:blipFill>
          <a:blip r:embed="rId5"/>
          <a:stretch>
            <a:fillRect/>
          </a:stretch>
        </p:blipFill>
        <p:spPr>
          <a:xfrm>
            <a:off x="8316913" y="6503988"/>
            <a:ext cx="285750" cy="287337"/>
          </a:xfrm>
          <a:prstGeom prst="rect">
            <a:avLst/>
          </a:prstGeom>
          <a:noFill/>
          <a:ln w="9525">
            <a:noFill/>
          </a:ln>
        </p:spPr>
      </p:pic>
      <p:sp>
        <p:nvSpPr>
          <p:cNvPr id="16" name="文本框 15"/>
          <p:cNvSpPr txBox="1"/>
          <p:nvPr/>
        </p:nvSpPr>
        <p:spPr>
          <a:xfrm>
            <a:off x="6394450" y="1728470"/>
            <a:ext cx="1231900" cy="400050"/>
          </a:xfrm>
          <a:prstGeom prst="rect">
            <a:avLst/>
          </a:prstGeom>
          <a:noFill/>
          <a:ln w="9525">
            <a:noFill/>
          </a:ln>
        </p:spPr>
        <p:txBody>
          <a:bodyPr wrap="none">
            <a:spAutoFit/>
          </a:bodyPr>
          <a:p>
            <a:r>
              <a:rPr lang="zh-CN" altLang="en-US" dirty="0">
                <a:latin typeface="Times New Roman" panose="02020603050405020304" pitchFamily="18" charset="0"/>
              </a:rPr>
              <a:t>（</a:t>
            </a:r>
            <a:r>
              <a:rPr lang="en-US" altLang="zh-CN" dirty="0">
                <a:latin typeface="Times New Roman" panose="02020603050405020304" pitchFamily="18" charset="0"/>
              </a:rPr>
              <a:t>3.1-3</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sp>
        <p:nvSpPr>
          <p:cNvPr id="10" name="矩形 9"/>
          <p:cNvSpPr/>
          <p:nvPr/>
        </p:nvSpPr>
        <p:spPr>
          <a:xfrm>
            <a:off x="984250" y="3412808"/>
            <a:ext cx="2128838" cy="400050"/>
          </a:xfrm>
          <a:prstGeom prst="rect">
            <a:avLst/>
          </a:prstGeom>
          <a:noFill/>
          <a:ln w="9525">
            <a:noFill/>
          </a:ln>
        </p:spPr>
        <p:txBody>
          <a:bodyPr wrap="none">
            <a:spAutoFit/>
          </a:bodyPr>
          <a:p>
            <a:r>
              <a:rPr lang="zh-CN" altLang="zh-CN" dirty="0">
                <a:latin typeface="华文中宋" panose="02010600040101010101" pitchFamily="2" charset="-122"/>
                <a:cs typeface="Times New Roman" panose="02020603050405020304" pitchFamily="18" charset="0"/>
              </a:rPr>
              <a:t>由式（</a:t>
            </a:r>
            <a:r>
              <a:rPr lang="en-US" altLang="zh-CN" dirty="0">
                <a:latin typeface="华文中宋" panose="02010600040101010101" pitchFamily="2" charset="-122"/>
                <a:cs typeface="Times New Roman" panose="02020603050405020304" pitchFamily="18" charset="0"/>
              </a:rPr>
              <a:t>3.1-2</a:t>
            </a:r>
            <a:r>
              <a:rPr lang="zh-CN" altLang="zh-CN" dirty="0">
                <a:latin typeface="华文中宋" panose="02010600040101010101" pitchFamily="2" charset="-122"/>
                <a:cs typeface="Times New Roman" panose="02020603050405020304" pitchFamily="18" charset="0"/>
              </a:rPr>
              <a:t>）得</a:t>
            </a:r>
            <a:endParaRPr lang="zh-CN" altLang="en-US" dirty="0">
              <a:latin typeface="华文中宋" panose="02010600040101010101" pitchFamily="2" charset="-122"/>
            </a:endParaRPr>
          </a:p>
        </p:txBody>
      </p:sp>
      <p:sp>
        <p:nvSpPr>
          <p:cNvPr id="12" name="矩形 11"/>
          <p:cNvSpPr/>
          <p:nvPr/>
        </p:nvSpPr>
        <p:spPr>
          <a:xfrm>
            <a:off x="6394450" y="3900488"/>
            <a:ext cx="1231900" cy="400050"/>
          </a:xfrm>
          <a:prstGeom prst="rect">
            <a:avLst/>
          </a:prstGeom>
          <a:noFill/>
          <a:ln w="9525">
            <a:noFill/>
          </a:ln>
        </p:spPr>
        <p:txBody>
          <a:bodyPr wrap="none">
            <a:spAutoFit/>
          </a:bodyPr>
          <a:p>
            <a:r>
              <a:rPr lang="zh-CN" altLang="en-US" dirty="0">
                <a:latin typeface="Times New Roman" panose="02020603050405020304" pitchFamily="18" charset="0"/>
              </a:rPr>
              <a:t>（</a:t>
            </a:r>
            <a:r>
              <a:rPr lang="en-US" altLang="zh-CN" dirty="0">
                <a:latin typeface="Times New Roman" panose="02020603050405020304" pitchFamily="18" charset="0"/>
              </a:rPr>
              <a:t>3.1-4</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sp>
        <p:nvSpPr>
          <p:cNvPr id="13" name="文本框 12"/>
          <p:cNvSpPr txBox="1">
            <a:spLocks noRot="1" noChangeAspect="1" noMove="1" noResize="1" noEditPoints="1" noAdjustHandles="1" noChangeArrowheads="1" noChangeShapeType="1" noTextEdit="1"/>
          </p:cNvSpPr>
          <p:nvPr/>
        </p:nvSpPr>
        <p:spPr>
          <a:xfrm>
            <a:off x="480714" y="4503830"/>
            <a:ext cx="8171002" cy="1678088"/>
          </a:xfrm>
          <a:prstGeom prst="rect">
            <a:avLst/>
          </a:prstGeom>
          <a:blipFill>
            <a:blip r:embed="rId6"/>
            <a:stretch>
              <a:fillRect l="-821" b="-2174"/>
            </a:stretch>
          </a:blipFill>
        </p:spPr>
        <p:txBody>
          <a:bodyPr/>
          <a:lstStyle/>
          <a:p>
            <a:r>
              <a:rPr lang="zh-CN" altLang="en-US">
                <a:noFill/>
              </a:rPr>
              <a:t> </a:t>
            </a:r>
            <a:endParaRPr lang="zh-CN" altLang="en-US">
              <a:noFill/>
            </a:endParaRPr>
          </a:p>
        </p:txBody>
      </p:sp>
      <p:graphicFrame>
        <p:nvGraphicFramePr>
          <p:cNvPr id="3" name="对象 2">
            <a:hlinkClick r:id="" action="ppaction://ole?verb="/>
          </p:cNvPr>
          <p:cNvGraphicFramePr>
            <a:graphicFrameLocks noChangeAspect="1"/>
          </p:cNvGraphicFramePr>
          <p:nvPr/>
        </p:nvGraphicFramePr>
        <p:xfrm>
          <a:off x="3768725" y="1612900"/>
          <a:ext cx="1141095" cy="631190"/>
        </p:xfrm>
        <a:graphic>
          <a:graphicData uri="http://schemas.openxmlformats.org/presentationml/2006/ole">
            <mc:AlternateContent xmlns:mc="http://schemas.openxmlformats.org/markup-compatibility/2006">
              <mc:Choice xmlns:v="urn:schemas-microsoft-com:vml" Requires="v">
                <p:oleObj spid="_x0000_s2049" name="" r:id="rId7" imgW="596900" imgH="330200" progId="Equation.KSEE3">
                  <p:embed/>
                </p:oleObj>
              </mc:Choice>
              <mc:Fallback>
                <p:oleObj name="" r:id="rId7" imgW="596900" imgH="330200" progId="Equation.KSEE3">
                  <p:embed/>
                  <p:pic>
                    <p:nvPicPr>
                      <p:cNvPr id="0" name="图片 2048"/>
                      <p:cNvPicPr/>
                      <p:nvPr/>
                    </p:nvPicPr>
                    <p:blipFill>
                      <a:blip r:embed="rId8"/>
                      <a:stretch>
                        <a:fillRect/>
                      </a:stretch>
                    </p:blipFill>
                    <p:spPr>
                      <a:xfrm>
                        <a:off x="3768725" y="1612900"/>
                        <a:ext cx="1141095" cy="631190"/>
                      </a:xfrm>
                      <a:prstGeom prst="rect">
                        <a:avLst/>
                      </a:prstGeom>
                      <a:solidFill>
                        <a:schemeClr val="accent1">
                          <a:lumMod val="40000"/>
                          <a:lumOff val="60000"/>
                        </a:schemeClr>
                      </a:solidFill>
                    </p:spPr>
                  </p:pic>
                </p:oleObj>
              </mc:Fallback>
            </mc:AlternateContent>
          </a:graphicData>
        </a:graphic>
      </p:graphicFrame>
      <p:graphicFrame>
        <p:nvGraphicFramePr>
          <p:cNvPr id="4" name="对象 3">
            <a:hlinkClick r:id="" action="ppaction://ole?verb="/>
          </p:cNvPr>
          <p:cNvGraphicFramePr>
            <a:graphicFrameLocks noChangeAspect="1"/>
          </p:cNvGraphicFramePr>
          <p:nvPr/>
        </p:nvGraphicFramePr>
        <p:xfrm>
          <a:off x="3524250" y="3689985"/>
          <a:ext cx="1593215" cy="821690"/>
        </p:xfrm>
        <a:graphic>
          <a:graphicData uri="http://schemas.openxmlformats.org/presentationml/2006/ole">
            <mc:AlternateContent xmlns:mc="http://schemas.openxmlformats.org/markup-compatibility/2006">
              <mc:Choice xmlns:v="urn:schemas-microsoft-com:vml" Requires="v">
                <p:oleObj spid="_x0000_s2050" name="" r:id="rId9" imgW="812800" imgH="419100" progId="Equation.KSEE3">
                  <p:embed/>
                </p:oleObj>
              </mc:Choice>
              <mc:Fallback>
                <p:oleObj name="" r:id="rId9" imgW="812800" imgH="419100" progId="Equation.KSEE3">
                  <p:embed/>
                  <p:pic>
                    <p:nvPicPr>
                      <p:cNvPr id="0" name="图片 2049"/>
                      <p:cNvPicPr/>
                      <p:nvPr/>
                    </p:nvPicPr>
                    <p:blipFill>
                      <a:blip r:embed="rId10"/>
                      <a:stretch>
                        <a:fillRect/>
                      </a:stretch>
                    </p:blipFill>
                    <p:spPr>
                      <a:xfrm>
                        <a:off x="3524250" y="3689985"/>
                        <a:ext cx="1593215" cy="821690"/>
                      </a:xfrm>
                      <a:prstGeom prst="rect">
                        <a:avLst/>
                      </a:prstGeom>
                      <a:solidFill>
                        <a:schemeClr val="accent1">
                          <a:lumMod val="40000"/>
                          <a:lumOff val="60000"/>
                        </a:schemeClr>
                      </a:solidFill>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68964"/>
                                        </p:tgtEl>
                                        <p:attrNameLst>
                                          <p:attrName>style.visibility</p:attrName>
                                        </p:attrNameLst>
                                      </p:cBhvr>
                                      <p:to>
                                        <p:strVal val="visible"/>
                                      </p:to>
                                    </p:set>
                                    <p:anim calcmode="lin" valueType="num">
                                      <p:cBhvr additive="base">
                                        <p:cTn id="7" dur="500" fill="hold"/>
                                        <p:tgtEl>
                                          <p:spTgt spid="168964"/>
                                        </p:tgtEl>
                                        <p:attrNameLst>
                                          <p:attrName>ppt_x</p:attrName>
                                        </p:attrNameLst>
                                      </p:cBhvr>
                                      <p:tavLst>
                                        <p:tav tm="0">
                                          <p:val>
                                            <p:strVal val="0-#ppt_w/2"/>
                                          </p:val>
                                        </p:tav>
                                        <p:tav tm="100000">
                                          <p:val>
                                            <p:strVal val="#ppt_x"/>
                                          </p:val>
                                        </p:tav>
                                      </p:tavLst>
                                    </p:anim>
                                    <p:anim calcmode="lin" valueType="num">
                                      <p:cBhvr additive="base">
                                        <p:cTn id="8" dur="500" fill="hold"/>
                                        <p:tgtEl>
                                          <p:spTgt spid="16896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68975"/>
                                        </p:tgtEl>
                                        <p:attrNameLst>
                                          <p:attrName>style.visibility</p:attrName>
                                        </p:attrNameLst>
                                      </p:cBhvr>
                                      <p:to>
                                        <p:strVal val="visible"/>
                                      </p:to>
                                    </p:set>
                                    <p:anim calcmode="lin" valueType="num">
                                      <p:cBhvr additive="base">
                                        <p:cTn id="13" dur="500" fill="hold"/>
                                        <p:tgtEl>
                                          <p:spTgt spid="168975"/>
                                        </p:tgtEl>
                                        <p:attrNameLst>
                                          <p:attrName>ppt_x</p:attrName>
                                        </p:attrNameLst>
                                      </p:cBhvr>
                                      <p:tavLst>
                                        <p:tav tm="0">
                                          <p:val>
                                            <p:strVal val="0-#ppt_w/2"/>
                                          </p:val>
                                        </p:tav>
                                        <p:tav tm="100000">
                                          <p:val>
                                            <p:strVal val="#ppt_x"/>
                                          </p:val>
                                        </p:tav>
                                      </p:tavLst>
                                    </p:anim>
                                    <p:anim calcmode="lin" valueType="num">
                                      <p:cBhvr additive="base">
                                        <p:cTn id="14" dur="500" fill="hold"/>
                                        <p:tgtEl>
                                          <p:spTgt spid="16897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left)">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wipe(left)">
                                      <p:cBhvr>
                                        <p:cTn id="24" dur="500"/>
                                        <p:tgtEl>
                                          <p:spTgt spid="3"/>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wipe(left)">
                                      <p:cBhvr>
                                        <p:cTn id="29" dur="500"/>
                                        <p:tgtEl>
                                          <p:spTgt spid="16"/>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wipe(left)">
                                      <p:cBhvr>
                                        <p:cTn id="34" dur="500"/>
                                        <p:tgtEl>
                                          <p:spTgt spid="9"/>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wipe(left)">
                                      <p:cBhvr>
                                        <p:cTn id="43" dur="500"/>
                                        <p:tgtEl>
                                          <p:spTgt spid="10"/>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4"/>
                                        </p:tgtEl>
                                        <p:attrNameLst>
                                          <p:attrName>style.visibility</p:attrName>
                                        </p:attrNameLst>
                                      </p:cBhvr>
                                      <p:to>
                                        <p:strVal val="visible"/>
                                      </p:to>
                                    </p:set>
                                    <p:animEffect transition="in" filter="wipe(left)">
                                      <p:cBhvr>
                                        <p:cTn id="48" dur="500"/>
                                        <p:tgtEl>
                                          <p:spTgt spid="4"/>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2"/>
                                        </p:tgtEl>
                                        <p:attrNameLst>
                                          <p:attrName>style.visibility</p:attrName>
                                        </p:attrNameLst>
                                      </p:cBhvr>
                                      <p:to>
                                        <p:strVal val="visible"/>
                                      </p:to>
                                    </p:set>
                                    <p:animEffect transition="in" filter="wipe(left)">
                                      <p:cBhvr>
                                        <p:cTn id="53" dur="500"/>
                                        <p:tgtEl>
                                          <p:spTgt spid="12"/>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13"/>
                                        </p:tgtEl>
                                        <p:attrNameLst>
                                          <p:attrName>style.visibility</p:attrName>
                                        </p:attrNameLst>
                                      </p:cBhvr>
                                      <p:to>
                                        <p:strVal val="visible"/>
                                      </p:to>
                                    </p:set>
                                    <p:animEffect transition="in" filter="wipe(left)">
                                      <p:cBhvr>
                                        <p:cTn id="5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75" grpId="0"/>
      <p:bldP spid="8" grpId="0"/>
      <p:bldP spid="16" grpId="0"/>
      <p:bldP spid="10" grpId="0"/>
      <p:bldP spid="1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2"/>
          <p:cNvSpPr>
            <a:spLocks noGrp="1"/>
          </p:cNvSpPr>
          <p:nvPr>
            <p:ph type="title"/>
          </p:nvPr>
        </p:nvSpPr>
        <p:spPr>
          <a:xfrm>
            <a:off x="7010400" y="838200"/>
            <a:ext cx="1447800" cy="228600"/>
          </a:xfrm>
          <a:noFill/>
          <a:ln>
            <a:noFill/>
          </a:ln>
        </p:spPr>
        <p:txBody>
          <a:bodyPr/>
          <a:p>
            <a:pPr eaLnBrk="1" hangingPunct="1"/>
            <a:r>
              <a:rPr lang="zh-CN" altLang="en-US" sz="800" dirty="0">
                <a:solidFill>
                  <a:schemeClr val="bg1"/>
                </a:solidFill>
              </a:rPr>
              <a:t>第二节</a:t>
            </a:r>
            <a:endParaRPr lang="zh-CN" altLang="en-US" sz="800" dirty="0">
              <a:solidFill>
                <a:schemeClr val="bg1"/>
              </a:solidFill>
            </a:endParaRPr>
          </a:p>
        </p:txBody>
      </p:sp>
      <p:pic>
        <p:nvPicPr>
          <p:cNvPr id="168964" name="Picture 4" descr="rewind1">
            <a:hlinkClick r:id="" action="ppaction://hlinkshowjump?jump=firstslide"/>
          </p:cNvPr>
          <p:cNvPicPr>
            <a:picLocks noChangeAspect="1"/>
          </p:cNvPicPr>
          <p:nvPr/>
        </p:nvPicPr>
        <p:blipFill>
          <a:blip r:embed="rId1"/>
          <a:stretch>
            <a:fillRect/>
          </a:stretch>
        </p:blipFill>
        <p:spPr>
          <a:xfrm>
            <a:off x="7985125" y="6503988"/>
            <a:ext cx="287338" cy="287337"/>
          </a:xfrm>
          <a:prstGeom prst="rect">
            <a:avLst/>
          </a:prstGeom>
          <a:noFill/>
          <a:ln w="9525">
            <a:noFill/>
          </a:ln>
        </p:spPr>
      </p:pic>
      <p:sp>
        <p:nvSpPr>
          <p:cNvPr id="168975" name="Text Box 15"/>
          <p:cNvSpPr txBox="1"/>
          <p:nvPr/>
        </p:nvSpPr>
        <p:spPr>
          <a:xfrm>
            <a:off x="6608763" y="6099175"/>
            <a:ext cx="279400" cy="549275"/>
          </a:xfrm>
          <a:prstGeom prst="rect">
            <a:avLst/>
          </a:prstGeom>
          <a:noFill/>
          <a:ln w="9525">
            <a:noFill/>
          </a:ln>
        </p:spPr>
        <p:txBody>
          <a:bodyPr wrap="none">
            <a:spAutoFit/>
          </a:bodyPr>
          <a:p>
            <a:pPr eaLnBrk="1" hangingPunct="1"/>
            <a:r>
              <a:rPr lang="en-US" altLang="zh-CN" sz="3000" dirty="0">
                <a:latin typeface="Times New Roman" panose="02020603050405020304" pitchFamily="18" charset="0"/>
              </a:rPr>
              <a:t> </a:t>
            </a:r>
            <a:endParaRPr lang="en-US" altLang="zh-CN" sz="3000" dirty="0">
              <a:latin typeface="Times New Roman" panose="02020603050405020304" pitchFamily="18" charset="0"/>
            </a:endParaRPr>
          </a:p>
        </p:txBody>
      </p:sp>
      <p:sp>
        <p:nvSpPr>
          <p:cNvPr id="15365" name="文本框 3"/>
          <p:cNvSpPr txBox="1"/>
          <p:nvPr/>
        </p:nvSpPr>
        <p:spPr>
          <a:xfrm>
            <a:off x="804863" y="67945"/>
            <a:ext cx="3775075" cy="522288"/>
          </a:xfrm>
          <a:prstGeom prst="rect">
            <a:avLst/>
          </a:prstGeom>
          <a:noFill/>
          <a:ln w="9525">
            <a:noFill/>
          </a:ln>
        </p:spPr>
        <p:txBody>
          <a:bodyPr wrap="none">
            <a:spAutoFit/>
          </a:bodyPr>
          <a:p>
            <a:r>
              <a:rPr lang="zh-CN" altLang="en-US" sz="2800" dirty="0">
                <a:solidFill>
                  <a:schemeClr val="bg1"/>
                </a:solidFill>
                <a:latin typeface="黑体" panose="02010609060101010101" pitchFamily="49" charset="-122"/>
                <a:ea typeface="黑体" panose="02010609060101010101" pitchFamily="49" charset="-122"/>
              </a:rPr>
              <a:t>斗式提升机的设计计算</a:t>
            </a:r>
            <a:endParaRPr lang="zh-CN" altLang="en-US" sz="2800" dirty="0">
              <a:solidFill>
                <a:schemeClr val="bg1"/>
              </a:solidFill>
              <a:latin typeface="黑体" panose="02010609060101010101" pitchFamily="49" charset="-122"/>
              <a:ea typeface="黑体" panose="02010609060101010101" pitchFamily="49" charset="-122"/>
            </a:endParaRPr>
          </a:p>
        </p:txBody>
      </p:sp>
      <p:pic>
        <p:nvPicPr>
          <p:cNvPr id="15366" name="Picture 21" descr="NEXT1">
            <a:hlinkClick r:id="" action="ppaction://hlinkshowjump?jump=nextslide"/>
          </p:cNvPr>
          <p:cNvPicPr>
            <a:picLocks noChangeAspect="1"/>
          </p:cNvPicPr>
          <p:nvPr/>
        </p:nvPicPr>
        <p:blipFill>
          <a:blip r:embed="rId2"/>
          <a:stretch>
            <a:fillRect/>
          </a:stretch>
        </p:blipFill>
        <p:spPr>
          <a:xfrm>
            <a:off x="8647113" y="6503988"/>
            <a:ext cx="287337" cy="287337"/>
          </a:xfrm>
          <a:prstGeom prst="rect">
            <a:avLst/>
          </a:prstGeom>
          <a:noFill/>
          <a:ln w="9525">
            <a:noFill/>
          </a:ln>
        </p:spPr>
      </p:pic>
      <p:pic>
        <p:nvPicPr>
          <p:cNvPr id="15367" name="Picture 471" descr="back1">
            <a:hlinkClick r:id="" action="ppaction://hlinkshowjump?jump=previousslide"/>
          </p:cNvPr>
          <p:cNvPicPr>
            <a:picLocks noChangeAspect="1"/>
          </p:cNvPicPr>
          <p:nvPr/>
        </p:nvPicPr>
        <p:blipFill>
          <a:blip r:embed="rId3"/>
          <a:stretch>
            <a:fillRect/>
          </a:stretch>
        </p:blipFill>
        <p:spPr>
          <a:xfrm>
            <a:off x="8316913" y="6503988"/>
            <a:ext cx="285750" cy="287337"/>
          </a:xfrm>
          <a:prstGeom prst="rect">
            <a:avLst/>
          </a:prstGeom>
          <a:noFill/>
          <a:ln w="9525">
            <a:noFill/>
          </a:ln>
        </p:spPr>
      </p:pic>
      <p:pic>
        <p:nvPicPr>
          <p:cNvPr id="15368" name="图片 1"/>
          <p:cNvPicPr>
            <a:picLocks noChangeAspect="1"/>
          </p:cNvPicPr>
          <p:nvPr/>
        </p:nvPicPr>
        <p:blipFill>
          <a:blip r:embed="rId4"/>
          <a:stretch>
            <a:fillRect/>
          </a:stretch>
        </p:blipFill>
        <p:spPr>
          <a:xfrm>
            <a:off x="112395" y="838200"/>
            <a:ext cx="8901430" cy="566610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68964"/>
                                        </p:tgtEl>
                                        <p:attrNameLst>
                                          <p:attrName>style.visibility</p:attrName>
                                        </p:attrNameLst>
                                      </p:cBhvr>
                                      <p:to>
                                        <p:strVal val="visible"/>
                                      </p:to>
                                    </p:set>
                                    <p:anim calcmode="lin" valueType="num">
                                      <p:cBhvr additive="base">
                                        <p:cTn id="7" dur="500" fill="hold"/>
                                        <p:tgtEl>
                                          <p:spTgt spid="168964"/>
                                        </p:tgtEl>
                                        <p:attrNameLst>
                                          <p:attrName>ppt_x</p:attrName>
                                        </p:attrNameLst>
                                      </p:cBhvr>
                                      <p:tavLst>
                                        <p:tav tm="0">
                                          <p:val>
                                            <p:strVal val="0-#ppt_w/2"/>
                                          </p:val>
                                        </p:tav>
                                        <p:tav tm="100000">
                                          <p:val>
                                            <p:strVal val="#ppt_x"/>
                                          </p:val>
                                        </p:tav>
                                      </p:tavLst>
                                    </p:anim>
                                    <p:anim calcmode="lin" valueType="num">
                                      <p:cBhvr additive="base">
                                        <p:cTn id="8" dur="500" fill="hold"/>
                                        <p:tgtEl>
                                          <p:spTgt spid="16896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68975"/>
                                        </p:tgtEl>
                                        <p:attrNameLst>
                                          <p:attrName>style.visibility</p:attrName>
                                        </p:attrNameLst>
                                      </p:cBhvr>
                                      <p:to>
                                        <p:strVal val="visible"/>
                                      </p:to>
                                    </p:set>
                                    <p:anim calcmode="lin" valueType="num">
                                      <p:cBhvr additive="base">
                                        <p:cTn id="13" dur="500" fill="hold"/>
                                        <p:tgtEl>
                                          <p:spTgt spid="168975"/>
                                        </p:tgtEl>
                                        <p:attrNameLst>
                                          <p:attrName>ppt_x</p:attrName>
                                        </p:attrNameLst>
                                      </p:cBhvr>
                                      <p:tavLst>
                                        <p:tav tm="0">
                                          <p:val>
                                            <p:strVal val="0-#ppt_w/2"/>
                                          </p:val>
                                        </p:tav>
                                        <p:tav tm="100000">
                                          <p:val>
                                            <p:strVal val="#ppt_x"/>
                                          </p:val>
                                        </p:tav>
                                      </p:tavLst>
                                    </p:anim>
                                    <p:anim calcmode="lin" valueType="num">
                                      <p:cBhvr additive="base">
                                        <p:cTn id="14" dur="500" fill="hold"/>
                                        <p:tgtEl>
                                          <p:spTgt spid="16897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7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Rectangle 2"/>
          <p:cNvSpPr>
            <a:spLocks noGrp="1"/>
          </p:cNvSpPr>
          <p:nvPr>
            <p:ph type="title"/>
          </p:nvPr>
        </p:nvSpPr>
        <p:spPr>
          <a:xfrm>
            <a:off x="7010400" y="838200"/>
            <a:ext cx="1447800" cy="228600"/>
          </a:xfrm>
          <a:noFill/>
          <a:ln>
            <a:noFill/>
          </a:ln>
        </p:spPr>
        <p:txBody>
          <a:bodyPr/>
          <a:p>
            <a:pPr eaLnBrk="1" hangingPunct="1"/>
            <a:r>
              <a:rPr lang="zh-CN" altLang="en-US" sz="800" dirty="0">
                <a:solidFill>
                  <a:schemeClr val="bg1"/>
                </a:solidFill>
              </a:rPr>
              <a:t>第二节</a:t>
            </a:r>
            <a:endParaRPr lang="zh-CN" altLang="en-US" sz="800" dirty="0">
              <a:solidFill>
                <a:schemeClr val="bg1"/>
              </a:solidFill>
            </a:endParaRPr>
          </a:p>
        </p:txBody>
      </p:sp>
      <p:pic>
        <p:nvPicPr>
          <p:cNvPr id="168964" name="Picture 4" descr="rewind1">
            <a:hlinkClick r:id="" action="ppaction://hlinkshowjump?jump=firstslide"/>
          </p:cNvPr>
          <p:cNvPicPr>
            <a:picLocks noChangeAspect="1"/>
          </p:cNvPicPr>
          <p:nvPr/>
        </p:nvPicPr>
        <p:blipFill>
          <a:blip r:embed="rId1"/>
          <a:stretch>
            <a:fillRect/>
          </a:stretch>
        </p:blipFill>
        <p:spPr>
          <a:xfrm>
            <a:off x="7985125" y="6503988"/>
            <a:ext cx="287338" cy="287337"/>
          </a:xfrm>
          <a:prstGeom prst="rect">
            <a:avLst/>
          </a:prstGeom>
          <a:noFill/>
          <a:ln w="9525">
            <a:noFill/>
          </a:ln>
        </p:spPr>
      </p:pic>
      <p:sp>
        <p:nvSpPr>
          <p:cNvPr id="14341" name="文本框 3"/>
          <p:cNvSpPr txBox="1"/>
          <p:nvPr/>
        </p:nvSpPr>
        <p:spPr>
          <a:xfrm>
            <a:off x="820738" y="58420"/>
            <a:ext cx="3775075" cy="522288"/>
          </a:xfrm>
          <a:prstGeom prst="rect">
            <a:avLst/>
          </a:prstGeom>
          <a:noFill/>
          <a:ln w="9525">
            <a:noFill/>
          </a:ln>
        </p:spPr>
        <p:txBody>
          <a:bodyPr wrap="none">
            <a:spAutoFit/>
          </a:bodyPr>
          <a:p>
            <a:r>
              <a:rPr lang="zh-CN" altLang="en-US" sz="2800" dirty="0">
                <a:solidFill>
                  <a:schemeClr val="bg1"/>
                </a:solidFill>
                <a:latin typeface="黑体" panose="02010609060101010101" pitchFamily="49" charset="-122"/>
                <a:ea typeface="黑体" panose="02010609060101010101" pitchFamily="49" charset="-122"/>
              </a:rPr>
              <a:t>斗式提升机的设计计算</a:t>
            </a:r>
            <a:endParaRPr lang="zh-CN" altLang="en-US" sz="2800" dirty="0">
              <a:solidFill>
                <a:schemeClr val="bg1"/>
              </a:solidFill>
              <a:latin typeface="黑体" panose="02010609060101010101" pitchFamily="49" charset="-122"/>
              <a:ea typeface="黑体" panose="02010609060101010101" pitchFamily="49" charset="-122"/>
            </a:endParaRPr>
          </a:p>
        </p:txBody>
      </p:sp>
      <p:pic>
        <p:nvPicPr>
          <p:cNvPr id="14342" name="Picture 21" descr="NEXT1">
            <a:hlinkClick r:id="" action="ppaction://hlinkshowjump?jump=nextslide"/>
          </p:cNvPr>
          <p:cNvPicPr>
            <a:picLocks noChangeAspect="1"/>
          </p:cNvPicPr>
          <p:nvPr/>
        </p:nvPicPr>
        <p:blipFill>
          <a:blip r:embed="rId2"/>
          <a:stretch>
            <a:fillRect/>
          </a:stretch>
        </p:blipFill>
        <p:spPr>
          <a:xfrm>
            <a:off x="8647113" y="6503988"/>
            <a:ext cx="287337" cy="287337"/>
          </a:xfrm>
          <a:prstGeom prst="rect">
            <a:avLst/>
          </a:prstGeom>
          <a:noFill/>
          <a:ln w="9525">
            <a:noFill/>
          </a:ln>
        </p:spPr>
      </p:pic>
      <p:sp>
        <p:nvSpPr>
          <p:cNvPr id="8" name="Text Box 10"/>
          <p:cNvSpPr txBox="1"/>
          <p:nvPr/>
        </p:nvSpPr>
        <p:spPr>
          <a:xfrm>
            <a:off x="538163" y="838200"/>
            <a:ext cx="3230880" cy="570865"/>
          </a:xfrm>
          <a:prstGeom prst="rect">
            <a:avLst/>
          </a:prstGeom>
          <a:noFill/>
          <a:ln w="9525">
            <a:noFill/>
          </a:ln>
        </p:spPr>
        <p:txBody>
          <a:bodyPr wrap="none">
            <a:spAutoFit/>
          </a:bodyPr>
          <a:p>
            <a:pPr eaLnBrk="1" hangingPunct="1">
              <a:lnSpc>
                <a:spcPct val="130000"/>
              </a:lnSpc>
              <a:buSzPct val="80000"/>
            </a:pPr>
            <a:r>
              <a:rPr lang="en-US" altLang="zh-CN" sz="2400" dirty="0">
                <a:solidFill>
                  <a:srgbClr val="FF0000"/>
                </a:solidFill>
                <a:latin typeface="黑体" panose="02010609060101010101" pitchFamily="49" charset="-122"/>
                <a:ea typeface="黑体" panose="02010609060101010101" pitchFamily="49" charset="-122"/>
                <a:cs typeface="黑体" panose="02010609060101010101" pitchFamily="49" charset="-122"/>
              </a:rPr>
              <a:t>3</a:t>
            </a:r>
            <a:r>
              <a:rPr lang="zh-CN" altLang="en-US" sz="2400" dirty="0">
                <a:solidFill>
                  <a:srgbClr val="FF0000"/>
                </a:solidFill>
                <a:latin typeface="黑体" panose="02010609060101010101" pitchFamily="49" charset="-122"/>
                <a:ea typeface="黑体" panose="02010609060101010101" pitchFamily="49" charset="-122"/>
                <a:cs typeface="黑体" panose="02010609060101010101" pitchFamily="49" charset="-122"/>
              </a:rPr>
              <a:t>、</a:t>
            </a:r>
            <a:r>
              <a:rPr lang="en-US" altLang="zh-CN" sz="2400" dirty="0">
                <a:latin typeface="黑体" panose="02010609060101010101" pitchFamily="49" charset="-122"/>
                <a:ea typeface="黑体" panose="02010609060101010101" pitchFamily="49" charset="-122"/>
                <a:cs typeface="黑体" panose="02010609060101010101" pitchFamily="49" charset="-122"/>
              </a:rPr>
              <a:t> </a:t>
            </a:r>
            <a:r>
              <a:rPr lang="zh-CN" altLang="en-US" sz="2400" dirty="0">
                <a:solidFill>
                  <a:srgbClr val="C00000"/>
                </a:solidFill>
                <a:latin typeface="黑体" panose="02010609060101010101" pitchFamily="49" charset="-122"/>
                <a:ea typeface="黑体" panose="02010609060101010101" pitchFamily="49" charset="-122"/>
              </a:rPr>
              <a:t>传动链直径的计算</a:t>
            </a:r>
            <a:endParaRPr lang="zh-CN" altLang="en-US" sz="2400" dirty="0">
              <a:solidFill>
                <a:srgbClr val="C00000"/>
              </a:solidFill>
              <a:latin typeface="黑体" panose="02010609060101010101" pitchFamily="49" charset="-122"/>
              <a:ea typeface="黑体" panose="02010609060101010101" pitchFamily="49" charset="-122"/>
            </a:endParaRPr>
          </a:p>
        </p:txBody>
      </p:sp>
      <p:pic>
        <p:nvPicPr>
          <p:cNvPr id="14347" name="Picture 471" descr="back1">
            <a:hlinkClick r:id="" action="ppaction://hlinkshowjump?jump=previousslide"/>
          </p:cNvPr>
          <p:cNvPicPr>
            <a:picLocks noChangeAspect="1"/>
          </p:cNvPicPr>
          <p:nvPr/>
        </p:nvPicPr>
        <p:blipFill>
          <a:blip r:embed="rId3"/>
          <a:stretch>
            <a:fillRect/>
          </a:stretch>
        </p:blipFill>
        <p:spPr>
          <a:xfrm>
            <a:off x="8316913" y="6503988"/>
            <a:ext cx="285750" cy="287337"/>
          </a:xfrm>
          <a:prstGeom prst="rect">
            <a:avLst/>
          </a:prstGeom>
          <a:noFill/>
          <a:ln w="9525">
            <a:noFill/>
          </a:ln>
        </p:spPr>
      </p:pic>
      <p:sp>
        <p:nvSpPr>
          <p:cNvPr id="5" name="文本框 4"/>
          <p:cNvSpPr txBox="1"/>
          <p:nvPr/>
        </p:nvSpPr>
        <p:spPr>
          <a:xfrm>
            <a:off x="974725" y="1456055"/>
            <a:ext cx="6773545" cy="398780"/>
          </a:xfrm>
          <a:prstGeom prst="rect">
            <a:avLst/>
          </a:prstGeom>
          <a:noFill/>
        </p:spPr>
        <p:txBody>
          <a:bodyPr wrap="square" rtlCol="0">
            <a:spAutoFit/>
          </a:bodyPr>
          <a:p>
            <a:r>
              <a:rPr lang="zh-CN" altLang="en-US"/>
              <a:t>传动链轮分度圆的直径可用下式计算：</a:t>
            </a:r>
            <a:endParaRPr lang="zh-CN" altLang="en-US"/>
          </a:p>
        </p:txBody>
      </p:sp>
      <p:graphicFrame>
        <p:nvGraphicFramePr>
          <p:cNvPr id="6" name="对象 5">
            <a:hlinkClick r:id="" action="ppaction://ole?verb="/>
          </p:cNvPr>
          <p:cNvGraphicFramePr>
            <a:graphicFrameLocks noChangeAspect="1"/>
          </p:cNvGraphicFramePr>
          <p:nvPr/>
        </p:nvGraphicFramePr>
        <p:xfrm>
          <a:off x="3444875" y="2016760"/>
          <a:ext cx="1626235" cy="1169035"/>
        </p:xfrm>
        <a:graphic>
          <a:graphicData uri="http://schemas.openxmlformats.org/presentationml/2006/ole">
            <mc:AlternateContent xmlns:mc="http://schemas.openxmlformats.org/markup-compatibility/2006">
              <mc:Choice xmlns:v="urn:schemas-microsoft-com:vml" Requires="v">
                <p:oleObj spid="_x0000_s3073" name="" r:id="rId4" imgW="812800" imgH="584200" progId="Equation.KSEE3">
                  <p:embed/>
                </p:oleObj>
              </mc:Choice>
              <mc:Fallback>
                <p:oleObj name="" r:id="rId4" imgW="812800" imgH="584200" progId="Equation.KSEE3">
                  <p:embed/>
                  <p:pic>
                    <p:nvPicPr>
                      <p:cNvPr id="0" name="图片 3072"/>
                      <p:cNvPicPr/>
                      <p:nvPr/>
                    </p:nvPicPr>
                    <p:blipFill>
                      <a:blip r:embed="rId5"/>
                      <a:stretch>
                        <a:fillRect/>
                      </a:stretch>
                    </p:blipFill>
                    <p:spPr>
                      <a:xfrm>
                        <a:off x="3444875" y="2016760"/>
                        <a:ext cx="1626235" cy="1169035"/>
                      </a:xfrm>
                      <a:prstGeom prst="rect">
                        <a:avLst/>
                      </a:prstGeom>
                      <a:solidFill>
                        <a:schemeClr val="accent5">
                          <a:lumMod val="90000"/>
                        </a:schemeClr>
                      </a:solidFill>
                    </p:spPr>
                  </p:pic>
                </p:oleObj>
              </mc:Fallback>
            </mc:AlternateContent>
          </a:graphicData>
        </a:graphic>
      </p:graphicFrame>
      <p:sp>
        <p:nvSpPr>
          <p:cNvPr id="7" name="矩形 6"/>
          <p:cNvSpPr/>
          <p:nvPr/>
        </p:nvSpPr>
        <p:spPr>
          <a:xfrm>
            <a:off x="6413500" y="2516188"/>
            <a:ext cx="1219835" cy="398780"/>
          </a:xfrm>
          <a:prstGeom prst="rect">
            <a:avLst/>
          </a:prstGeom>
          <a:noFill/>
          <a:ln w="9525">
            <a:noFill/>
          </a:ln>
        </p:spPr>
        <p:txBody>
          <a:bodyPr wrap="none">
            <a:spAutoFit/>
          </a:bodyPr>
          <a:p>
            <a:r>
              <a:rPr lang="zh-CN" altLang="en-US" dirty="0">
                <a:latin typeface="Times New Roman" panose="02020603050405020304" pitchFamily="18" charset="0"/>
              </a:rPr>
              <a:t>（</a:t>
            </a:r>
            <a:r>
              <a:rPr lang="en-US" altLang="zh-CN" dirty="0">
                <a:latin typeface="Times New Roman" panose="02020603050405020304" pitchFamily="18" charset="0"/>
              </a:rPr>
              <a:t>3.1-6</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sp>
        <p:nvSpPr>
          <p:cNvPr id="11" name="文本框 10"/>
          <p:cNvSpPr txBox="1"/>
          <p:nvPr/>
        </p:nvSpPr>
        <p:spPr>
          <a:xfrm>
            <a:off x="1846580" y="3385820"/>
            <a:ext cx="3720465" cy="1014730"/>
          </a:xfrm>
          <a:prstGeom prst="rect">
            <a:avLst/>
          </a:prstGeom>
          <a:noFill/>
        </p:spPr>
        <p:txBody>
          <a:bodyPr wrap="square" rtlCol="0">
            <a:spAutoFit/>
          </a:bodyPr>
          <a:p>
            <a:pPr>
              <a:lnSpc>
                <a:spcPct val="150000"/>
              </a:lnSpc>
            </a:pPr>
            <a:r>
              <a:rPr lang="en-US" altLang="zh-CN"/>
              <a:t>P--</a:t>
            </a:r>
            <a:r>
              <a:rPr lang="zh-CN" altLang="en-US"/>
              <a:t>链条节距</a:t>
            </a:r>
            <a:endParaRPr lang="zh-CN" altLang="en-US"/>
          </a:p>
          <a:p>
            <a:pPr>
              <a:lnSpc>
                <a:spcPct val="150000"/>
              </a:lnSpc>
            </a:pPr>
            <a:r>
              <a:rPr lang="en-US" altLang="zh-CN"/>
              <a:t>z--</a:t>
            </a:r>
            <a:r>
              <a:rPr lang="zh-CN" altLang="en-US"/>
              <a:t>链轮齿数，一般取</a:t>
            </a:r>
            <a:r>
              <a:rPr lang="en-US" altLang="zh-CN"/>
              <a:t>z&lt;16</a:t>
            </a:r>
            <a:r>
              <a:rPr lang="zh-CN" altLang="en-US"/>
              <a:t>。</a:t>
            </a:r>
            <a:endParaRPr lang="zh-CN" altLang="en-US"/>
          </a:p>
        </p:txBody>
      </p:sp>
      <p:sp>
        <p:nvSpPr>
          <p:cNvPr id="14" name="文本框 13"/>
          <p:cNvSpPr txBox="1"/>
          <p:nvPr/>
        </p:nvSpPr>
        <p:spPr>
          <a:xfrm>
            <a:off x="411480" y="4758690"/>
            <a:ext cx="7920990" cy="570865"/>
          </a:xfrm>
          <a:prstGeom prst="rect">
            <a:avLst/>
          </a:prstGeom>
          <a:noFill/>
        </p:spPr>
        <p:txBody>
          <a:bodyPr wrap="square" rtlCol="0" anchor="t">
            <a:spAutoFit/>
          </a:bodyPr>
          <a:p>
            <a:pPr eaLnBrk="1" hangingPunct="1">
              <a:lnSpc>
                <a:spcPct val="130000"/>
              </a:lnSpc>
              <a:buSzPct val="80000"/>
            </a:pPr>
            <a:r>
              <a:rPr lang="en-US" altLang="zh-CN" sz="2400" dirty="0">
                <a:solidFill>
                  <a:srgbClr val="C00000"/>
                </a:solidFill>
                <a:latin typeface="黑体" panose="02010609060101010101" pitchFamily="49" charset="-122"/>
                <a:ea typeface="黑体" panose="02010609060101010101" pitchFamily="49" charset="-122"/>
                <a:sym typeface="+mn-ea"/>
              </a:rPr>
              <a:t>4</a:t>
            </a:r>
            <a:r>
              <a:rPr lang="zh-CN" altLang="en-US" sz="2400" dirty="0">
                <a:solidFill>
                  <a:srgbClr val="C00000"/>
                </a:solidFill>
                <a:latin typeface="黑体" panose="02010609060101010101" pitchFamily="49" charset="-122"/>
                <a:ea typeface="黑体" panose="02010609060101010101" pitchFamily="49" charset="-122"/>
                <a:sym typeface="+mn-ea"/>
              </a:rPr>
              <a:t>、执行机构主轴上的圆周力</a:t>
            </a:r>
            <a:r>
              <a:rPr lang="en-US" altLang="zh-CN" sz="2400" i="1" dirty="0">
                <a:solidFill>
                  <a:srgbClr val="C00000"/>
                </a:solidFill>
                <a:latin typeface="黑体" panose="02010609060101010101" pitchFamily="49" charset="-122"/>
                <a:ea typeface="黑体" panose="02010609060101010101" pitchFamily="49" charset="-122"/>
                <a:sym typeface="+mn-ea"/>
              </a:rPr>
              <a:t>F</a:t>
            </a:r>
            <a:r>
              <a:rPr lang="zh-CN" altLang="en-US" sz="2400" dirty="0">
                <a:solidFill>
                  <a:srgbClr val="C00000"/>
                </a:solidFill>
                <a:latin typeface="黑体" panose="02010609060101010101" pitchFamily="49" charset="-122"/>
                <a:ea typeface="黑体" panose="02010609060101010101" pitchFamily="49" charset="-122"/>
                <a:sym typeface="+mn-ea"/>
              </a:rPr>
              <a:t>、功率</a:t>
            </a:r>
            <a:r>
              <a:rPr lang="en-US" altLang="zh-CN" sz="2400" i="1" dirty="0">
                <a:solidFill>
                  <a:srgbClr val="C00000"/>
                </a:solidFill>
                <a:latin typeface="黑体" panose="02010609060101010101" pitchFamily="49" charset="-122"/>
                <a:ea typeface="黑体" panose="02010609060101010101" pitchFamily="49" charset="-122"/>
                <a:sym typeface="+mn-ea"/>
              </a:rPr>
              <a:t>P</a:t>
            </a:r>
            <a:r>
              <a:rPr lang="en-US" altLang="zh-CN" sz="2400" i="1" baseline="-25000" dirty="0">
                <a:solidFill>
                  <a:srgbClr val="C00000"/>
                </a:solidFill>
                <a:latin typeface="黑体" panose="02010609060101010101" pitchFamily="49" charset="-122"/>
                <a:ea typeface="黑体" panose="02010609060101010101" pitchFamily="49" charset="-122"/>
                <a:sym typeface="+mn-ea"/>
              </a:rPr>
              <a:t>w </a:t>
            </a:r>
            <a:r>
              <a:rPr lang="zh-CN" altLang="en-US" sz="2400" dirty="0">
                <a:solidFill>
                  <a:srgbClr val="C00000"/>
                </a:solidFill>
                <a:latin typeface="黑体" panose="02010609060101010101" pitchFamily="49" charset="-122"/>
                <a:ea typeface="黑体" panose="02010609060101010101" pitchFamily="49" charset="-122"/>
                <a:sym typeface="+mn-ea"/>
              </a:rPr>
              <a:t>和转速</a:t>
            </a:r>
            <a:r>
              <a:rPr lang="en-US" altLang="zh-CN" sz="2400" i="1" dirty="0">
                <a:solidFill>
                  <a:srgbClr val="C00000"/>
                </a:solidFill>
                <a:latin typeface="黑体" panose="02010609060101010101" pitchFamily="49" charset="-122"/>
                <a:ea typeface="黑体" panose="02010609060101010101" pitchFamily="49" charset="-122"/>
                <a:sym typeface="+mn-ea"/>
              </a:rPr>
              <a:t>n</a:t>
            </a:r>
            <a:r>
              <a:rPr lang="en-US" altLang="zh-CN" sz="2400" i="1" baseline="-25000" dirty="0">
                <a:solidFill>
                  <a:srgbClr val="C00000"/>
                </a:solidFill>
                <a:latin typeface="黑体" panose="02010609060101010101" pitchFamily="49" charset="-122"/>
                <a:ea typeface="黑体" panose="02010609060101010101" pitchFamily="49" charset="-122"/>
                <a:sym typeface="+mn-ea"/>
              </a:rPr>
              <a:t>w </a:t>
            </a:r>
            <a:r>
              <a:rPr lang="zh-CN" altLang="en-US" sz="2400" dirty="0">
                <a:solidFill>
                  <a:srgbClr val="C00000"/>
                </a:solidFill>
                <a:latin typeface="黑体" panose="02010609060101010101" pitchFamily="49" charset="-122"/>
                <a:ea typeface="黑体" panose="02010609060101010101" pitchFamily="49" charset="-122"/>
                <a:sym typeface="+mn-ea"/>
              </a:rPr>
              <a:t>的计算</a:t>
            </a:r>
            <a:endParaRPr lang="zh-CN" altLang="en-US" sz="2400" dirty="0">
              <a:solidFill>
                <a:srgbClr val="C00000"/>
              </a:solidFill>
              <a:latin typeface="黑体" panose="02010609060101010101" pitchFamily="49" charset="-122"/>
              <a:ea typeface="黑体" panose="02010609060101010101" pitchFamily="49"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68964"/>
                                        </p:tgtEl>
                                        <p:attrNameLst>
                                          <p:attrName>style.visibility</p:attrName>
                                        </p:attrNameLst>
                                      </p:cBhvr>
                                      <p:to>
                                        <p:strVal val="visible"/>
                                      </p:to>
                                    </p:set>
                                    <p:anim calcmode="lin" valueType="num">
                                      <p:cBhvr additive="base">
                                        <p:cTn id="7" dur="500" fill="hold"/>
                                        <p:tgtEl>
                                          <p:spTgt spid="168964"/>
                                        </p:tgtEl>
                                        <p:attrNameLst>
                                          <p:attrName>ppt_x</p:attrName>
                                        </p:attrNameLst>
                                      </p:cBhvr>
                                      <p:tavLst>
                                        <p:tav tm="0">
                                          <p:val>
                                            <p:strVal val="0-#ppt_w/2"/>
                                          </p:val>
                                        </p:tav>
                                        <p:tav tm="100000">
                                          <p:val>
                                            <p:strVal val="#ppt_x"/>
                                          </p:val>
                                        </p:tav>
                                      </p:tavLst>
                                    </p:anim>
                                    <p:anim calcmode="lin" valueType="num">
                                      <p:cBhvr additive="base">
                                        <p:cTn id="8" dur="500" fill="hold"/>
                                        <p:tgtEl>
                                          <p:spTgt spid="16896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left)">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wipe(left)">
                                      <p:cBhvr>
                                        <p:cTn id="3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7" grpId="0"/>
      <p:bldP spid="5" grpId="0"/>
      <p:bldP spid="11" grpId="0"/>
      <p:bldP spid="1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2"/>
          <p:cNvSpPr>
            <a:spLocks noGrp="1"/>
          </p:cNvSpPr>
          <p:nvPr>
            <p:ph type="title"/>
          </p:nvPr>
        </p:nvSpPr>
        <p:spPr>
          <a:xfrm>
            <a:off x="7010400" y="838200"/>
            <a:ext cx="1447800" cy="228600"/>
          </a:xfrm>
          <a:noFill/>
          <a:ln>
            <a:noFill/>
          </a:ln>
        </p:spPr>
        <p:txBody>
          <a:bodyPr/>
          <a:p>
            <a:pPr eaLnBrk="1" hangingPunct="1"/>
            <a:r>
              <a:rPr lang="zh-CN" altLang="en-US" sz="800" dirty="0">
                <a:solidFill>
                  <a:schemeClr val="bg1"/>
                </a:solidFill>
              </a:rPr>
              <a:t>第二节</a:t>
            </a:r>
            <a:endParaRPr lang="zh-CN" altLang="en-US" sz="800" dirty="0">
              <a:solidFill>
                <a:schemeClr val="bg1"/>
              </a:solidFill>
            </a:endParaRPr>
          </a:p>
        </p:txBody>
      </p:sp>
      <p:pic>
        <p:nvPicPr>
          <p:cNvPr id="168964" name="Picture 4" descr="rewind1">
            <a:hlinkClick r:id="" action="ppaction://hlinkshowjump?jump=firstslide"/>
          </p:cNvPr>
          <p:cNvPicPr>
            <a:picLocks noChangeAspect="1"/>
          </p:cNvPicPr>
          <p:nvPr/>
        </p:nvPicPr>
        <p:blipFill>
          <a:blip r:embed="rId1"/>
          <a:stretch>
            <a:fillRect/>
          </a:stretch>
        </p:blipFill>
        <p:spPr>
          <a:xfrm>
            <a:off x="7985125" y="6503988"/>
            <a:ext cx="287338" cy="287337"/>
          </a:xfrm>
          <a:prstGeom prst="rect">
            <a:avLst/>
          </a:prstGeom>
          <a:noFill/>
          <a:ln w="9525">
            <a:noFill/>
          </a:ln>
        </p:spPr>
      </p:pic>
      <p:sp>
        <p:nvSpPr>
          <p:cNvPr id="168975" name="Text Box 15"/>
          <p:cNvSpPr txBox="1"/>
          <p:nvPr/>
        </p:nvSpPr>
        <p:spPr>
          <a:xfrm>
            <a:off x="6608763" y="6099175"/>
            <a:ext cx="279400" cy="549275"/>
          </a:xfrm>
          <a:prstGeom prst="rect">
            <a:avLst/>
          </a:prstGeom>
          <a:noFill/>
          <a:ln w="9525">
            <a:noFill/>
          </a:ln>
        </p:spPr>
        <p:txBody>
          <a:bodyPr wrap="none">
            <a:spAutoFit/>
          </a:bodyPr>
          <a:p>
            <a:pPr eaLnBrk="1" hangingPunct="1"/>
            <a:r>
              <a:rPr lang="en-US" altLang="zh-CN" sz="3000" dirty="0">
                <a:latin typeface="Times New Roman" panose="02020603050405020304" pitchFamily="18" charset="0"/>
              </a:rPr>
              <a:t> </a:t>
            </a:r>
            <a:endParaRPr lang="en-US" altLang="zh-CN" sz="3000" dirty="0">
              <a:latin typeface="Times New Roman" panose="02020603050405020304" pitchFamily="18" charset="0"/>
            </a:endParaRPr>
          </a:p>
        </p:txBody>
      </p:sp>
      <p:sp>
        <p:nvSpPr>
          <p:cNvPr id="16389" name="文本框 3"/>
          <p:cNvSpPr txBox="1"/>
          <p:nvPr/>
        </p:nvSpPr>
        <p:spPr>
          <a:xfrm>
            <a:off x="898843" y="133985"/>
            <a:ext cx="3775075" cy="522288"/>
          </a:xfrm>
          <a:prstGeom prst="rect">
            <a:avLst/>
          </a:prstGeom>
          <a:noFill/>
          <a:ln w="9525">
            <a:noFill/>
          </a:ln>
        </p:spPr>
        <p:txBody>
          <a:bodyPr wrap="none">
            <a:spAutoFit/>
          </a:bodyPr>
          <a:p>
            <a:r>
              <a:rPr lang="zh-CN" altLang="en-US" sz="2800" dirty="0">
                <a:solidFill>
                  <a:schemeClr val="bg1"/>
                </a:solidFill>
                <a:latin typeface="黑体" panose="02010609060101010101" pitchFamily="49" charset="-122"/>
                <a:ea typeface="黑体" panose="02010609060101010101" pitchFamily="49" charset="-122"/>
              </a:rPr>
              <a:t>斗式提升机的设计计算</a:t>
            </a:r>
            <a:endParaRPr lang="zh-CN" altLang="en-US" sz="2800" dirty="0">
              <a:solidFill>
                <a:schemeClr val="bg1"/>
              </a:solidFill>
              <a:latin typeface="黑体" panose="02010609060101010101" pitchFamily="49" charset="-122"/>
              <a:ea typeface="黑体" panose="02010609060101010101" pitchFamily="49" charset="-122"/>
            </a:endParaRPr>
          </a:p>
        </p:txBody>
      </p:sp>
      <p:pic>
        <p:nvPicPr>
          <p:cNvPr id="16390" name="Picture 21" descr="NEXT1">
            <a:hlinkClick r:id="" action="ppaction://hlinkshowjump?jump=nextslide"/>
          </p:cNvPr>
          <p:cNvPicPr>
            <a:picLocks noChangeAspect="1"/>
          </p:cNvPicPr>
          <p:nvPr/>
        </p:nvPicPr>
        <p:blipFill>
          <a:blip r:embed="rId2"/>
          <a:stretch>
            <a:fillRect/>
          </a:stretch>
        </p:blipFill>
        <p:spPr>
          <a:xfrm>
            <a:off x="8647113" y="6503988"/>
            <a:ext cx="287337" cy="287337"/>
          </a:xfrm>
          <a:prstGeom prst="rect">
            <a:avLst/>
          </a:prstGeom>
          <a:noFill/>
          <a:ln w="9525">
            <a:noFill/>
          </a:ln>
        </p:spPr>
      </p:pic>
      <p:pic>
        <p:nvPicPr>
          <p:cNvPr id="16391" name="Picture 471" descr="back1">
            <a:hlinkClick r:id="" action="ppaction://hlinkshowjump?jump=previousslide"/>
          </p:cNvPr>
          <p:cNvPicPr>
            <a:picLocks noChangeAspect="1"/>
          </p:cNvPicPr>
          <p:nvPr/>
        </p:nvPicPr>
        <p:blipFill>
          <a:blip r:embed="rId3"/>
          <a:stretch>
            <a:fillRect/>
          </a:stretch>
        </p:blipFill>
        <p:spPr>
          <a:xfrm>
            <a:off x="8316913" y="6503988"/>
            <a:ext cx="285750" cy="287337"/>
          </a:xfrm>
          <a:prstGeom prst="rect">
            <a:avLst/>
          </a:prstGeom>
          <a:noFill/>
          <a:ln w="9525">
            <a:noFill/>
          </a:ln>
        </p:spPr>
      </p:pic>
      <p:pic>
        <p:nvPicPr>
          <p:cNvPr id="16394" name="图片 10"/>
          <p:cNvPicPr>
            <a:picLocks noChangeAspect="1"/>
          </p:cNvPicPr>
          <p:nvPr/>
        </p:nvPicPr>
        <p:blipFill>
          <a:blip r:embed="rId4"/>
          <a:stretch>
            <a:fillRect/>
          </a:stretch>
        </p:blipFill>
        <p:spPr>
          <a:xfrm>
            <a:off x="7034530" y="793750"/>
            <a:ext cx="1824990" cy="4391660"/>
          </a:xfrm>
          <a:prstGeom prst="rect">
            <a:avLst/>
          </a:prstGeom>
          <a:noFill/>
          <a:ln w="9525">
            <a:noFill/>
          </a:ln>
        </p:spPr>
      </p:pic>
      <p:sp>
        <p:nvSpPr>
          <p:cNvPr id="16395" name="文本框 3"/>
          <p:cNvSpPr txBox="1"/>
          <p:nvPr/>
        </p:nvSpPr>
        <p:spPr>
          <a:xfrm>
            <a:off x="6947535" y="5162550"/>
            <a:ext cx="1760538" cy="277813"/>
          </a:xfrm>
          <a:prstGeom prst="rect">
            <a:avLst/>
          </a:prstGeom>
          <a:noFill/>
          <a:ln w="9525">
            <a:noFill/>
          </a:ln>
        </p:spPr>
        <p:txBody>
          <a:bodyPr wrap="none">
            <a:spAutoFit/>
          </a:bodyPr>
          <a:p>
            <a:r>
              <a:rPr lang="zh-CN" altLang="zh-CN" sz="1200" dirty="0">
                <a:latin typeface="Times New Roman" panose="02020603050405020304" pitchFamily="18" charset="0"/>
              </a:rPr>
              <a:t>各点张力的计算示意图 </a:t>
            </a:r>
            <a:endParaRPr lang="zh-CN" altLang="en-US" sz="1200" dirty="0">
              <a:latin typeface="Times New Roman" panose="02020603050405020304" pitchFamily="18" charset="0"/>
            </a:endParaRPr>
          </a:p>
        </p:txBody>
      </p:sp>
      <p:sp>
        <p:nvSpPr>
          <p:cNvPr id="5" name="矩形 4"/>
          <p:cNvSpPr>
            <a:spLocks noRot="1" noChangeAspect="1" noMove="1" noResize="1" noEditPoints="1" noAdjustHandles="1" noChangeArrowheads="1" noChangeShapeType="1" noTextEdit="1"/>
          </p:cNvSpPr>
          <p:nvPr/>
        </p:nvSpPr>
        <p:spPr>
          <a:xfrm>
            <a:off x="2806710" y="3432000"/>
            <a:ext cx="3029612" cy="400110"/>
          </a:xfrm>
          <a:prstGeom prst="rect">
            <a:avLst/>
          </a:prstGeom>
          <a:blipFill>
            <a:blip r:embed="rId5"/>
            <a:stretch>
              <a:fillRect b="-3077"/>
            </a:stretch>
          </a:blipFill>
          <a:ln>
            <a:solidFill>
              <a:srgbClr val="FFC000"/>
            </a:solidFill>
          </a:ln>
        </p:spPr>
        <p:txBody>
          <a:bodyPr/>
          <a:lstStyle/>
          <a:p>
            <a:r>
              <a:rPr lang="zh-CN" altLang="en-US">
                <a:noFill/>
              </a:rPr>
              <a:t> </a:t>
            </a:r>
            <a:endParaRPr lang="zh-CN" altLang="en-US">
              <a:noFill/>
            </a:endParaRPr>
          </a:p>
        </p:txBody>
      </p:sp>
      <p:sp>
        <p:nvSpPr>
          <p:cNvPr id="6" name="文本框 5"/>
          <p:cNvSpPr txBox="1">
            <a:spLocks noRot="1" noChangeAspect="1" noMove="1" noResize="1" noEditPoints="1" noAdjustHandles="1" noChangeArrowheads="1" noChangeShapeType="1" noTextEdit="1"/>
          </p:cNvSpPr>
          <p:nvPr/>
        </p:nvSpPr>
        <p:spPr>
          <a:xfrm>
            <a:off x="523875" y="3789045"/>
            <a:ext cx="6235700" cy="1015365"/>
          </a:xfrm>
          <a:prstGeom prst="rect">
            <a:avLst/>
          </a:prstGeom>
          <a:blipFill>
            <a:blip r:embed="rId6"/>
            <a:stretch>
              <a:fillRect l="-1082" b="-4192"/>
            </a:stretch>
          </a:blipFill>
        </p:spPr>
        <p:txBody>
          <a:bodyPr/>
          <a:lstStyle/>
          <a:p>
            <a:r>
              <a:rPr lang="zh-CN" altLang="en-US">
                <a:noFill/>
              </a:rPr>
              <a:t> </a:t>
            </a:r>
            <a:endParaRPr lang="zh-CN" altLang="en-US">
              <a:noFill/>
            </a:endParaRPr>
          </a:p>
        </p:txBody>
      </p:sp>
      <p:sp>
        <p:nvSpPr>
          <p:cNvPr id="2" name="文本框 1"/>
          <p:cNvSpPr txBox="1"/>
          <p:nvPr/>
        </p:nvSpPr>
        <p:spPr>
          <a:xfrm>
            <a:off x="311150" y="906145"/>
            <a:ext cx="6696075" cy="398780"/>
          </a:xfrm>
          <a:prstGeom prst="rect">
            <a:avLst/>
          </a:prstGeom>
          <a:noFill/>
        </p:spPr>
        <p:txBody>
          <a:bodyPr wrap="square" rtlCol="0">
            <a:spAutoFit/>
          </a:bodyPr>
          <a:p>
            <a:r>
              <a:rPr lang="zh-CN" altLang="en-US">
                <a:latin typeface="黑体" panose="02010609060101010101" pitchFamily="49" charset="-122"/>
                <a:ea typeface="黑体" panose="02010609060101010101" pitchFamily="49" charset="-122"/>
                <a:cs typeface="黑体" panose="02010609060101010101" pitchFamily="49" charset="-122"/>
                <a:sym typeface="+mn-ea"/>
              </a:rPr>
              <a:t>用</a:t>
            </a:r>
            <a:r>
              <a:rPr lang="en-US" altLang="zh-CN">
                <a:latin typeface="黑体" panose="02010609060101010101" pitchFamily="49" charset="-122"/>
                <a:ea typeface="黑体" panose="02010609060101010101" pitchFamily="49" charset="-122"/>
                <a:cs typeface="黑体" panose="02010609060101010101" pitchFamily="49" charset="-122"/>
                <a:sym typeface="+mn-ea"/>
              </a:rPr>
              <a:t>F</a:t>
            </a:r>
            <a:r>
              <a:rPr lang="en-US" altLang="zh-CN" baseline="-25000">
                <a:latin typeface="黑体" panose="02010609060101010101" pitchFamily="49" charset="-122"/>
                <a:ea typeface="黑体" panose="02010609060101010101" pitchFamily="49" charset="-122"/>
                <a:cs typeface="黑体" panose="02010609060101010101" pitchFamily="49" charset="-122"/>
                <a:sym typeface="+mn-ea"/>
              </a:rPr>
              <a:t>S1</a:t>
            </a:r>
            <a:r>
              <a:rPr lang="zh-CN" altLang="en-US">
                <a:latin typeface="黑体" panose="02010609060101010101" pitchFamily="49" charset="-122"/>
                <a:ea typeface="黑体" panose="02010609060101010101" pitchFamily="49" charset="-122"/>
                <a:cs typeface="黑体" panose="02010609060101010101" pitchFamily="49" charset="-122"/>
                <a:sym typeface="+mn-ea"/>
              </a:rPr>
              <a:t>、</a:t>
            </a:r>
            <a:r>
              <a:rPr lang="en-US" altLang="zh-CN">
                <a:latin typeface="黑体" panose="02010609060101010101" pitchFamily="49" charset="-122"/>
                <a:ea typeface="黑体" panose="02010609060101010101" pitchFamily="49" charset="-122"/>
                <a:cs typeface="黑体" panose="02010609060101010101" pitchFamily="49" charset="-122"/>
                <a:sym typeface="+mn-ea"/>
              </a:rPr>
              <a:t>F</a:t>
            </a:r>
            <a:r>
              <a:rPr lang="en-US" altLang="zh-CN" baseline="-25000">
                <a:latin typeface="黑体" panose="02010609060101010101" pitchFamily="49" charset="-122"/>
                <a:ea typeface="黑体" panose="02010609060101010101" pitchFamily="49" charset="-122"/>
                <a:cs typeface="黑体" panose="02010609060101010101" pitchFamily="49" charset="-122"/>
                <a:sym typeface="+mn-ea"/>
              </a:rPr>
              <a:t>S2</a:t>
            </a:r>
            <a:r>
              <a:rPr lang="zh-CN" altLang="en-US">
                <a:latin typeface="黑体" panose="02010609060101010101" pitchFamily="49" charset="-122"/>
                <a:ea typeface="黑体" panose="02010609060101010101" pitchFamily="49" charset="-122"/>
                <a:cs typeface="黑体" panose="02010609060101010101" pitchFamily="49" charset="-122"/>
                <a:sym typeface="+mn-ea"/>
              </a:rPr>
              <a:t>、</a:t>
            </a:r>
            <a:r>
              <a:rPr lang="en-US" altLang="zh-CN">
                <a:latin typeface="黑体" panose="02010609060101010101" pitchFamily="49" charset="-122"/>
                <a:ea typeface="黑体" panose="02010609060101010101" pitchFamily="49" charset="-122"/>
                <a:cs typeface="黑体" panose="02010609060101010101" pitchFamily="49" charset="-122"/>
                <a:sym typeface="+mn-ea"/>
              </a:rPr>
              <a:t>F</a:t>
            </a:r>
            <a:r>
              <a:rPr lang="en-US" altLang="zh-CN" baseline="-25000">
                <a:latin typeface="黑体" panose="02010609060101010101" pitchFamily="49" charset="-122"/>
                <a:ea typeface="黑体" panose="02010609060101010101" pitchFamily="49" charset="-122"/>
                <a:cs typeface="黑体" panose="02010609060101010101" pitchFamily="49" charset="-122"/>
                <a:sym typeface="+mn-ea"/>
              </a:rPr>
              <a:t>S3</a:t>
            </a:r>
            <a:r>
              <a:rPr lang="zh-CN" altLang="en-US">
                <a:latin typeface="黑体" panose="02010609060101010101" pitchFamily="49" charset="-122"/>
                <a:ea typeface="黑体" panose="02010609060101010101" pitchFamily="49" charset="-122"/>
                <a:cs typeface="黑体" panose="02010609060101010101" pitchFamily="49" charset="-122"/>
                <a:sym typeface="+mn-ea"/>
              </a:rPr>
              <a:t>、</a:t>
            </a:r>
            <a:r>
              <a:rPr lang="en-US" altLang="zh-CN">
                <a:latin typeface="黑体" panose="02010609060101010101" pitchFamily="49" charset="-122"/>
                <a:ea typeface="黑体" panose="02010609060101010101" pitchFamily="49" charset="-122"/>
                <a:cs typeface="黑体" panose="02010609060101010101" pitchFamily="49" charset="-122"/>
                <a:sym typeface="+mn-ea"/>
              </a:rPr>
              <a:t>F</a:t>
            </a:r>
            <a:r>
              <a:rPr lang="en-US" altLang="zh-CN" baseline="-25000">
                <a:latin typeface="黑体" panose="02010609060101010101" pitchFamily="49" charset="-122"/>
                <a:ea typeface="黑体" panose="02010609060101010101" pitchFamily="49" charset="-122"/>
                <a:cs typeface="黑体" panose="02010609060101010101" pitchFamily="49" charset="-122"/>
                <a:sym typeface="+mn-ea"/>
              </a:rPr>
              <a:t>S4</a:t>
            </a:r>
            <a:r>
              <a:rPr lang="zh-CN" altLang="en-US">
                <a:latin typeface="黑体" panose="02010609060101010101" pitchFamily="49" charset="-122"/>
                <a:ea typeface="黑体" panose="02010609060101010101" pitchFamily="49" charset="-122"/>
                <a:cs typeface="黑体" panose="02010609060101010101" pitchFamily="49" charset="-122"/>
                <a:sym typeface="+mn-ea"/>
              </a:rPr>
              <a:t>表示</a:t>
            </a:r>
            <a:r>
              <a:rPr lang="zh-CN" altLang="en-US">
                <a:latin typeface="黑体" panose="02010609060101010101" pitchFamily="49" charset="-122"/>
                <a:ea typeface="黑体" panose="02010609060101010101" pitchFamily="49" charset="-122"/>
                <a:cs typeface="黑体" panose="02010609060101010101" pitchFamily="49" charset="-122"/>
              </a:rPr>
              <a:t>右图中</a:t>
            </a:r>
            <a:r>
              <a:rPr lang="en-US" altLang="zh-CN">
                <a:latin typeface="黑体" panose="02010609060101010101" pitchFamily="49" charset="-122"/>
                <a:ea typeface="黑体" panose="02010609060101010101" pitchFamily="49" charset="-122"/>
                <a:cs typeface="黑体" panose="02010609060101010101" pitchFamily="49" charset="-122"/>
              </a:rPr>
              <a:t>1</a:t>
            </a:r>
            <a:r>
              <a:rPr lang="zh-CN" altLang="en-US">
                <a:latin typeface="黑体" panose="02010609060101010101" pitchFamily="49" charset="-122"/>
                <a:ea typeface="黑体" panose="02010609060101010101" pitchFamily="49" charset="-122"/>
                <a:cs typeface="黑体" panose="02010609060101010101" pitchFamily="49" charset="-122"/>
              </a:rPr>
              <a:t>、</a:t>
            </a:r>
            <a:r>
              <a:rPr lang="en-US" altLang="zh-CN">
                <a:latin typeface="黑体" panose="02010609060101010101" pitchFamily="49" charset="-122"/>
                <a:ea typeface="黑体" panose="02010609060101010101" pitchFamily="49" charset="-122"/>
                <a:cs typeface="黑体" panose="02010609060101010101" pitchFamily="49" charset="-122"/>
              </a:rPr>
              <a:t>2</a:t>
            </a:r>
            <a:r>
              <a:rPr lang="zh-CN" altLang="en-US">
                <a:latin typeface="黑体" panose="02010609060101010101" pitchFamily="49" charset="-122"/>
                <a:ea typeface="黑体" panose="02010609060101010101" pitchFamily="49" charset="-122"/>
                <a:cs typeface="黑体" panose="02010609060101010101" pitchFamily="49" charset="-122"/>
              </a:rPr>
              <a:t>、</a:t>
            </a:r>
            <a:r>
              <a:rPr lang="en-US" altLang="zh-CN">
                <a:latin typeface="黑体" panose="02010609060101010101" pitchFamily="49" charset="-122"/>
                <a:ea typeface="黑体" panose="02010609060101010101" pitchFamily="49" charset="-122"/>
                <a:cs typeface="黑体" panose="02010609060101010101" pitchFamily="49" charset="-122"/>
              </a:rPr>
              <a:t>3</a:t>
            </a:r>
            <a:r>
              <a:rPr lang="zh-CN" altLang="en-US">
                <a:latin typeface="黑体" panose="02010609060101010101" pitchFamily="49" charset="-122"/>
                <a:ea typeface="黑体" panose="02010609060101010101" pitchFamily="49" charset="-122"/>
                <a:cs typeface="黑体" panose="02010609060101010101" pitchFamily="49" charset="-122"/>
              </a:rPr>
              <a:t>、</a:t>
            </a:r>
            <a:r>
              <a:rPr lang="en-US" altLang="zh-CN">
                <a:latin typeface="黑体" panose="02010609060101010101" pitchFamily="49" charset="-122"/>
                <a:ea typeface="黑体" panose="02010609060101010101" pitchFamily="49" charset="-122"/>
                <a:cs typeface="黑体" panose="02010609060101010101" pitchFamily="49" charset="-122"/>
              </a:rPr>
              <a:t>4</a:t>
            </a:r>
            <a:r>
              <a:rPr lang="zh-CN" altLang="en-US">
                <a:latin typeface="黑体" panose="02010609060101010101" pitchFamily="49" charset="-122"/>
                <a:ea typeface="黑体" panose="02010609060101010101" pitchFamily="49" charset="-122"/>
                <a:cs typeface="黑体" panose="02010609060101010101" pitchFamily="49" charset="-122"/>
              </a:rPr>
              <a:t>各点的张力。</a:t>
            </a:r>
            <a:endParaRPr lang="zh-CN" altLang="en-US">
              <a:latin typeface="黑体" panose="02010609060101010101" pitchFamily="49" charset="-122"/>
              <a:ea typeface="黑体" panose="02010609060101010101" pitchFamily="49" charset="-122"/>
              <a:cs typeface="黑体" panose="02010609060101010101" pitchFamily="49" charset="-122"/>
            </a:endParaRPr>
          </a:p>
        </p:txBody>
      </p:sp>
      <p:sp>
        <p:nvSpPr>
          <p:cNvPr id="7" name="文本框 6"/>
          <p:cNvSpPr txBox="1"/>
          <p:nvPr/>
        </p:nvSpPr>
        <p:spPr>
          <a:xfrm>
            <a:off x="707390" y="1426210"/>
            <a:ext cx="4335145" cy="398780"/>
          </a:xfrm>
          <a:prstGeom prst="rect">
            <a:avLst/>
          </a:prstGeom>
          <a:noFill/>
        </p:spPr>
        <p:txBody>
          <a:bodyPr wrap="square" rtlCol="0">
            <a:spAutoFit/>
          </a:bodyPr>
          <a:p>
            <a:r>
              <a:rPr lang="zh-CN" altLang="en-US">
                <a:latin typeface="黑体" panose="02010609060101010101" pitchFamily="49" charset="-122"/>
                <a:ea typeface="黑体" panose="02010609060101010101" pitchFamily="49" charset="-122"/>
                <a:cs typeface="黑体" panose="02010609060101010101" pitchFamily="49" charset="-122"/>
                <a:sym typeface="+mn-ea"/>
              </a:rPr>
              <a:t>点</a:t>
            </a:r>
            <a:r>
              <a:rPr lang="en-US" altLang="zh-CN">
                <a:latin typeface="黑体" panose="02010609060101010101" pitchFamily="49" charset="-122"/>
                <a:ea typeface="黑体" panose="02010609060101010101" pitchFamily="49" charset="-122"/>
                <a:cs typeface="黑体" panose="02010609060101010101" pitchFamily="49" charset="-122"/>
                <a:sym typeface="+mn-ea"/>
              </a:rPr>
              <a:t>1</a:t>
            </a:r>
            <a:r>
              <a:rPr lang="zh-CN" altLang="en-US">
                <a:latin typeface="黑体" panose="02010609060101010101" pitchFamily="49" charset="-122"/>
                <a:ea typeface="黑体" panose="02010609060101010101" pitchFamily="49" charset="-122"/>
                <a:cs typeface="黑体" panose="02010609060101010101" pitchFamily="49" charset="-122"/>
                <a:sym typeface="+mn-ea"/>
              </a:rPr>
              <a:t>处的张力</a:t>
            </a:r>
            <a:r>
              <a:rPr lang="en-US" altLang="zh-CN">
                <a:latin typeface="黑体" panose="02010609060101010101" pitchFamily="49" charset="-122"/>
                <a:ea typeface="黑体" panose="02010609060101010101" pitchFamily="49" charset="-122"/>
                <a:cs typeface="黑体" panose="02010609060101010101" pitchFamily="49" charset="-122"/>
                <a:sym typeface="+mn-ea"/>
              </a:rPr>
              <a:t>F</a:t>
            </a:r>
            <a:r>
              <a:rPr lang="en-US" altLang="zh-CN" baseline="-25000">
                <a:latin typeface="黑体" panose="02010609060101010101" pitchFamily="49" charset="-122"/>
                <a:ea typeface="黑体" panose="02010609060101010101" pitchFamily="49" charset="-122"/>
                <a:cs typeface="黑体" panose="02010609060101010101" pitchFamily="49" charset="-122"/>
                <a:sym typeface="+mn-ea"/>
              </a:rPr>
              <a:t>S1</a:t>
            </a:r>
            <a:r>
              <a:rPr lang="zh-CN">
                <a:latin typeface="黑体" panose="02010609060101010101" pitchFamily="49" charset="-122"/>
                <a:ea typeface="黑体" panose="02010609060101010101" pitchFamily="49" charset="-122"/>
                <a:cs typeface="黑体" panose="02010609060101010101" pitchFamily="49" charset="-122"/>
                <a:sym typeface="+mn-ea"/>
              </a:rPr>
              <a:t>最小，即为</a:t>
            </a:r>
            <a:r>
              <a:rPr lang="zh-CN">
                <a:solidFill>
                  <a:srgbClr val="FF0000"/>
                </a:solidFill>
                <a:latin typeface="黑体" panose="02010609060101010101" pitchFamily="49" charset="-122"/>
                <a:ea typeface="黑体" panose="02010609060101010101" pitchFamily="49" charset="-122"/>
                <a:cs typeface="黑体" panose="02010609060101010101" pitchFamily="49" charset="-122"/>
                <a:sym typeface="+mn-ea"/>
              </a:rPr>
              <a:t>初</a:t>
            </a:r>
            <a:r>
              <a:rPr lang="zh-CN" altLang="en-US">
                <a:solidFill>
                  <a:srgbClr val="FF0000"/>
                </a:solidFill>
                <a:latin typeface="黑体" panose="02010609060101010101" pitchFamily="49" charset="-122"/>
                <a:ea typeface="黑体" panose="02010609060101010101" pitchFamily="49" charset="-122"/>
                <a:cs typeface="黑体" panose="02010609060101010101" pitchFamily="49" charset="-122"/>
              </a:rPr>
              <a:t>张力</a:t>
            </a:r>
            <a:r>
              <a:rPr lang="zh-CN" altLang="en-US">
                <a:latin typeface="黑体" panose="02010609060101010101" pitchFamily="49" charset="-122"/>
                <a:ea typeface="黑体" panose="02010609060101010101" pitchFamily="49" charset="-122"/>
                <a:cs typeface="黑体" panose="02010609060101010101" pitchFamily="49" charset="-122"/>
              </a:rPr>
              <a:t>。</a:t>
            </a:r>
            <a:endParaRPr lang="zh-CN" altLang="en-US">
              <a:latin typeface="黑体" panose="02010609060101010101" pitchFamily="49" charset="-122"/>
              <a:ea typeface="黑体" panose="02010609060101010101" pitchFamily="49" charset="-122"/>
              <a:cs typeface="黑体" panose="02010609060101010101" pitchFamily="49" charset="-122"/>
            </a:endParaRPr>
          </a:p>
        </p:txBody>
      </p:sp>
      <p:sp>
        <p:nvSpPr>
          <p:cNvPr id="9" name="文本框 8"/>
          <p:cNvSpPr txBox="1"/>
          <p:nvPr/>
        </p:nvSpPr>
        <p:spPr>
          <a:xfrm>
            <a:off x="622935" y="1898650"/>
            <a:ext cx="4335145" cy="398780"/>
          </a:xfrm>
          <a:prstGeom prst="rect">
            <a:avLst/>
          </a:prstGeom>
          <a:noFill/>
        </p:spPr>
        <p:txBody>
          <a:bodyPr wrap="square" rtlCol="0">
            <a:spAutoFit/>
          </a:bodyPr>
          <a:p>
            <a:r>
              <a:rPr lang="zh-CN" altLang="en-US">
                <a:latin typeface="黑体" panose="02010609060101010101" pitchFamily="49" charset="-122"/>
                <a:ea typeface="黑体" panose="02010609060101010101" pitchFamily="49" charset="-122"/>
                <a:cs typeface="黑体" panose="02010609060101010101" pitchFamily="49" charset="-122"/>
                <a:sym typeface="+mn-ea"/>
              </a:rPr>
              <a:t>点</a:t>
            </a:r>
            <a:r>
              <a:rPr lang="en-US" altLang="zh-CN">
                <a:latin typeface="黑体" panose="02010609060101010101" pitchFamily="49" charset="-122"/>
                <a:ea typeface="黑体" panose="02010609060101010101" pitchFamily="49" charset="-122"/>
                <a:cs typeface="黑体" panose="02010609060101010101" pitchFamily="49" charset="-122"/>
                <a:sym typeface="+mn-ea"/>
              </a:rPr>
              <a:t>3</a:t>
            </a:r>
            <a:r>
              <a:rPr lang="zh-CN" altLang="en-US">
                <a:latin typeface="黑体" panose="02010609060101010101" pitchFamily="49" charset="-122"/>
                <a:ea typeface="黑体" panose="02010609060101010101" pitchFamily="49" charset="-122"/>
                <a:cs typeface="黑体" panose="02010609060101010101" pitchFamily="49" charset="-122"/>
                <a:sym typeface="+mn-ea"/>
              </a:rPr>
              <a:t>处的张力</a:t>
            </a:r>
            <a:r>
              <a:rPr lang="en-US" altLang="zh-CN">
                <a:latin typeface="黑体" panose="02010609060101010101" pitchFamily="49" charset="-122"/>
                <a:ea typeface="黑体" panose="02010609060101010101" pitchFamily="49" charset="-122"/>
                <a:cs typeface="黑体" panose="02010609060101010101" pitchFamily="49" charset="-122"/>
                <a:sym typeface="+mn-ea"/>
              </a:rPr>
              <a:t>F</a:t>
            </a:r>
            <a:r>
              <a:rPr lang="en-US" altLang="zh-CN" baseline="-25000">
                <a:latin typeface="黑体" panose="02010609060101010101" pitchFamily="49" charset="-122"/>
                <a:ea typeface="黑体" panose="02010609060101010101" pitchFamily="49" charset="-122"/>
                <a:cs typeface="黑体" panose="02010609060101010101" pitchFamily="49" charset="-122"/>
                <a:sym typeface="+mn-ea"/>
              </a:rPr>
              <a:t>S3</a:t>
            </a:r>
            <a:r>
              <a:rPr lang="zh-CN">
                <a:latin typeface="黑体" panose="02010609060101010101" pitchFamily="49" charset="-122"/>
                <a:ea typeface="黑体" panose="02010609060101010101" pitchFamily="49" charset="-122"/>
                <a:cs typeface="黑体" panose="02010609060101010101" pitchFamily="49" charset="-122"/>
                <a:sym typeface="+mn-ea"/>
              </a:rPr>
              <a:t>最大</a:t>
            </a:r>
            <a:r>
              <a:rPr lang="zh-CN" altLang="en-US">
                <a:latin typeface="黑体" panose="02010609060101010101" pitchFamily="49" charset="-122"/>
                <a:ea typeface="黑体" panose="02010609060101010101" pitchFamily="49" charset="-122"/>
                <a:cs typeface="黑体" panose="02010609060101010101" pitchFamily="49" charset="-122"/>
              </a:rPr>
              <a:t>。</a:t>
            </a:r>
            <a:endParaRPr lang="zh-CN" altLang="en-US">
              <a:latin typeface="黑体" panose="02010609060101010101" pitchFamily="49" charset="-122"/>
              <a:ea typeface="黑体" panose="02010609060101010101" pitchFamily="49" charset="-122"/>
              <a:cs typeface="黑体" panose="02010609060101010101" pitchFamily="49" charset="-122"/>
            </a:endParaRPr>
          </a:p>
        </p:txBody>
      </p:sp>
      <p:sp>
        <p:nvSpPr>
          <p:cNvPr id="10" name="文本框 9"/>
          <p:cNvSpPr txBox="1"/>
          <p:nvPr/>
        </p:nvSpPr>
        <p:spPr>
          <a:xfrm>
            <a:off x="500380" y="2446020"/>
            <a:ext cx="6583045" cy="1014730"/>
          </a:xfrm>
          <a:prstGeom prst="rect">
            <a:avLst/>
          </a:prstGeom>
          <a:noFill/>
        </p:spPr>
        <p:txBody>
          <a:bodyPr wrap="square" rtlCol="0">
            <a:spAutoFit/>
          </a:bodyPr>
          <a:p>
            <a:r>
              <a:rPr lang="zh-CN">
                <a:latin typeface="黑体" panose="02010609060101010101" pitchFamily="49" charset="-122"/>
                <a:ea typeface="黑体" panose="02010609060101010101" pitchFamily="49" charset="-122"/>
                <a:cs typeface="黑体" panose="02010609060101010101" pitchFamily="49" charset="-122"/>
                <a:sym typeface="+mn-ea"/>
              </a:rPr>
              <a:t>各点</a:t>
            </a:r>
            <a:r>
              <a:rPr lang="zh-CN" altLang="en-US">
                <a:latin typeface="黑体" panose="02010609060101010101" pitchFamily="49" charset="-122"/>
                <a:ea typeface="黑体" panose="02010609060101010101" pitchFamily="49" charset="-122"/>
                <a:cs typeface="黑体" panose="02010609060101010101" pitchFamily="49" charset="-122"/>
                <a:sym typeface="+mn-ea"/>
              </a:rPr>
              <a:t>张力</a:t>
            </a:r>
            <a:r>
              <a:rPr lang="zh-CN">
                <a:latin typeface="黑体" panose="02010609060101010101" pitchFamily="49" charset="-122"/>
                <a:ea typeface="黑体" panose="02010609060101010101" pitchFamily="49" charset="-122"/>
                <a:cs typeface="黑体" panose="02010609060101010101" pitchFamily="49" charset="-122"/>
                <a:sym typeface="+mn-ea"/>
              </a:rPr>
              <a:t>按通用的</a:t>
            </a:r>
            <a:r>
              <a:rPr lang="zh-CN">
                <a:solidFill>
                  <a:srgbClr val="C00000"/>
                </a:solidFill>
                <a:latin typeface="黑体" panose="02010609060101010101" pitchFamily="49" charset="-122"/>
                <a:ea typeface="黑体" panose="02010609060101010101" pitchFamily="49" charset="-122"/>
                <a:cs typeface="黑体" panose="02010609060101010101" pitchFamily="49" charset="-122"/>
                <a:sym typeface="+mn-ea"/>
              </a:rPr>
              <a:t>逐点张力计算法</a:t>
            </a:r>
            <a:r>
              <a:rPr lang="zh-CN">
                <a:latin typeface="黑体" panose="02010609060101010101" pitchFamily="49" charset="-122"/>
                <a:ea typeface="黑体" panose="02010609060101010101" pitchFamily="49" charset="-122"/>
                <a:cs typeface="黑体" panose="02010609060101010101" pitchFamily="49" charset="-122"/>
                <a:sym typeface="+mn-ea"/>
              </a:rPr>
              <a:t>计算</a:t>
            </a:r>
            <a:r>
              <a:rPr lang="zh-CN" altLang="en-US">
                <a:latin typeface="黑体" panose="02010609060101010101" pitchFamily="49" charset="-122"/>
                <a:ea typeface="黑体" panose="02010609060101010101" pitchFamily="49" charset="-122"/>
                <a:cs typeface="黑体" panose="02010609060101010101" pitchFamily="49" charset="-122"/>
              </a:rPr>
              <a:t>：牵引构件上每一点张力等于前一点张力与这一点之间区段上的阻力（或张力）之和：</a:t>
            </a:r>
            <a:endParaRPr lang="zh-CN" altLang="en-US">
              <a:latin typeface="黑体" panose="02010609060101010101" pitchFamily="49" charset="-122"/>
              <a:ea typeface="黑体" panose="02010609060101010101" pitchFamily="49" charset="-122"/>
              <a:cs typeface="黑体" panose="02010609060101010101" pitchFamily="49" charset="-122"/>
            </a:endParaRPr>
          </a:p>
        </p:txBody>
      </p:sp>
      <p:sp>
        <p:nvSpPr>
          <p:cNvPr id="12" name="文本框 11"/>
          <p:cNvSpPr txBox="1">
            <a:spLocks noRot="1" noChangeAspect="1" noMove="1" noResize="1" noEditPoints="1" noAdjustHandles="1" noChangeArrowheads="1" noChangeShapeType="1" noTextEdit="1"/>
          </p:cNvSpPr>
          <p:nvPr>
            <p:custDataLst>
              <p:tags r:id="rId7"/>
            </p:custDataLst>
          </p:nvPr>
        </p:nvSpPr>
        <p:spPr>
          <a:xfrm>
            <a:off x="671967" y="4813842"/>
            <a:ext cx="4780220" cy="400110"/>
          </a:xfrm>
          <a:prstGeom prst="rect">
            <a:avLst/>
          </a:prstGeom>
          <a:blipFill>
            <a:blip r:embed="rId8"/>
            <a:stretch>
              <a:fillRect t="-7576" b="-25758"/>
            </a:stretch>
          </a:blipFill>
        </p:spPr>
        <p:txBody>
          <a:bodyPr/>
          <a:p>
            <a:r>
              <a:rPr lang="zh-CN" altLang="en-US">
                <a:noFill/>
              </a:rPr>
              <a:t> </a:t>
            </a:r>
            <a:endParaRPr lang="zh-CN" altLang="en-US">
              <a:noFill/>
            </a:endParaRPr>
          </a:p>
        </p:txBody>
      </p:sp>
      <p:sp>
        <p:nvSpPr>
          <p:cNvPr id="13" name="文本框 12"/>
          <p:cNvSpPr txBox="1"/>
          <p:nvPr>
            <p:custDataLst>
              <p:tags r:id="rId9"/>
            </p:custDataLst>
          </p:nvPr>
        </p:nvSpPr>
        <p:spPr>
          <a:xfrm>
            <a:off x="2712085" y="5235575"/>
            <a:ext cx="6301740" cy="398780"/>
          </a:xfrm>
          <a:prstGeom prst="rect">
            <a:avLst/>
          </a:prstGeom>
          <a:noFill/>
        </p:spPr>
        <p:txBody>
          <a:bodyPr wrap="square" rtlCol="0">
            <a:spAutoFit/>
          </a:bodyPr>
          <a:p>
            <a:r>
              <a:rPr lang="en-US" altLang="zh-CN"/>
              <a:t>k</a:t>
            </a:r>
            <a:r>
              <a:rPr lang="en-US" altLang="zh-CN" baseline="-25000"/>
              <a:t>1</a:t>
            </a:r>
            <a:r>
              <a:rPr lang="zh-CN" altLang="en-US"/>
              <a:t>为尾轮阻力系数，</a:t>
            </a:r>
            <a:r>
              <a:rPr lang="en-US" altLang="zh-CN"/>
              <a:t>k</a:t>
            </a:r>
            <a:r>
              <a:rPr lang="en-US" altLang="zh-CN" baseline="-25000"/>
              <a:t>1</a:t>
            </a:r>
            <a:r>
              <a:rPr lang="en-US" altLang="zh-CN"/>
              <a:t>=0.05~0.07</a:t>
            </a:r>
            <a:r>
              <a:rPr lang="zh-CN" altLang="en-US"/>
              <a:t>。</a:t>
            </a:r>
            <a:endParaRPr lang="zh-CN" altLang="en-US"/>
          </a:p>
        </p:txBody>
      </p:sp>
      <p:sp>
        <p:nvSpPr>
          <p:cNvPr id="15" name="文本框 14"/>
          <p:cNvSpPr txBox="1"/>
          <p:nvPr>
            <p:custDataLst>
              <p:tags r:id="rId10"/>
            </p:custDataLst>
          </p:nvPr>
        </p:nvSpPr>
        <p:spPr>
          <a:xfrm>
            <a:off x="668020" y="5635625"/>
            <a:ext cx="8387715" cy="706755"/>
          </a:xfrm>
          <a:prstGeom prst="rect">
            <a:avLst/>
          </a:prstGeom>
          <a:noFill/>
        </p:spPr>
        <p:txBody>
          <a:bodyPr wrap="square" rtlCol="0">
            <a:spAutoFit/>
          </a:bodyPr>
          <a:p>
            <a:r>
              <a:rPr lang="en-US" altLang="zh-CN" i="1"/>
              <a:t>F</a:t>
            </a:r>
            <a:r>
              <a:rPr lang="en-US" altLang="zh-CN" i="1" baseline="-25000"/>
              <a:t>W0 </a:t>
            </a:r>
            <a:r>
              <a:rPr lang="en-US" altLang="zh-CN"/>
              <a:t>——</a:t>
            </a:r>
            <a:r>
              <a:rPr lang="zh-CN" altLang="en-US"/>
              <a:t>流入物料与牵引机构的相对运动</a:t>
            </a:r>
            <a:endParaRPr lang="zh-CN" altLang="en-US"/>
          </a:p>
          <a:p>
            <a:r>
              <a:rPr lang="zh-CN" altLang="en-US"/>
              <a:t> </a:t>
            </a:r>
            <a:r>
              <a:rPr lang="en-US" altLang="zh-CN"/>
              <a:t>         </a:t>
            </a:r>
            <a:r>
              <a:rPr lang="zh-CN" altLang="en-US"/>
              <a:t>在牵引构件上产生的</a:t>
            </a:r>
            <a:r>
              <a:rPr lang="zh-CN" altLang="en-US">
                <a:solidFill>
                  <a:srgbClr val="FF0000"/>
                </a:solidFill>
              </a:rPr>
              <a:t>冲击张力</a:t>
            </a:r>
            <a:endParaRPr lang="zh-CN" altLang="en-US">
              <a:solidFill>
                <a:srgbClr val="FF0000"/>
              </a:solidFill>
            </a:endParaRPr>
          </a:p>
        </p:txBody>
      </p:sp>
      <p:graphicFrame>
        <p:nvGraphicFramePr>
          <p:cNvPr id="16" name="对象 15">
            <a:hlinkClick r:id="" action="ppaction://ole?verb="/>
          </p:cNvPr>
          <p:cNvGraphicFramePr>
            <a:graphicFrameLocks noChangeAspect="1"/>
          </p:cNvGraphicFramePr>
          <p:nvPr>
            <p:custDataLst>
              <p:tags r:id="rId11"/>
            </p:custDataLst>
          </p:nvPr>
        </p:nvGraphicFramePr>
        <p:xfrm>
          <a:off x="5634355" y="5822950"/>
          <a:ext cx="2136775" cy="561340"/>
        </p:xfrm>
        <a:graphic>
          <a:graphicData uri="http://schemas.openxmlformats.org/presentationml/2006/ole">
            <mc:AlternateContent xmlns:mc="http://schemas.openxmlformats.org/markup-compatibility/2006">
              <mc:Choice xmlns:v="urn:schemas-microsoft-com:vml" Requires="v">
                <p:oleObj spid="_x0000_s17" name="" r:id="rId12" imgW="1257300" imgH="330200" progId="Equation.KSEE3">
                  <p:embed/>
                </p:oleObj>
              </mc:Choice>
              <mc:Fallback>
                <p:oleObj name="" r:id="rId12" imgW="1257300" imgH="330200" progId="Equation.KSEE3">
                  <p:embed/>
                  <p:pic>
                    <p:nvPicPr>
                      <p:cNvPr id="0" name="图片 4096"/>
                      <p:cNvPicPr/>
                      <p:nvPr/>
                    </p:nvPicPr>
                    <p:blipFill>
                      <a:blip r:embed="rId13"/>
                      <a:stretch>
                        <a:fillRect/>
                      </a:stretch>
                    </p:blipFill>
                    <p:spPr>
                      <a:xfrm>
                        <a:off x="5634355" y="5822950"/>
                        <a:ext cx="2136775" cy="561340"/>
                      </a:xfrm>
                      <a:prstGeom prst="rect">
                        <a:avLst/>
                      </a:prstGeom>
                      <a:ln w="12700" cmpd="sng">
                        <a:solidFill>
                          <a:srgbClr val="FFC000"/>
                        </a:solidFill>
                        <a:prstDash val="solid"/>
                      </a:ln>
                    </p:spPr>
                  </p:pic>
                </p:oleObj>
              </mc:Fallback>
            </mc:AlternateContent>
          </a:graphicData>
        </a:graphic>
      </p:graphicFrame>
      <p:sp>
        <p:nvSpPr>
          <p:cNvPr id="18" name="文本框 17"/>
          <p:cNvSpPr txBox="1"/>
          <p:nvPr/>
        </p:nvSpPr>
        <p:spPr>
          <a:xfrm>
            <a:off x="378460" y="3465830"/>
            <a:ext cx="4335145" cy="398780"/>
          </a:xfrm>
          <a:prstGeom prst="rect">
            <a:avLst/>
          </a:prstGeom>
          <a:noFill/>
        </p:spPr>
        <p:txBody>
          <a:bodyPr wrap="square" rtlCol="0">
            <a:spAutoFit/>
          </a:bodyPr>
          <a:p>
            <a:r>
              <a:rPr lang="zh-CN" altLang="en-US">
                <a:solidFill>
                  <a:srgbClr val="FF0000"/>
                </a:solidFill>
                <a:latin typeface="黑体" panose="02010609060101010101" pitchFamily="49" charset="-122"/>
                <a:ea typeface="黑体" panose="02010609060101010101" pitchFamily="49" charset="-122"/>
                <a:cs typeface="黑体" panose="02010609060101010101" pitchFamily="49" charset="-122"/>
                <a:sym typeface="+mn-ea"/>
              </a:rPr>
              <a:t>点</a:t>
            </a:r>
            <a:r>
              <a:rPr lang="en-US" altLang="zh-CN">
                <a:solidFill>
                  <a:srgbClr val="FF0000"/>
                </a:solidFill>
                <a:latin typeface="黑体" panose="02010609060101010101" pitchFamily="49" charset="-122"/>
                <a:ea typeface="黑体" panose="02010609060101010101" pitchFamily="49" charset="-122"/>
                <a:cs typeface="黑体" panose="02010609060101010101" pitchFamily="49" charset="-122"/>
                <a:sym typeface="+mn-ea"/>
              </a:rPr>
              <a:t>2</a:t>
            </a:r>
            <a:r>
              <a:rPr lang="zh-CN" altLang="en-US">
                <a:solidFill>
                  <a:srgbClr val="FF0000"/>
                </a:solidFill>
                <a:latin typeface="黑体" panose="02010609060101010101" pitchFamily="49" charset="-122"/>
                <a:ea typeface="黑体" panose="02010609060101010101" pitchFamily="49" charset="-122"/>
                <a:cs typeface="黑体" panose="02010609060101010101" pitchFamily="49" charset="-122"/>
                <a:sym typeface="+mn-ea"/>
              </a:rPr>
              <a:t>处的张力</a:t>
            </a:r>
            <a:r>
              <a:rPr lang="en-US" altLang="zh-CN">
                <a:solidFill>
                  <a:srgbClr val="FF0000"/>
                </a:solidFill>
                <a:latin typeface="黑体" panose="02010609060101010101" pitchFamily="49" charset="-122"/>
                <a:ea typeface="黑体" panose="02010609060101010101" pitchFamily="49" charset="-122"/>
                <a:cs typeface="黑体" panose="02010609060101010101" pitchFamily="49" charset="-122"/>
                <a:sym typeface="+mn-ea"/>
              </a:rPr>
              <a:t>F</a:t>
            </a:r>
            <a:r>
              <a:rPr lang="en-US" altLang="zh-CN" baseline="-25000">
                <a:solidFill>
                  <a:srgbClr val="FF0000"/>
                </a:solidFill>
                <a:latin typeface="黑体" panose="02010609060101010101" pitchFamily="49" charset="-122"/>
                <a:ea typeface="黑体" panose="02010609060101010101" pitchFamily="49" charset="-122"/>
                <a:cs typeface="黑体" panose="02010609060101010101" pitchFamily="49" charset="-122"/>
                <a:sym typeface="+mn-ea"/>
              </a:rPr>
              <a:t>S2</a:t>
            </a:r>
            <a:endParaRPr lang="en-US" altLang="zh-CN" baseline="-25000">
              <a:solidFill>
                <a:srgbClr val="FF0000"/>
              </a:solidFill>
              <a:latin typeface="黑体" panose="02010609060101010101" pitchFamily="49" charset="-122"/>
              <a:ea typeface="黑体" panose="02010609060101010101" pitchFamily="49" charset="-122"/>
              <a:cs typeface="黑体" panose="02010609060101010101" pitchFamily="49"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68964"/>
                                        </p:tgtEl>
                                        <p:attrNameLst>
                                          <p:attrName>style.visibility</p:attrName>
                                        </p:attrNameLst>
                                      </p:cBhvr>
                                      <p:to>
                                        <p:strVal val="visible"/>
                                      </p:to>
                                    </p:set>
                                    <p:anim calcmode="lin" valueType="num">
                                      <p:cBhvr additive="base">
                                        <p:cTn id="7" dur="500" fill="hold"/>
                                        <p:tgtEl>
                                          <p:spTgt spid="168964"/>
                                        </p:tgtEl>
                                        <p:attrNameLst>
                                          <p:attrName>ppt_x</p:attrName>
                                        </p:attrNameLst>
                                      </p:cBhvr>
                                      <p:tavLst>
                                        <p:tav tm="0">
                                          <p:val>
                                            <p:strVal val="0-#ppt_w/2"/>
                                          </p:val>
                                        </p:tav>
                                        <p:tav tm="100000">
                                          <p:val>
                                            <p:strVal val="#ppt_x"/>
                                          </p:val>
                                        </p:tav>
                                      </p:tavLst>
                                    </p:anim>
                                    <p:anim calcmode="lin" valueType="num">
                                      <p:cBhvr additive="base">
                                        <p:cTn id="8" dur="500" fill="hold"/>
                                        <p:tgtEl>
                                          <p:spTgt spid="16896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left)">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left)">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left)">
                                      <p:cBhvr>
                                        <p:cTn id="23" dur="5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wipe(up)">
                                      <p:cBhvr>
                                        <p:cTn id="28" dur="5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168975"/>
                                        </p:tgtEl>
                                        <p:attrNameLst>
                                          <p:attrName>style.visibility</p:attrName>
                                        </p:attrNameLst>
                                      </p:cBhvr>
                                      <p:to>
                                        <p:strVal val="visible"/>
                                      </p:to>
                                    </p:set>
                                    <p:anim calcmode="lin" valueType="num">
                                      <p:cBhvr additive="base">
                                        <p:cTn id="33" dur="500" fill="hold"/>
                                        <p:tgtEl>
                                          <p:spTgt spid="168975"/>
                                        </p:tgtEl>
                                        <p:attrNameLst>
                                          <p:attrName>ppt_x</p:attrName>
                                        </p:attrNameLst>
                                      </p:cBhvr>
                                      <p:tavLst>
                                        <p:tav tm="0">
                                          <p:val>
                                            <p:strVal val="0-#ppt_w/2"/>
                                          </p:val>
                                        </p:tav>
                                        <p:tav tm="100000">
                                          <p:val>
                                            <p:strVal val="#ppt_x"/>
                                          </p:val>
                                        </p:tav>
                                      </p:tavLst>
                                    </p:anim>
                                    <p:anim calcmode="lin" valueType="num">
                                      <p:cBhvr additive="base">
                                        <p:cTn id="34" dur="500" fill="hold"/>
                                        <p:tgtEl>
                                          <p:spTgt spid="168975"/>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wipe(left)">
                                      <p:cBhvr>
                                        <p:cTn id="39" dur="500"/>
                                        <p:tgtEl>
                                          <p:spTgt spid="18"/>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5"/>
                                        </p:tgtEl>
                                        <p:attrNameLst>
                                          <p:attrName>style.visibility</p:attrName>
                                        </p:attrNameLst>
                                      </p:cBhvr>
                                      <p:to>
                                        <p:strVal val="visible"/>
                                      </p:to>
                                    </p:set>
                                    <p:animEffect transition="in" filter="wipe(left)">
                                      <p:cBhvr>
                                        <p:cTn id="44" dur="500"/>
                                        <p:tgtEl>
                                          <p:spTgt spid="5"/>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6"/>
                                        </p:tgtEl>
                                        <p:attrNameLst>
                                          <p:attrName>style.visibility</p:attrName>
                                        </p:attrNameLst>
                                      </p:cBhvr>
                                      <p:to>
                                        <p:strVal val="visible"/>
                                      </p:to>
                                    </p:set>
                                    <p:animEffect transition="in" filter="wipe(left)">
                                      <p:cBhvr>
                                        <p:cTn id="49" dur="500"/>
                                        <p:tgtEl>
                                          <p:spTgt spid="6"/>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wipe(left)">
                                      <p:cBhvr>
                                        <p:cTn id="54" dur="500"/>
                                        <p:tgtEl>
                                          <p:spTgt spid="12"/>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13"/>
                                        </p:tgtEl>
                                        <p:attrNameLst>
                                          <p:attrName>style.visibility</p:attrName>
                                        </p:attrNameLst>
                                      </p:cBhvr>
                                      <p:to>
                                        <p:strVal val="visible"/>
                                      </p:to>
                                    </p:set>
                                    <p:animEffect transition="in" filter="wipe(left)">
                                      <p:cBhvr>
                                        <p:cTn id="59" dur="500"/>
                                        <p:tgtEl>
                                          <p:spTgt spid="13"/>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wipe(left)">
                                      <p:cBhvr>
                                        <p:cTn id="64" dur="500"/>
                                        <p:tgtEl>
                                          <p:spTgt spid="15"/>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nodeType="clickEffect">
                                  <p:stCondLst>
                                    <p:cond delay="0"/>
                                  </p:stCondLst>
                                  <p:childTnLst>
                                    <p:set>
                                      <p:cBhvr>
                                        <p:cTn id="68" dur="1" fill="hold">
                                          <p:stCondLst>
                                            <p:cond delay="0"/>
                                          </p:stCondLst>
                                        </p:cTn>
                                        <p:tgtEl>
                                          <p:spTgt spid="16"/>
                                        </p:tgtEl>
                                        <p:attrNameLst>
                                          <p:attrName>style.visibility</p:attrName>
                                        </p:attrNameLst>
                                      </p:cBhvr>
                                      <p:to>
                                        <p:strVal val="visible"/>
                                      </p:to>
                                    </p:set>
                                    <p:animEffect transition="in" filter="wipe(left)">
                                      <p:cBhvr>
                                        <p:cTn id="6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75" grpId="0"/>
      <p:bldP spid="6" grpId="0" bldLvl="0" animBg="1"/>
      <p:bldP spid="5" grpId="0" bldLvl="0" animBg="1"/>
      <p:bldP spid="12" grpId="0" bldLvl="0" animBg="1"/>
      <p:bldP spid="13" grpId="0"/>
      <p:bldP spid="15" grpId="0"/>
      <p:bldP spid="2" grpId="0"/>
      <p:bldP spid="7" grpId="0"/>
      <p:bldP spid="9" grpId="0"/>
      <p:bldP spid="10" grpId="0"/>
      <p:bldP spid="1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2"/>
          <p:cNvSpPr>
            <a:spLocks noGrp="1"/>
          </p:cNvSpPr>
          <p:nvPr>
            <p:ph type="title"/>
          </p:nvPr>
        </p:nvSpPr>
        <p:spPr>
          <a:xfrm>
            <a:off x="7010400" y="838200"/>
            <a:ext cx="1447800" cy="228600"/>
          </a:xfrm>
          <a:noFill/>
          <a:ln>
            <a:noFill/>
          </a:ln>
        </p:spPr>
        <p:txBody>
          <a:bodyPr/>
          <a:p>
            <a:pPr eaLnBrk="1" hangingPunct="1"/>
            <a:r>
              <a:rPr lang="zh-CN" altLang="en-US" sz="800" dirty="0">
                <a:solidFill>
                  <a:schemeClr val="bg1"/>
                </a:solidFill>
              </a:rPr>
              <a:t>第二节</a:t>
            </a:r>
            <a:endParaRPr lang="zh-CN" altLang="en-US" sz="800" dirty="0">
              <a:solidFill>
                <a:schemeClr val="bg1"/>
              </a:solidFill>
            </a:endParaRPr>
          </a:p>
        </p:txBody>
      </p:sp>
      <p:pic>
        <p:nvPicPr>
          <p:cNvPr id="168964" name="Picture 4" descr="rewind1">
            <a:hlinkClick r:id="" action="ppaction://hlinkshowjump?jump=firstslide"/>
          </p:cNvPr>
          <p:cNvPicPr>
            <a:picLocks noChangeAspect="1"/>
          </p:cNvPicPr>
          <p:nvPr/>
        </p:nvPicPr>
        <p:blipFill>
          <a:blip r:embed="rId1"/>
          <a:stretch>
            <a:fillRect/>
          </a:stretch>
        </p:blipFill>
        <p:spPr>
          <a:xfrm>
            <a:off x="7985125" y="6503988"/>
            <a:ext cx="287338" cy="287337"/>
          </a:xfrm>
          <a:prstGeom prst="rect">
            <a:avLst/>
          </a:prstGeom>
          <a:noFill/>
          <a:ln w="9525">
            <a:noFill/>
          </a:ln>
        </p:spPr>
      </p:pic>
      <p:sp>
        <p:nvSpPr>
          <p:cNvPr id="168975" name="Text Box 15"/>
          <p:cNvSpPr txBox="1"/>
          <p:nvPr/>
        </p:nvSpPr>
        <p:spPr>
          <a:xfrm>
            <a:off x="6608763" y="6099175"/>
            <a:ext cx="279400" cy="549275"/>
          </a:xfrm>
          <a:prstGeom prst="rect">
            <a:avLst/>
          </a:prstGeom>
          <a:noFill/>
          <a:ln w="9525">
            <a:noFill/>
          </a:ln>
        </p:spPr>
        <p:txBody>
          <a:bodyPr wrap="none">
            <a:spAutoFit/>
          </a:bodyPr>
          <a:p>
            <a:pPr eaLnBrk="1" hangingPunct="1"/>
            <a:r>
              <a:rPr lang="en-US" altLang="zh-CN" sz="3000" dirty="0">
                <a:latin typeface="Times New Roman" panose="02020603050405020304" pitchFamily="18" charset="0"/>
              </a:rPr>
              <a:t> </a:t>
            </a:r>
            <a:endParaRPr lang="en-US" altLang="zh-CN" sz="3000" dirty="0">
              <a:latin typeface="Times New Roman" panose="02020603050405020304" pitchFamily="18" charset="0"/>
            </a:endParaRPr>
          </a:p>
        </p:txBody>
      </p:sp>
      <p:sp>
        <p:nvSpPr>
          <p:cNvPr id="17413" name="文本框 3"/>
          <p:cNvSpPr txBox="1"/>
          <p:nvPr/>
        </p:nvSpPr>
        <p:spPr>
          <a:xfrm>
            <a:off x="785813" y="115570"/>
            <a:ext cx="3775075" cy="522288"/>
          </a:xfrm>
          <a:prstGeom prst="rect">
            <a:avLst/>
          </a:prstGeom>
          <a:noFill/>
          <a:ln w="9525">
            <a:noFill/>
          </a:ln>
        </p:spPr>
        <p:txBody>
          <a:bodyPr wrap="none">
            <a:spAutoFit/>
          </a:bodyPr>
          <a:p>
            <a:r>
              <a:rPr lang="zh-CN" altLang="en-US" sz="2800" dirty="0">
                <a:solidFill>
                  <a:schemeClr val="bg1"/>
                </a:solidFill>
                <a:latin typeface="黑体" panose="02010609060101010101" pitchFamily="49" charset="-122"/>
                <a:ea typeface="黑体" panose="02010609060101010101" pitchFamily="49" charset="-122"/>
              </a:rPr>
              <a:t>斗式提升机的设计计算</a:t>
            </a:r>
            <a:endParaRPr lang="zh-CN" altLang="en-US" sz="2800" dirty="0">
              <a:solidFill>
                <a:schemeClr val="bg1"/>
              </a:solidFill>
              <a:latin typeface="黑体" panose="02010609060101010101" pitchFamily="49" charset="-122"/>
              <a:ea typeface="黑体" panose="02010609060101010101" pitchFamily="49" charset="-122"/>
            </a:endParaRPr>
          </a:p>
        </p:txBody>
      </p:sp>
      <p:pic>
        <p:nvPicPr>
          <p:cNvPr id="17414" name="Picture 21" descr="NEXT1">
            <a:hlinkClick r:id="" action="ppaction://hlinkshowjump?jump=nextslide"/>
          </p:cNvPr>
          <p:cNvPicPr>
            <a:picLocks noChangeAspect="1"/>
          </p:cNvPicPr>
          <p:nvPr/>
        </p:nvPicPr>
        <p:blipFill>
          <a:blip r:embed="rId2"/>
          <a:stretch>
            <a:fillRect/>
          </a:stretch>
        </p:blipFill>
        <p:spPr>
          <a:xfrm>
            <a:off x="8647113" y="6503988"/>
            <a:ext cx="287337" cy="287337"/>
          </a:xfrm>
          <a:prstGeom prst="rect">
            <a:avLst/>
          </a:prstGeom>
          <a:noFill/>
          <a:ln w="9525">
            <a:noFill/>
          </a:ln>
        </p:spPr>
      </p:pic>
      <p:pic>
        <p:nvPicPr>
          <p:cNvPr id="17415" name="Picture 471" descr="back1">
            <a:hlinkClick r:id="" action="ppaction://hlinkshowjump?jump=previousslide"/>
          </p:cNvPr>
          <p:cNvPicPr>
            <a:picLocks noChangeAspect="1"/>
          </p:cNvPicPr>
          <p:nvPr/>
        </p:nvPicPr>
        <p:blipFill>
          <a:blip r:embed="rId3"/>
          <a:stretch>
            <a:fillRect/>
          </a:stretch>
        </p:blipFill>
        <p:spPr>
          <a:xfrm>
            <a:off x="8316913" y="6503988"/>
            <a:ext cx="285750" cy="287337"/>
          </a:xfrm>
          <a:prstGeom prst="rect">
            <a:avLst/>
          </a:prstGeom>
          <a:noFill/>
          <a:ln w="9525">
            <a:noFill/>
          </a:ln>
        </p:spPr>
      </p:pic>
      <p:sp>
        <p:nvSpPr>
          <p:cNvPr id="3" name="矩形 2"/>
          <p:cNvSpPr>
            <a:spLocks noRot="1" noChangeAspect="1" noMove="1" noResize="1" noEditPoints="1" noAdjustHandles="1" noChangeArrowheads="1" noChangeShapeType="1" noTextEdit="1"/>
          </p:cNvSpPr>
          <p:nvPr/>
        </p:nvSpPr>
        <p:spPr>
          <a:xfrm>
            <a:off x="1388110" y="1457325"/>
            <a:ext cx="4579620" cy="456565"/>
          </a:xfrm>
          <a:prstGeom prst="rect">
            <a:avLst/>
          </a:prstGeom>
          <a:blipFill>
            <a:blip r:embed="rId4"/>
            <a:stretch>
              <a:fillRect t="-10606" r="-304" b="-22727"/>
            </a:stretch>
          </a:blipFill>
          <a:ln>
            <a:solidFill>
              <a:srgbClr val="FFC000"/>
            </a:solidFill>
          </a:ln>
        </p:spPr>
        <p:txBody>
          <a:bodyPr/>
          <a:lstStyle/>
          <a:p>
            <a:r>
              <a:rPr lang="zh-CN" altLang="en-US">
                <a:noFill/>
              </a:rPr>
              <a:t> </a:t>
            </a:r>
            <a:endParaRPr lang="zh-CN" altLang="en-US">
              <a:noFill/>
            </a:endParaRPr>
          </a:p>
        </p:txBody>
      </p:sp>
      <p:pic>
        <p:nvPicPr>
          <p:cNvPr id="17417" name="图片 9"/>
          <p:cNvPicPr>
            <a:picLocks noChangeAspect="1"/>
          </p:cNvPicPr>
          <p:nvPr/>
        </p:nvPicPr>
        <p:blipFill>
          <a:blip r:embed="rId5"/>
          <a:stretch>
            <a:fillRect/>
          </a:stretch>
        </p:blipFill>
        <p:spPr>
          <a:xfrm>
            <a:off x="7143750" y="938213"/>
            <a:ext cx="1308100" cy="3228975"/>
          </a:xfrm>
          <a:prstGeom prst="rect">
            <a:avLst/>
          </a:prstGeom>
          <a:noFill/>
          <a:ln w="9525">
            <a:noFill/>
          </a:ln>
        </p:spPr>
      </p:pic>
      <p:sp>
        <p:nvSpPr>
          <p:cNvPr id="17418" name="矩形 3"/>
          <p:cNvSpPr/>
          <p:nvPr/>
        </p:nvSpPr>
        <p:spPr>
          <a:xfrm>
            <a:off x="6999288" y="4146550"/>
            <a:ext cx="1762125" cy="276225"/>
          </a:xfrm>
          <a:prstGeom prst="rect">
            <a:avLst/>
          </a:prstGeom>
          <a:noFill/>
          <a:ln w="9525">
            <a:noFill/>
          </a:ln>
        </p:spPr>
        <p:txBody>
          <a:bodyPr wrap="none">
            <a:spAutoFit/>
          </a:bodyPr>
          <a:p>
            <a:r>
              <a:rPr lang="zh-CN" altLang="zh-CN" sz="1200" dirty="0">
                <a:latin typeface="Times New Roman" panose="02020603050405020304" pitchFamily="18" charset="0"/>
              </a:rPr>
              <a:t>各点张力的计算示意图 </a:t>
            </a:r>
            <a:endParaRPr lang="zh-CN" altLang="en-US" sz="1200" dirty="0">
              <a:latin typeface="Times New Roman" panose="02020603050405020304" pitchFamily="18" charset="0"/>
            </a:endParaRPr>
          </a:p>
        </p:txBody>
      </p:sp>
      <p:sp>
        <p:nvSpPr>
          <p:cNvPr id="5" name="文本框 4"/>
          <p:cNvSpPr txBox="1">
            <a:spLocks noRot="1" noChangeAspect="1" noMove="1" noResize="1" noEditPoints="1" noAdjustHandles="1" noChangeArrowheads="1" noChangeShapeType="1" noTextEdit="1"/>
          </p:cNvSpPr>
          <p:nvPr/>
        </p:nvSpPr>
        <p:spPr>
          <a:xfrm>
            <a:off x="511810" y="2172335"/>
            <a:ext cx="6384925" cy="1477645"/>
          </a:xfrm>
          <a:prstGeom prst="rect">
            <a:avLst/>
          </a:prstGeom>
          <a:blipFill>
            <a:blip r:embed="rId6"/>
            <a:stretch>
              <a:fillRect l="-1074" r="-1563" b="-2893"/>
            </a:stretch>
          </a:blipFill>
        </p:spPr>
        <p:txBody>
          <a:bodyPr/>
          <a:lstStyle/>
          <a:p>
            <a:r>
              <a:rPr lang="zh-CN" altLang="en-US">
                <a:noFill/>
              </a:rPr>
              <a:t> </a:t>
            </a:r>
            <a:endParaRPr lang="zh-CN" altLang="en-US">
              <a:noFill/>
            </a:endParaRPr>
          </a:p>
        </p:txBody>
      </p:sp>
      <p:sp>
        <p:nvSpPr>
          <p:cNvPr id="6" name="矩形 5"/>
          <p:cNvSpPr>
            <a:spLocks noRot="1" noChangeAspect="1" noMove="1" noResize="1" noEditPoints="1" noAdjustHandles="1" noChangeArrowheads="1" noChangeShapeType="1" noTextEdit="1"/>
          </p:cNvSpPr>
          <p:nvPr/>
        </p:nvSpPr>
        <p:spPr>
          <a:xfrm>
            <a:off x="1539443" y="4387107"/>
            <a:ext cx="3438442" cy="400110"/>
          </a:xfrm>
          <a:prstGeom prst="rect">
            <a:avLst/>
          </a:prstGeom>
          <a:blipFill>
            <a:blip r:embed="rId7"/>
            <a:stretch>
              <a:fillRect t="-12308" r="-887" b="-24615"/>
            </a:stretch>
          </a:blipFill>
          <a:ln>
            <a:solidFill>
              <a:srgbClr val="FFC000"/>
            </a:solidFill>
          </a:ln>
        </p:spPr>
        <p:txBody>
          <a:bodyPr/>
          <a:lstStyle/>
          <a:p>
            <a:r>
              <a:rPr lang="zh-CN" altLang="en-US">
                <a:noFill/>
              </a:rPr>
              <a:t> </a:t>
            </a:r>
            <a:endParaRPr lang="zh-CN" altLang="en-US">
              <a:noFill/>
            </a:endParaRPr>
          </a:p>
        </p:txBody>
      </p:sp>
      <p:sp>
        <p:nvSpPr>
          <p:cNvPr id="7" name="矩形 6"/>
          <p:cNvSpPr>
            <a:spLocks noRot="1" noChangeAspect="1" noMove="1" noResize="1" noEditPoints="1" noAdjustHandles="1" noChangeArrowheads="1" noChangeShapeType="1" noTextEdit="1"/>
          </p:cNvSpPr>
          <p:nvPr/>
        </p:nvSpPr>
        <p:spPr>
          <a:xfrm>
            <a:off x="968375" y="4998720"/>
            <a:ext cx="7310120" cy="1052830"/>
          </a:xfrm>
          <a:prstGeom prst="rect">
            <a:avLst/>
          </a:prstGeom>
          <a:blipFill>
            <a:blip r:embed="rId8"/>
            <a:stretch>
              <a:fillRect l="-907" b="-4192"/>
            </a:stretch>
          </a:blipFill>
        </p:spPr>
        <p:txBody>
          <a:bodyPr/>
          <a:lstStyle/>
          <a:p>
            <a:r>
              <a:rPr lang="zh-CN" altLang="en-US">
                <a:noFill/>
              </a:rPr>
              <a:t> </a:t>
            </a:r>
            <a:endParaRPr lang="zh-CN" altLang="en-US">
              <a:noFill/>
            </a:endParaRPr>
          </a:p>
        </p:txBody>
      </p:sp>
      <p:sp>
        <p:nvSpPr>
          <p:cNvPr id="18" name="文本框 17"/>
          <p:cNvSpPr txBox="1"/>
          <p:nvPr>
            <p:custDataLst>
              <p:tags r:id="rId9"/>
            </p:custDataLst>
          </p:nvPr>
        </p:nvSpPr>
        <p:spPr>
          <a:xfrm>
            <a:off x="378460" y="896620"/>
            <a:ext cx="4335145" cy="398780"/>
          </a:xfrm>
          <a:prstGeom prst="rect">
            <a:avLst/>
          </a:prstGeom>
          <a:noFill/>
        </p:spPr>
        <p:txBody>
          <a:bodyPr wrap="square" rtlCol="0">
            <a:spAutoFit/>
          </a:bodyPr>
          <a:p>
            <a:r>
              <a:rPr lang="zh-CN" altLang="en-US">
                <a:solidFill>
                  <a:srgbClr val="FF0000"/>
                </a:solidFill>
                <a:latin typeface="黑体" panose="02010609060101010101" pitchFamily="49" charset="-122"/>
                <a:ea typeface="黑体" panose="02010609060101010101" pitchFamily="49" charset="-122"/>
                <a:cs typeface="黑体" panose="02010609060101010101" pitchFamily="49" charset="-122"/>
                <a:sym typeface="+mn-ea"/>
              </a:rPr>
              <a:t>点</a:t>
            </a:r>
            <a:r>
              <a:rPr lang="en-US" altLang="zh-CN">
                <a:solidFill>
                  <a:srgbClr val="FF0000"/>
                </a:solidFill>
                <a:latin typeface="黑体" panose="02010609060101010101" pitchFamily="49" charset="-122"/>
                <a:ea typeface="黑体" panose="02010609060101010101" pitchFamily="49" charset="-122"/>
                <a:cs typeface="黑体" panose="02010609060101010101" pitchFamily="49" charset="-122"/>
                <a:sym typeface="+mn-ea"/>
              </a:rPr>
              <a:t>3</a:t>
            </a:r>
            <a:r>
              <a:rPr lang="zh-CN" altLang="en-US">
                <a:solidFill>
                  <a:srgbClr val="FF0000"/>
                </a:solidFill>
                <a:latin typeface="黑体" panose="02010609060101010101" pitchFamily="49" charset="-122"/>
                <a:ea typeface="黑体" panose="02010609060101010101" pitchFamily="49" charset="-122"/>
                <a:cs typeface="黑体" panose="02010609060101010101" pitchFamily="49" charset="-122"/>
                <a:sym typeface="+mn-ea"/>
              </a:rPr>
              <a:t>处的张力</a:t>
            </a:r>
            <a:r>
              <a:rPr lang="en-US" altLang="zh-CN">
                <a:solidFill>
                  <a:srgbClr val="FF0000"/>
                </a:solidFill>
                <a:latin typeface="黑体" panose="02010609060101010101" pitchFamily="49" charset="-122"/>
                <a:ea typeface="黑体" panose="02010609060101010101" pitchFamily="49" charset="-122"/>
                <a:cs typeface="黑体" panose="02010609060101010101" pitchFamily="49" charset="-122"/>
                <a:sym typeface="+mn-ea"/>
              </a:rPr>
              <a:t>F</a:t>
            </a:r>
            <a:r>
              <a:rPr lang="en-US" altLang="zh-CN" baseline="-25000">
                <a:solidFill>
                  <a:srgbClr val="FF0000"/>
                </a:solidFill>
                <a:latin typeface="黑体" panose="02010609060101010101" pitchFamily="49" charset="-122"/>
                <a:ea typeface="黑体" panose="02010609060101010101" pitchFamily="49" charset="-122"/>
                <a:cs typeface="黑体" panose="02010609060101010101" pitchFamily="49" charset="-122"/>
                <a:sym typeface="+mn-ea"/>
              </a:rPr>
              <a:t>S3</a:t>
            </a:r>
            <a:endParaRPr lang="en-US" altLang="zh-CN" baseline="-25000">
              <a:solidFill>
                <a:srgbClr val="FF0000"/>
              </a:solidFill>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2" name="文本框 1"/>
          <p:cNvSpPr txBox="1"/>
          <p:nvPr>
            <p:custDataLst>
              <p:tags r:id="rId10"/>
            </p:custDataLst>
          </p:nvPr>
        </p:nvSpPr>
        <p:spPr>
          <a:xfrm>
            <a:off x="652780" y="3825240"/>
            <a:ext cx="4335145" cy="398780"/>
          </a:xfrm>
          <a:prstGeom prst="rect">
            <a:avLst/>
          </a:prstGeom>
          <a:noFill/>
        </p:spPr>
        <p:txBody>
          <a:bodyPr wrap="square" rtlCol="0">
            <a:spAutoFit/>
          </a:bodyPr>
          <a:p>
            <a:r>
              <a:rPr lang="zh-CN" altLang="en-US">
                <a:solidFill>
                  <a:srgbClr val="FF0000"/>
                </a:solidFill>
                <a:latin typeface="黑体" panose="02010609060101010101" pitchFamily="49" charset="-122"/>
                <a:ea typeface="黑体" panose="02010609060101010101" pitchFamily="49" charset="-122"/>
                <a:cs typeface="黑体" panose="02010609060101010101" pitchFamily="49" charset="-122"/>
                <a:sym typeface="+mn-ea"/>
              </a:rPr>
              <a:t>点</a:t>
            </a:r>
            <a:r>
              <a:rPr lang="en-US" altLang="zh-CN">
                <a:solidFill>
                  <a:srgbClr val="FF0000"/>
                </a:solidFill>
                <a:latin typeface="黑体" panose="02010609060101010101" pitchFamily="49" charset="-122"/>
                <a:ea typeface="黑体" panose="02010609060101010101" pitchFamily="49" charset="-122"/>
                <a:cs typeface="黑体" panose="02010609060101010101" pitchFamily="49" charset="-122"/>
                <a:sym typeface="+mn-ea"/>
              </a:rPr>
              <a:t>4</a:t>
            </a:r>
            <a:r>
              <a:rPr lang="zh-CN" altLang="en-US">
                <a:solidFill>
                  <a:srgbClr val="FF0000"/>
                </a:solidFill>
                <a:latin typeface="黑体" panose="02010609060101010101" pitchFamily="49" charset="-122"/>
                <a:ea typeface="黑体" panose="02010609060101010101" pitchFamily="49" charset="-122"/>
                <a:cs typeface="黑体" panose="02010609060101010101" pitchFamily="49" charset="-122"/>
                <a:sym typeface="+mn-ea"/>
              </a:rPr>
              <a:t>处的张力</a:t>
            </a:r>
            <a:r>
              <a:rPr lang="en-US" altLang="zh-CN">
                <a:solidFill>
                  <a:srgbClr val="FF0000"/>
                </a:solidFill>
                <a:latin typeface="黑体" panose="02010609060101010101" pitchFamily="49" charset="-122"/>
                <a:ea typeface="黑体" panose="02010609060101010101" pitchFamily="49" charset="-122"/>
                <a:cs typeface="黑体" panose="02010609060101010101" pitchFamily="49" charset="-122"/>
                <a:sym typeface="+mn-ea"/>
              </a:rPr>
              <a:t>F</a:t>
            </a:r>
            <a:r>
              <a:rPr lang="en-US" altLang="zh-CN" baseline="-25000">
                <a:solidFill>
                  <a:srgbClr val="FF0000"/>
                </a:solidFill>
                <a:latin typeface="黑体" panose="02010609060101010101" pitchFamily="49" charset="-122"/>
                <a:ea typeface="黑体" panose="02010609060101010101" pitchFamily="49" charset="-122"/>
                <a:cs typeface="黑体" panose="02010609060101010101" pitchFamily="49" charset="-122"/>
                <a:sym typeface="+mn-ea"/>
              </a:rPr>
              <a:t>S4</a:t>
            </a:r>
            <a:endParaRPr lang="en-US" altLang="zh-CN" baseline="-25000">
              <a:solidFill>
                <a:srgbClr val="FF0000"/>
              </a:solidFill>
              <a:latin typeface="黑体" panose="02010609060101010101" pitchFamily="49" charset="-122"/>
              <a:ea typeface="黑体" panose="02010609060101010101" pitchFamily="49" charset="-122"/>
              <a:cs typeface="黑体" panose="02010609060101010101" pitchFamily="49"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68964"/>
                                        </p:tgtEl>
                                        <p:attrNameLst>
                                          <p:attrName>style.visibility</p:attrName>
                                        </p:attrNameLst>
                                      </p:cBhvr>
                                      <p:to>
                                        <p:strVal val="visible"/>
                                      </p:to>
                                    </p:set>
                                    <p:anim calcmode="lin" valueType="num">
                                      <p:cBhvr additive="base">
                                        <p:cTn id="7" dur="500" fill="hold"/>
                                        <p:tgtEl>
                                          <p:spTgt spid="168964"/>
                                        </p:tgtEl>
                                        <p:attrNameLst>
                                          <p:attrName>ppt_x</p:attrName>
                                        </p:attrNameLst>
                                      </p:cBhvr>
                                      <p:tavLst>
                                        <p:tav tm="0">
                                          <p:val>
                                            <p:strVal val="0-#ppt_w/2"/>
                                          </p:val>
                                        </p:tav>
                                        <p:tav tm="100000">
                                          <p:val>
                                            <p:strVal val="#ppt_x"/>
                                          </p:val>
                                        </p:tav>
                                      </p:tavLst>
                                    </p:anim>
                                    <p:anim calcmode="lin" valueType="num">
                                      <p:cBhvr additive="base">
                                        <p:cTn id="8" dur="500" fill="hold"/>
                                        <p:tgtEl>
                                          <p:spTgt spid="16896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68975"/>
                                        </p:tgtEl>
                                        <p:attrNameLst>
                                          <p:attrName>style.visibility</p:attrName>
                                        </p:attrNameLst>
                                      </p:cBhvr>
                                      <p:to>
                                        <p:strVal val="visible"/>
                                      </p:to>
                                    </p:set>
                                    <p:anim calcmode="lin" valueType="num">
                                      <p:cBhvr additive="base">
                                        <p:cTn id="13" dur="500" fill="hold"/>
                                        <p:tgtEl>
                                          <p:spTgt spid="168975"/>
                                        </p:tgtEl>
                                        <p:attrNameLst>
                                          <p:attrName>ppt_x</p:attrName>
                                        </p:attrNameLst>
                                      </p:cBhvr>
                                      <p:tavLst>
                                        <p:tav tm="0">
                                          <p:val>
                                            <p:strVal val="0-#ppt_w/2"/>
                                          </p:val>
                                        </p:tav>
                                        <p:tav tm="100000">
                                          <p:val>
                                            <p:strVal val="#ppt_x"/>
                                          </p:val>
                                        </p:tav>
                                      </p:tavLst>
                                    </p:anim>
                                    <p:anim calcmode="lin" valueType="num">
                                      <p:cBhvr additive="base">
                                        <p:cTn id="14" dur="500" fill="hold"/>
                                        <p:tgtEl>
                                          <p:spTgt spid="16897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wipe(left)">
                                      <p:cBhvr>
                                        <p:cTn id="19" dur="500"/>
                                        <p:tgtEl>
                                          <p:spTgt spid="18"/>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wipe(left)">
                                      <p:cBhvr>
                                        <p:cTn id="24" dur="500"/>
                                        <p:tgtEl>
                                          <p:spTgt spid="3"/>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wipe(up)">
                                      <p:cBhvr>
                                        <p:cTn id="29" dur="500"/>
                                        <p:tgtEl>
                                          <p:spTgt spid="5"/>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2"/>
                                        </p:tgtEl>
                                        <p:attrNameLst>
                                          <p:attrName>style.visibility</p:attrName>
                                        </p:attrNameLst>
                                      </p:cBhvr>
                                      <p:to>
                                        <p:strVal val="visible"/>
                                      </p:to>
                                    </p:set>
                                    <p:animEffect transition="in" filter="wipe(left)">
                                      <p:cBhvr>
                                        <p:cTn id="3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75" grpId="0"/>
      <p:bldP spid="18" grpId="0"/>
      <p:bldP spid="3" grpId="0" animBg="1"/>
      <p:bldP spid="5" grpId="0" animBg="1"/>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a:spLocks noGrp="1"/>
          </p:cNvSpPr>
          <p:nvPr>
            <p:ph type="title"/>
          </p:nvPr>
        </p:nvSpPr>
        <p:spPr>
          <a:xfrm>
            <a:off x="7010400" y="838200"/>
            <a:ext cx="1447800" cy="228600"/>
          </a:xfrm>
          <a:noFill/>
          <a:ln>
            <a:noFill/>
          </a:ln>
        </p:spPr>
        <p:txBody>
          <a:bodyPr/>
          <a:p>
            <a:pPr eaLnBrk="1" hangingPunct="1"/>
            <a:r>
              <a:rPr lang="zh-CN" altLang="en-US" sz="800" dirty="0">
                <a:solidFill>
                  <a:schemeClr val="bg1"/>
                </a:solidFill>
              </a:rPr>
              <a:t>第二节</a:t>
            </a:r>
            <a:endParaRPr lang="zh-CN" altLang="en-US" sz="800" dirty="0">
              <a:solidFill>
                <a:schemeClr val="bg1"/>
              </a:solidFill>
            </a:endParaRPr>
          </a:p>
        </p:txBody>
      </p:sp>
      <p:pic>
        <p:nvPicPr>
          <p:cNvPr id="168964" name="Picture 4" descr="rewind1">
            <a:hlinkClick r:id="" action="ppaction://hlinkshowjump?jump=firstslide"/>
          </p:cNvPr>
          <p:cNvPicPr>
            <a:picLocks noChangeAspect="1"/>
          </p:cNvPicPr>
          <p:nvPr/>
        </p:nvPicPr>
        <p:blipFill>
          <a:blip r:embed="rId1"/>
          <a:stretch>
            <a:fillRect/>
          </a:stretch>
        </p:blipFill>
        <p:spPr>
          <a:xfrm>
            <a:off x="7985125" y="6503988"/>
            <a:ext cx="287338" cy="287337"/>
          </a:xfrm>
          <a:prstGeom prst="rect">
            <a:avLst/>
          </a:prstGeom>
          <a:noFill/>
          <a:ln w="9525">
            <a:noFill/>
          </a:ln>
        </p:spPr>
      </p:pic>
      <p:sp>
        <p:nvSpPr>
          <p:cNvPr id="168975" name="Text Box 15"/>
          <p:cNvSpPr txBox="1"/>
          <p:nvPr/>
        </p:nvSpPr>
        <p:spPr>
          <a:xfrm>
            <a:off x="6608763" y="6099175"/>
            <a:ext cx="279400" cy="549275"/>
          </a:xfrm>
          <a:prstGeom prst="rect">
            <a:avLst/>
          </a:prstGeom>
          <a:noFill/>
          <a:ln w="9525">
            <a:noFill/>
          </a:ln>
        </p:spPr>
        <p:txBody>
          <a:bodyPr wrap="none">
            <a:spAutoFit/>
          </a:bodyPr>
          <a:p>
            <a:pPr eaLnBrk="1" hangingPunct="1"/>
            <a:r>
              <a:rPr lang="en-US" altLang="zh-CN" sz="3000" dirty="0">
                <a:latin typeface="Times New Roman" panose="02020603050405020304" pitchFamily="18" charset="0"/>
              </a:rPr>
              <a:t> </a:t>
            </a:r>
            <a:endParaRPr lang="en-US" altLang="zh-CN" sz="3000" dirty="0">
              <a:latin typeface="Times New Roman" panose="02020603050405020304" pitchFamily="18" charset="0"/>
            </a:endParaRPr>
          </a:p>
        </p:txBody>
      </p:sp>
      <p:sp>
        <p:nvSpPr>
          <p:cNvPr id="18437" name="文本框 3"/>
          <p:cNvSpPr txBox="1"/>
          <p:nvPr/>
        </p:nvSpPr>
        <p:spPr>
          <a:xfrm>
            <a:off x="904558" y="68580"/>
            <a:ext cx="3775075" cy="522288"/>
          </a:xfrm>
          <a:prstGeom prst="rect">
            <a:avLst/>
          </a:prstGeom>
          <a:noFill/>
          <a:ln w="9525">
            <a:noFill/>
          </a:ln>
        </p:spPr>
        <p:txBody>
          <a:bodyPr wrap="none">
            <a:spAutoFit/>
          </a:bodyPr>
          <a:p>
            <a:r>
              <a:rPr lang="zh-CN" altLang="en-US" sz="2800" dirty="0">
                <a:solidFill>
                  <a:schemeClr val="bg1"/>
                </a:solidFill>
                <a:latin typeface="黑体" panose="02010609060101010101" pitchFamily="49" charset="-122"/>
                <a:ea typeface="黑体" panose="02010609060101010101" pitchFamily="49" charset="-122"/>
              </a:rPr>
              <a:t>斗式提升机的设计计算</a:t>
            </a:r>
            <a:endParaRPr lang="zh-CN" altLang="en-US" sz="2800" dirty="0">
              <a:solidFill>
                <a:schemeClr val="bg1"/>
              </a:solidFill>
              <a:latin typeface="黑体" panose="02010609060101010101" pitchFamily="49" charset="-122"/>
              <a:ea typeface="黑体" panose="02010609060101010101" pitchFamily="49" charset="-122"/>
            </a:endParaRPr>
          </a:p>
        </p:txBody>
      </p:sp>
      <p:pic>
        <p:nvPicPr>
          <p:cNvPr id="18438" name="Picture 21" descr="NEXT1">
            <a:hlinkClick r:id="" action="ppaction://hlinkshowjump?jump=nextslide"/>
          </p:cNvPr>
          <p:cNvPicPr>
            <a:picLocks noChangeAspect="1"/>
          </p:cNvPicPr>
          <p:nvPr/>
        </p:nvPicPr>
        <p:blipFill>
          <a:blip r:embed="rId2"/>
          <a:stretch>
            <a:fillRect/>
          </a:stretch>
        </p:blipFill>
        <p:spPr>
          <a:xfrm>
            <a:off x="8647113" y="6503988"/>
            <a:ext cx="287337" cy="287337"/>
          </a:xfrm>
          <a:prstGeom prst="rect">
            <a:avLst/>
          </a:prstGeom>
          <a:noFill/>
          <a:ln w="9525">
            <a:noFill/>
          </a:ln>
        </p:spPr>
      </p:pic>
      <p:pic>
        <p:nvPicPr>
          <p:cNvPr id="18439" name="Picture 471" descr="back1">
            <a:hlinkClick r:id="" action="ppaction://hlinkshowjump?jump=previousslide"/>
          </p:cNvPr>
          <p:cNvPicPr>
            <a:picLocks noChangeAspect="1"/>
          </p:cNvPicPr>
          <p:nvPr/>
        </p:nvPicPr>
        <p:blipFill>
          <a:blip r:embed="rId3"/>
          <a:stretch>
            <a:fillRect/>
          </a:stretch>
        </p:blipFill>
        <p:spPr>
          <a:xfrm>
            <a:off x="8316913" y="6503988"/>
            <a:ext cx="285750" cy="287337"/>
          </a:xfrm>
          <a:prstGeom prst="rect">
            <a:avLst/>
          </a:prstGeom>
          <a:noFill/>
          <a:ln w="9525">
            <a:noFill/>
          </a:ln>
        </p:spPr>
      </p:pic>
      <p:pic>
        <p:nvPicPr>
          <p:cNvPr id="18440" name="图片 9"/>
          <p:cNvPicPr>
            <a:picLocks noChangeAspect="1"/>
          </p:cNvPicPr>
          <p:nvPr/>
        </p:nvPicPr>
        <p:blipFill>
          <a:blip r:embed="rId4"/>
          <a:stretch>
            <a:fillRect/>
          </a:stretch>
        </p:blipFill>
        <p:spPr>
          <a:xfrm>
            <a:off x="7143750" y="938213"/>
            <a:ext cx="1308100" cy="3228975"/>
          </a:xfrm>
          <a:prstGeom prst="rect">
            <a:avLst/>
          </a:prstGeom>
          <a:noFill/>
          <a:ln w="9525">
            <a:noFill/>
          </a:ln>
        </p:spPr>
      </p:pic>
      <p:sp>
        <p:nvSpPr>
          <p:cNvPr id="18441" name="矩形 3"/>
          <p:cNvSpPr/>
          <p:nvPr/>
        </p:nvSpPr>
        <p:spPr>
          <a:xfrm>
            <a:off x="6999288" y="4146550"/>
            <a:ext cx="1762125" cy="276225"/>
          </a:xfrm>
          <a:prstGeom prst="rect">
            <a:avLst/>
          </a:prstGeom>
          <a:noFill/>
          <a:ln w="9525">
            <a:noFill/>
          </a:ln>
        </p:spPr>
        <p:txBody>
          <a:bodyPr wrap="none">
            <a:spAutoFit/>
          </a:bodyPr>
          <a:p>
            <a:r>
              <a:rPr lang="zh-CN" altLang="zh-CN" sz="1200" dirty="0">
                <a:latin typeface="Times New Roman" panose="02020603050405020304" pitchFamily="18" charset="0"/>
              </a:rPr>
              <a:t>各点张力的计算示意图 </a:t>
            </a:r>
            <a:endParaRPr lang="zh-CN" altLang="en-US" sz="1200" dirty="0">
              <a:latin typeface="Times New Roman" panose="02020603050405020304" pitchFamily="18" charset="0"/>
            </a:endParaRPr>
          </a:p>
        </p:txBody>
      </p:sp>
      <p:sp>
        <p:nvSpPr>
          <p:cNvPr id="18442" name="文本框 1"/>
          <p:cNvSpPr txBox="1"/>
          <p:nvPr/>
        </p:nvSpPr>
        <p:spPr>
          <a:xfrm>
            <a:off x="766445" y="2558415"/>
            <a:ext cx="5690235" cy="460375"/>
          </a:xfrm>
          <a:prstGeom prst="rect">
            <a:avLst/>
          </a:prstGeom>
          <a:noFill/>
          <a:ln w="9525">
            <a:noFill/>
          </a:ln>
        </p:spPr>
        <p:txBody>
          <a:bodyPr wrap="square">
            <a:spAutoFit/>
          </a:bodyPr>
          <a:p>
            <a:r>
              <a:rPr lang="zh-CN" altLang="zh-CN" sz="2400" dirty="0">
                <a:solidFill>
                  <a:srgbClr val="C00000"/>
                </a:solidFill>
                <a:latin typeface="黑体" panose="02010609060101010101" pitchFamily="49" charset="-122"/>
                <a:ea typeface="黑体" panose="02010609060101010101" pitchFamily="49" charset="-122"/>
              </a:rPr>
              <a:t>斗提机驱动轴上的圆周力（工作阻力）：</a:t>
            </a:r>
            <a:endParaRPr lang="zh-CN" altLang="zh-CN" sz="2400" dirty="0">
              <a:solidFill>
                <a:srgbClr val="C00000"/>
              </a:solidFill>
              <a:latin typeface="黑体" panose="02010609060101010101" pitchFamily="49" charset="-122"/>
              <a:ea typeface="黑体" panose="02010609060101010101" pitchFamily="49" charset="-122"/>
            </a:endParaRPr>
          </a:p>
        </p:txBody>
      </p:sp>
      <p:sp>
        <p:nvSpPr>
          <p:cNvPr id="12" name="文本框 11"/>
          <p:cNvSpPr txBox="1">
            <a:spLocks noRot="1" noChangeAspect="1" noMove="1" noResize="1" noEditPoints="1" noAdjustHandles="1" noChangeArrowheads="1" noChangeShapeType="1" noTextEdit="1"/>
          </p:cNvSpPr>
          <p:nvPr/>
        </p:nvSpPr>
        <p:spPr>
          <a:xfrm>
            <a:off x="1656080" y="3124835"/>
            <a:ext cx="3359150" cy="551180"/>
          </a:xfrm>
          <a:prstGeom prst="rect">
            <a:avLst/>
          </a:prstGeom>
          <a:blipFill>
            <a:blip r:embed="rId5"/>
            <a:stretch>
              <a:fillRect l="-250" t="-9091" b="-25758"/>
            </a:stretch>
          </a:blipFill>
          <a:ln w="12700">
            <a:solidFill>
              <a:srgbClr val="FFC000"/>
            </a:solidFill>
          </a:ln>
        </p:spPr>
        <p:txBody>
          <a:bodyPr/>
          <a:lstStyle/>
          <a:p>
            <a:r>
              <a:rPr lang="zh-CN" altLang="en-US">
                <a:noFill/>
              </a:rPr>
              <a:t> </a:t>
            </a:r>
            <a:endParaRPr lang="zh-CN" altLang="en-US">
              <a:noFill/>
            </a:endParaRPr>
          </a:p>
        </p:txBody>
      </p:sp>
      <p:sp>
        <p:nvSpPr>
          <p:cNvPr id="18444" name="文本框 12"/>
          <p:cNvSpPr txBox="1"/>
          <p:nvPr/>
        </p:nvSpPr>
        <p:spPr>
          <a:xfrm>
            <a:off x="1241425" y="3927475"/>
            <a:ext cx="4360863" cy="400050"/>
          </a:xfrm>
          <a:prstGeom prst="rect">
            <a:avLst/>
          </a:prstGeom>
          <a:noFill/>
          <a:ln w="9525">
            <a:noFill/>
          </a:ln>
        </p:spPr>
        <p:txBody>
          <a:bodyPr wrap="none">
            <a:spAutoFit/>
          </a:bodyPr>
          <a:p>
            <a:r>
              <a:rPr lang="zh-CN" altLang="zh-CN" dirty="0">
                <a:latin typeface="Times New Roman" panose="02020603050405020304" pitchFamily="18" charset="0"/>
              </a:rPr>
              <a:t>式中：</a:t>
            </a:r>
            <a:r>
              <a:rPr lang="en-US" altLang="zh-CN" dirty="0">
                <a:latin typeface="Times New Roman" panose="02020603050405020304" pitchFamily="18" charset="0"/>
              </a:rPr>
              <a:t>F</a:t>
            </a:r>
            <a:r>
              <a:rPr lang="zh-CN" altLang="zh-CN" dirty="0">
                <a:latin typeface="Times New Roman" panose="02020603050405020304" pitchFamily="18" charset="0"/>
              </a:rPr>
              <a:t>——主轴上的圆周力（</a:t>
            </a:r>
            <a:r>
              <a:rPr lang="en-US" altLang="zh-CN" dirty="0">
                <a:latin typeface="Times New Roman" panose="02020603050405020304" pitchFamily="18" charset="0"/>
              </a:rPr>
              <a:t>N</a:t>
            </a:r>
            <a:r>
              <a:rPr lang="zh-CN" altLang="zh-CN" dirty="0">
                <a:latin typeface="Times New Roman" panose="02020603050405020304" pitchFamily="18" charset="0"/>
              </a:rPr>
              <a:t>）。</a:t>
            </a:r>
            <a:endParaRPr lang="zh-CN" altLang="zh-CN" dirty="0">
              <a:latin typeface="Times New Roman" panose="02020603050405020304" pitchFamily="18" charset="0"/>
            </a:endParaRPr>
          </a:p>
        </p:txBody>
      </p:sp>
      <p:sp>
        <p:nvSpPr>
          <p:cNvPr id="5" name="矩形 4"/>
          <p:cNvSpPr>
            <a:spLocks noRot="1" noChangeAspect="1" noMove="1" noResize="1" noEditPoints="1" noAdjustHandles="1" noChangeArrowheads="1" noChangeShapeType="1" noTextEdit="1"/>
          </p:cNvSpPr>
          <p:nvPr/>
        </p:nvSpPr>
        <p:spPr>
          <a:xfrm>
            <a:off x="1181110" y="752300"/>
            <a:ext cx="3029612" cy="400110"/>
          </a:xfrm>
          <a:prstGeom prst="rect">
            <a:avLst/>
          </a:prstGeom>
          <a:blipFill>
            <a:blip r:embed="rId6"/>
            <a:stretch>
              <a:fillRect b="-3077"/>
            </a:stretch>
          </a:blipFill>
        </p:spPr>
        <p:txBody>
          <a:bodyPr/>
          <a:p>
            <a:r>
              <a:rPr lang="zh-CN" altLang="en-US">
                <a:noFill/>
              </a:rPr>
              <a:t> </a:t>
            </a:r>
            <a:endParaRPr lang="zh-CN" altLang="en-US">
              <a:noFill/>
            </a:endParaRPr>
          </a:p>
        </p:txBody>
      </p:sp>
      <p:sp>
        <p:nvSpPr>
          <p:cNvPr id="3" name="矩形 2"/>
          <p:cNvSpPr>
            <a:spLocks noRot="1" noChangeAspect="1" noMove="1" noResize="1" noEditPoints="1" noAdjustHandles="1" noChangeArrowheads="1" noChangeShapeType="1" noTextEdit="1"/>
          </p:cNvSpPr>
          <p:nvPr/>
        </p:nvSpPr>
        <p:spPr>
          <a:xfrm>
            <a:off x="1181100" y="1290955"/>
            <a:ext cx="4579620" cy="456565"/>
          </a:xfrm>
          <a:prstGeom prst="rect">
            <a:avLst/>
          </a:prstGeom>
          <a:blipFill>
            <a:blip r:embed="rId7"/>
            <a:stretch>
              <a:fillRect t="-10606" r="-304" b="-22727"/>
            </a:stretch>
          </a:blipFill>
        </p:spPr>
        <p:txBody>
          <a:bodyPr/>
          <a:p>
            <a:r>
              <a:rPr lang="zh-CN" altLang="en-US">
                <a:noFill/>
              </a:rPr>
              <a:t> </a:t>
            </a:r>
            <a:endParaRPr lang="zh-CN" altLang="en-US">
              <a:noFill/>
            </a:endParaRPr>
          </a:p>
        </p:txBody>
      </p:sp>
      <p:sp>
        <p:nvSpPr>
          <p:cNvPr id="6" name="矩形 5"/>
          <p:cNvSpPr>
            <a:spLocks noRot="1" noChangeAspect="1" noMove="1" noResize="1" noEditPoints="1" noAdjustHandles="1" noChangeArrowheads="1" noChangeShapeType="1" noTextEdit="1"/>
          </p:cNvSpPr>
          <p:nvPr/>
        </p:nvSpPr>
        <p:spPr>
          <a:xfrm>
            <a:off x="1241425" y="1813560"/>
            <a:ext cx="4005580" cy="466090"/>
          </a:xfrm>
          <a:prstGeom prst="rect">
            <a:avLst/>
          </a:prstGeom>
          <a:blipFill>
            <a:blip r:embed="rId8"/>
            <a:stretch>
              <a:fillRect t="-12308" r="-887" b="-24615"/>
            </a:stretch>
          </a:blipFill>
        </p:spPr>
        <p:txBody>
          <a:bodyPr/>
          <a:p>
            <a:r>
              <a:rPr lang="zh-CN" altLang="en-US">
                <a:noFill/>
              </a:rPr>
              <a:t> </a:t>
            </a:r>
            <a:endParaRPr lang="zh-CN" altLang="en-US">
              <a:noFill/>
            </a:endParaRPr>
          </a:p>
        </p:txBody>
      </p:sp>
      <p:sp>
        <p:nvSpPr>
          <p:cNvPr id="8" name="文本框 7"/>
          <p:cNvSpPr txBox="1">
            <a:spLocks noRot="1" noChangeAspect="1" noMove="1" noResize="1" noEditPoints="1" noAdjustHandles="1" noChangeArrowheads="1" noChangeShapeType="1" noTextEdit="1"/>
          </p:cNvSpPr>
          <p:nvPr/>
        </p:nvSpPr>
        <p:spPr>
          <a:xfrm>
            <a:off x="502219" y="4422519"/>
            <a:ext cx="8259249" cy="960969"/>
          </a:xfrm>
          <a:prstGeom prst="rect">
            <a:avLst/>
          </a:prstGeom>
          <a:blipFill>
            <a:blip r:embed="rId9"/>
            <a:stretch>
              <a:fillRect l="-738" b="-10127"/>
            </a:stretch>
          </a:blipFill>
        </p:spPr>
        <p:txBody>
          <a:bodyPr/>
          <a:p>
            <a:r>
              <a:rPr lang="zh-CN" altLang="en-US">
                <a:noFill/>
              </a:rPr>
              <a:t> </a:t>
            </a:r>
            <a:endParaRPr lang="zh-CN" altLang="en-US">
              <a:noFill/>
            </a:endParaRPr>
          </a:p>
        </p:txBody>
      </p:sp>
      <p:sp>
        <p:nvSpPr>
          <p:cNvPr id="9" name="文本框 8"/>
          <p:cNvSpPr txBox="1">
            <a:spLocks noRot="1" noChangeAspect="1" noMove="1" noResize="1" noEditPoints="1" noAdjustHandles="1" noChangeArrowheads="1" noChangeShapeType="1" noTextEdit="1"/>
          </p:cNvSpPr>
          <p:nvPr/>
        </p:nvSpPr>
        <p:spPr>
          <a:xfrm>
            <a:off x="2299970" y="5105400"/>
            <a:ext cx="2894965" cy="476885"/>
          </a:xfrm>
          <a:prstGeom prst="rect">
            <a:avLst/>
          </a:prstGeom>
          <a:blipFill>
            <a:blip r:embed="rId10"/>
            <a:stretch>
              <a:fillRect t="-7576" r="-2010" b="-25758"/>
            </a:stretch>
          </a:blipFill>
          <a:ln>
            <a:solidFill>
              <a:srgbClr val="FFC000"/>
            </a:solidFill>
          </a:ln>
        </p:spPr>
        <p:txBody>
          <a:bodyPr/>
          <a:p>
            <a:r>
              <a:rPr lang="zh-CN" altLang="en-US">
                <a:noFill/>
              </a:rPr>
              <a:t> </a:t>
            </a:r>
            <a:endParaRPr lang="zh-CN" altLang="en-US">
              <a:noFill/>
            </a:endParaRPr>
          </a:p>
        </p:txBody>
      </p:sp>
      <p:sp>
        <p:nvSpPr>
          <p:cNvPr id="11" name="文本框 10"/>
          <p:cNvSpPr txBox="1">
            <a:spLocks noRot="1" noChangeAspect="1" noMove="1" noResize="1" noEditPoints="1" noAdjustHandles="1" noChangeArrowheads="1" noChangeShapeType="1" noTextEdit="1"/>
          </p:cNvSpPr>
          <p:nvPr/>
        </p:nvSpPr>
        <p:spPr>
          <a:xfrm>
            <a:off x="1353933" y="5755587"/>
            <a:ext cx="5287473" cy="400110"/>
          </a:xfrm>
          <a:prstGeom prst="rect">
            <a:avLst/>
          </a:prstGeom>
          <a:blipFill>
            <a:blip r:embed="rId11"/>
            <a:stretch>
              <a:fillRect l="-1269" t="-7576" r="-692" b="-25758"/>
            </a:stretch>
          </a:blipFill>
        </p:spPr>
        <p:txBody>
          <a:bodyPr/>
          <a:p>
            <a:r>
              <a:rPr lang="zh-CN" altLang="en-US">
                <a:noFill/>
              </a:rPr>
              <a:t> </a:t>
            </a:r>
            <a:endParaRPr lang="zh-CN" altLang="en-US">
              <a:no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68964"/>
                                        </p:tgtEl>
                                        <p:attrNameLst>
                                          <p:attrName>style.visibility</p:attrName>
                                        </p:attrNameLst>
                                      </p:cBhvr>
                                      <p:to>
                                        <p:strVal val="visible"/>
                                      </p:to>
                                    </p:set>
                                    <p:anim calcmode="lin" valueType="num">
                                      <p:cBhvr additive="base">
                                        <p:cTn id="7" dur="500" fill="hold"/>
                                        <p:tgtEl>
                                          <p:spTgt spid="168964"/>
                                        </p:tgtEl>
                                        <p:attrNameLst>
                                          <p:attrName>ppt_x</p:attrName>
                                        </p:attrNameLst>
                                      </p:cBhvr>
                                      <p:tavLst>
                                        <p:tav tm="0">
                                          <p:val>
                                            <p:strVal val="0-#ppt_w/2"/>
                                          </p:val>
                                        </p:tav>
                                        <p:tav tm="100000">
                                          <p:val>
                                            <p:strVal val="#ppt_x"/>
                                          </p:val>
                                        </p:tav>
                                      </p:tavLst>
                                    </p:anim>
                                    <p:anim calcmode="lin" valueType="num">
                                      <p:cBhvr additive="base">
                                        <p:cTn id="8" dur="500" fill="hold"/>
                                        <p:tgtEl>
                                          <p:spTgt spid="16896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68975"/>
                                        </p:tgtEl>
                                        <p:attrNameLst>
                                          <p:attrName>style.visibility</p:attrName>
                                        </p:attrNameLst>
                                      </p:cBhvr>
                                      <p:to>
                                        <p:strVal val="visible"/>
                                      </p:to>
                                    </p:set>
                                    <p:anim calcmode="lin" valueType="num">
                                      <p:cBhvr additive="base">
                                        <p:cTn id="13" dur="500" fill="hold"/>
                                        <p:tgtEl>
                                          <p:spTgt spid="168975"/>
                                        </p:tgtEl>
                                        <p:attrNameLst>
                                          <p:attrName>ppt_x</p:attrName>
                                        </p:attrNameLst>
                                      </p:cBhvr>
                                      <p:tavLst>
                                        <p:tav tm="0">
                                          <p:val>
                                            <p:strVal val="0-#ppt_w/2"/>
                                          </p:val>
                                        </p:tav>
                                        <p:tav tm="100000">
                                          <p:val>
                                            <p:strVal val="#ppt_x"/>
                                          </p:val>
                                        </p:tav>
                                      </p:tavLst>
                                    </p:anim>
                                    <p:anim calcmode="lin" valueType="num">
                                      <p:cBhvr additive="base">
                                        <p:cTn id="14" dur="500" fill="hold"/>
                                        <p:tgtEl>
                                          <p:spTgt spid="16897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ipe(left)">
                                      <p:cBhvr>
                                        <p:cTn id="19" dur="500"/>
                                        <p:tgtEl>
                                          <p:spTgt spid="5"/>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left)">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8442"/>
                                        </p:tgtEl>
                                        <p:attrNameLst>
                                          <p:attrName>style.visibility</p:attrName>
                                        </p:attrNameLst>
                                      </p:cBhvr>
                                      <p:to>
                                        <p:strVal val="visible"/>
                                      </p:to>
                                    </p:set>
                                    <p:animEffect transition="in" filter="wipe(left)">
                                      <p:cBhvr>
                                        <p:cTn id="30" dur="500"/>
                                        <p:tgtEl>
                                          <p:spTgt spid="18442"/>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wipe(left)">
                                      <p:cBhvr>
                                        <p:cTn id="35" dur="5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8444"/>
                                        </p:tgtEl>
                                        <p:attrNameLst>
                                          <p:attrName>style.visibility</p:attrName>
                                        </p:attrNameLst>
                                      </p:cBhvr>
                                      <p:to>
                                        <p:strVal val="visible"/>
                                      </p:to>
                                    </p:set>
                                    <p:animEffect transition="in" filter="wipe(left)">
                                      <p:cBhvr>
                                        <p:cTn id="40" dur="500"/>
                                        <p:tgtEl>
                                          <p:spTgt spid="18444"/>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wipe(left)">
                                      <p:cBhvr>
                                        <p:cTn id="45" dur="500"/>
                                        <p:tgtEl>
                                          <p:spTgt spid="8"/>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9"/>
                                        </p:tgtEl>
                                        <p:attrNameLst>
                                          <p:attrName>style.visibility</p:attrName>
                                        </p:attrNameLst>
                                      </p:cBhvr>
                                      <p:to>
                                        <p:strVal val="visible"/>
                                      </p:to>
                                    </p:set>
                                    <p:animEffect transition="in" filter="wipe(left)">
                                      <p:cBhvr>
                                        <p:cTn id="50" dur="500"/>
                                        <p:tgtEl>
                                          <p:spTgt spid="9"/>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11"/>
                                        </p:tgtEl>
                                        <p:attrNameLst>
                                          <p:attrName>style.visibility</p:attrName>
                                        </p:attrNameLst>
                                      </p:cBhvr>
                                      <p:to>
                                        <p:strVal val="visible"/>
                                      </p:to>
                                    </p:set>
                                    <p:animEffect transition="in" filter="wipe(left)">
                                      <p:cBhvr>
                                        <p:cTn id="5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75" grpId="0"/>
      <p:bldP spid="5" grpId="0" animBg="1"/>
      <p:bldP spid="3" grpId="0" animBg="1"/>
      <p:bldP spid="6" grpId="0" animBg="1"/>
      <p:bldP spid="18442" grpId="0"/>
      <p:bldP spid="12" grpId="0" bldLvl="0" animBg="1"/>
      <p:bldP spid="18444" grpId="0"/>
      <p:bldP spid="8" grpId="0" animBg="1"/>
      <p:bldP spid="9" grpId="0" bldLvl="0" animBg="1"/>
      <p:bldP spid="1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a:spLocks noGrp="1"/>
          </p:cNvSpPr>
          <p:nvPr>
            <p:ph type="title"/>
          </p:nvPr>
        </p:nvSpPr>
        <p:spPr>
          <a:xfrm>
            <a:off x="7010400" y="838200"/>
            <a:ext cx="1447800" cy="228600"/>
          </a:xfrm>
          <a:noFill/>
          <a:ln>
            <a:noFill/>
          </a:ln>
        </p:spPr>
        <p:txBody>
          <a:bodyPr/>
          <a:p>
            <a:pPr eaLnBrk="1" hangingPunct="1"/>
            <a:r>
              <a:rPr lang="zh-CN" altLang="en-US" sz="800" dirty="0">
                <a:solidFill>
                  <a:schemeClr val="bg1"/>
                </a:solidFill>
              </a:rPr>
              <a:t>第二节</a:t>
            </a:r>
            <a:endParaRPr lang="zh-CN" altLang="en-US" sz="800" dirty="0">
              <a:solidFill>
                <a:schemeClr val="bg1"/>
              </a:solidFill>
            </a:endParaRPr>
          </a:p>
        </p:txBody>
      </p:sp>
      <p:pic>
        <p:nvPicPr>
          <p:cNvPr id="168964" name="Picture 4" descr="rewind1">
            <a:hlinkClick r:id="" action="ppaction://hlinkshowjump?jump=firstslide"/>
          </p:cNvPr>
          <p:cNvPicPr>
            <a:picLocks noChangeAspect="1"/>
          </p:cNvPicPr>
          <p:nvPr/>
        </p:nvPicPr>
        <p:blipFill>
          <a:blip r:embed="rId1"/>
          <a:stretch>
            <a:fillRect/>
          </a:stretch>
        </p:blipFill>
        <p:spPr>
          <a:xfrm>
            <a:off x="7985125" y="6503988"/>
            <a:ext cx="287338" cy="287337"/>
          </a:xfrm>
          <a:prstGeom prst="rect">
            <a:avLst/>
          </a:prstGeom>
          <a:noFill/>
          <a:ln w="9525">
            <a:noFill/>
          </a:ln>
        </p:spPr>
      </p:pic>
      <p:sp>
        <p:nvSpPr>
          <p:cNvPr id="168975" name="Text Box 15"/>
          <p:cNvSpPr txBox="1"/>
          <p:nvPr/>
        </p:nvSpPr>
        <p:spPr>
          <a:xfrm>
            <a:off x="6608763" y="6099175"/>
            <a:ext cx="279400" cy="549275"/>
          </a:xfrm>
          <a:prstGeom prst="rect">
            <a:avLst/>
          </a:prstGeom>
          <a:noFill/>
          <a:ln w="9525">
            <a:noFill/>
          </a:ln>
        </p:spPr>
        <p:txBody>
          <a:bodyPr wrap="none">
            <a:spAutoFit/>
          </a:bodyPr>
          <a:p>
            <a:pPr eaLnBrk="1" hangingPunct="1"/>
            <a:r>
              <a:rPr lang="en-US" altLang="zh-CN" sz="3000" dirty="0">
                <a:latin typeface="Times New Roman" panose="02020603050405020304" pitchFamily="18" charset="0"/>
              </a:rPr>
              <a:t> </a:t>
            </a:r>
            <a:endParaRPr lang="en-US" altLang="zh-CN" sz="3000" dirty="0">
              <a:latin typeface="Times New Roman" panose="02020603050405020304" pitchFamily="18" charset="0"/>
            </a:endParaRPr>
          </a:p>
        </p:txBody>
      </p:sp>
      <p:sp>
        <p:nvSpPr>
          <p:cNvPr id="18437" name="文本框 3"/>
          <p:cNvSpPr txBox="1"/>
          <p:nvPr/>
        </p:nvSpPr>
        <p:spPr>
          <a:xfrm>
            <a:off x="904558" y="68580"/>
            <a:ext cx="3775075" cy="522288"/>
          </a:xfrm>
          <a:prstGeom prst="rect">
            <a:avLst/>
          </a:prstGeom>
          <a:noFill/>
          <a:ln w="9525">
            <a:noFill/>
          </a:ln>
        </p:spPr>
        <p:txBody>
          <a:bodyPr wrap="none">
            <a:spAutoFit/>
          </a:bodyPr>
          <a:p>
            <a:r>
              <a:rPr lang="zh-CN" altLang="en-US" sz="2800" dirty="0">
                <a:solidFill>
                  <a:schemeClr val="bg1"/>
                </a:solidFill>
                <a:latin typeface="黑体" panose="02010609060101010101" pitchFamily="49" charset="-122"/>
                <a:ea typeface="黑体" panose="02010609060101010101" pitchFamily="49" charset="-122"/>
              </a:rPr>
              <a:t>斗式提升机的设计计算</a:t>
            </a:r>
            <a:endParaRPr lang="zh-CN" altLang="en-US" sz="2800" dirty="0">
              <a:solidFill>
                <a:schemeClr val="bg1"/>
              </a:solidFill>
              <a:latin typeface="黑体" panose="02010609060101010101" pitchFamily="49" charset="-122"/>
              <a:ea typeface="黑体" panose="02010609060101010101" pitchFamily="49" charset="-122"/>
            </a:endParaRPr>
          </a:p>
        </p:txBody>
      </p:sp>
      <p:pic>
        <p:nvPicPr>
          <p:cNvPr id="18438" name="Picture 21" descr="NEXT1">
            <a:hlinkClick r:id="" action="ppaction://hlinkshowjump?jump=nextslide"/>
          </p:cNvPr>
          <p:cNvPicPr>
            <a:picLocks noChangeAspect="1"/>
          </p:cNvPicPr>
          <p:nvPr/>
        </p:nvPicPr>
        <p:blipFill>
          <a:blip r:embed="rId2"/>
          <a:stretch>
            <a:fillRect/>
          </a:stretch>
        </p:blipFill>
        <p:spPr>
          <a:xfrm>
            <a:off x="8647113" y="6503988"/>
            <a:ext cx="287337" cy="287337"/>
          </a:xfrm>
          <a:prstGeom prst="rect">
            <a:avLst/>
          </a:prstGeom>
          <a:noFill/>
          <a:ln w="9525">
            <a:noFill/>
          </a:ln>
        </p:spPr>
      </p:pic>
      <p:pic>
        <p:nvPicPr>
          <p:cNvPr id="18439" name="Picture 471" descr="back1">
            <a:hlinkClick r:id="" action="ppaction://hlinkshowjump?jump=previousslide"/>
          </p:cNvPr>
          <p:cNvPicPr>
            <a:picLocks noChangeAspect="1"/>
          </p:cNvPicPr>
          <p:nvPr/>
        </p:nvPicPr>
        <p:blipFill>
          <a:blip r:embed="rId3"/>
          <a:stretch>
            <a:fillRect/>
          </a:stretch>
        </p:blipFill>
        <p:spPr>
          <a:xfrm>
            <a:off x="8316913" y="6503988"/>
            <a:ext cx="285750" cy="287337"/>
          </a:xfrm>
          <a:prstGeom prst="rect">
            <a:avLst/>
          </a:prstGeom>
          <a:noFill/>
          <a:ln w="9525">
            <a:noFill/>
          </a:ln>
        </p:spPr>
      </p:pic>
      <p:pic>
        <p:nvPicPr>
          <p:cNvPr id="18440" name="图片 9"/>
          <p:cNvPicPr>
            <a:picLocks noChangeAspect="1"/>
          </p:cNvPicPr>
          <p:nvPr/>
        </p:nvPicPr>
        <p:blipFill>
          <a:blip r:embed="rId4"/>
          <a:stretch>
            <a:fillRect/>
          </a:stretch>
        </p:blipFill>
        <p:spPr>
          <a:xfrm>
            <a:off x="6926580" y="786765"/>
            <a:ext cx="1694815" cy="4183380"/>
          </a:xfrm>
          <a:prstGeom prst="rect">
            <a:avLst/>
          </a:prstGeom>
          <a:noFill/>
          <a:ln w="9525">
            <a:noFill/>
          </a:ln>
        </p:spPr>
      </p:pic>
      <p:sp>
        <p:nvSpPr>
          <p:cNvPr id="18441" name="矩形 3"/>
          <p:cNvSpPr/>
          <p:nvPr/>
        </p:nvSpPr>
        <p:spPr>
          <a:xfrm>
            <a:off x="6876733" y="5204460"/>
            <a:ext cx="1762125" cy="276225"/>
          </a:xfrm>
          <a:prstGeom prst="rect">
            <a:avLst/>
          </a:prstGeom>
          <a:noFill/>
          <a:ln w="9525">
            <a:noFill/>
          </a:ln>
        </p:spPr>
        <p:txBody>
          <a:bodyPr wrap="none">
            <a:spAutoFit/>
          </a:bodyPr>
          <a:p>
            <a:r>
              <a:rPr lang="zh-CN" altLang="zh-CN" sz="1200" dirty="0">
                <a:latin typeface="Times New Roman" panose="02020603050405020304" pitchFamily="18" charset="0"/>
              </a:rPr>
              <a:t>各点张力的计算示意图 </a:t>
            </a:r>
            <a:endParaRPr lang="zh-CN" altLang="en-US" sz="1200" dirty="0">
              <a:latin typeface="Times New Roman" panose="02020603050405020304" pitchFamily="18" charset="0"/>
            </a:endParaRPr>
          </a:p>
        </p:txBody>
      </p:sp>
      <p:sp>
        <p:nvSpPr>
          <p:cNvPr id="18445" name="文本框 13"/>
          <p:cNvSpPr txBox="1"/>
          <p:nvPr/>
        </p:nvSpPr>
        <p:spPr>
          <a:xfrm>
            <a:off x="362585" y="938530"/>
            <a:ext cx="5459413" cy="400050"/>
          </a:xfrm>
          <a:prstGeom prst="rect">
            <a:avLst/>
          </a:prstGeom>
          <a:noFill/>
          <a:ln w="9525">
            <a:noFill/>
          </a:ln>
        </p:spPr>
        <p:txBody>
          <a:bodyPr>
            <a:spAutoFit/>
          </a:bodyPr>
          <a:p>
            <a:r>
              <a:rPr lang="zh-CN" altLang="zh-CN" dirty="0">
                <a:latin typeface="Times New Roman" panose="02020603050405020304" pitchFamily="18" charset="0"/>
              </a:rPr>
              <a:t>斗提机执行机构主轴所需输入功率</a:t>
            </a:r>
            <a:r>
              <a:rPr lang="en-US" altLang="zh-CN" dirty="0">
                <a:latin typeface="Times New Roman" panose="02020603050405020304" pitchFamily="18" charset="0"/>
              </a:rPr>
              <a:t>(</a:t>
            </a:r>
            <a:r>
              <a:rPr lang="zh-CN" altLang="en-US" dirty="0">
                <a:latin typeface="Times New Roman" panose="02020603050405020304" pitchFamily="18" charset="0"/>
              </a:rPr>
              <a:t>单位为</a:t>
            </a:r>
            <a:r>
              <a:rPr lang="en-US" altLang="zh-CN" dirty="0">
                <a:latin typeface="Times New Roman" panose="02020603050405020304" pitchFamily="18" charset="0"/>
              </a:rPr>
              <a:t>kW)</a:t>
            </a:r>
            <a:endParaRPr lang="zh-CN" altLang="zh-CN" dirty="0">
              <a:latin typeface="Times New Roman" panose="02020603050405020304" pitchFamily="18" charset="0"/>
            </a:endParaRPr>
          </a:p>
        </p:txBody>
      </p:sp>
      <p:sp>
        <p:nvSpPr>
          <p:cNvPr id="17" name="文本框 16"/>
          <p:cNvSpPr txBox="1">
            <a:spLocks noRot="1" noChangeAspect="1" noMove="1" noResize="1" noEditPoints="1" noAdjustHandles="1" noChangeArrowheads="1" noChangeShapeType="1" noTextEdit="1"/>
          </p:cNvSpPr>
          <p:nvPr/>
        </p:nvSpPr>
        <p:spPr>
          <a:xfrm>
            <a:off x="2054225" y="1404620"/>
            <a:ext cx="3599180" cy="733425"/>
          </a:xfrm>
          <a:prstGeom prst="rect">
            <a:avLst/>
          </a:prstGeom>
          <a:blipFill>
            <a:blip r:embed="rId5"/>
            <a:stretch>
              <a:fillRect/>
            </a:stretch>
          </a:blipFill>
        </p:spPr>
        <p:txBody>
          <a:bodyPr/>
          <a:lstStyle/>
          <a:p>
            <a:pPr algn="ctr"/>
            <a:r>
              <a:rPr lang="zh-CN" altLang="en-US">
                <a:noFill/>
              </a:rPr>
              <a:t> </a:t>
            </a:r>
            <a:endParaRPr lang="zh-CN" altLang="en-US">
              <a:noFill/>
            </a:endParaRPr>
          </a:p>
        </p:txBody>
      </p:sp>
      <p:sp>
        <p:nvSpPr>
          <p:cNvPr id="18" name="文本框 17"/>
          <p:cNvSpPr txBox="1">
            <a:spLocks noRot="1" noChangeAspect="1" noMove="1" noResize="1" noEditPoints="1" noAdjustHandles="1" noChangeArrowheads="1" noChangeShapeType="1" noTextEdit="1"/>
          </p:cNvSpPr>
          <p:nvPr/>
        </p:nvSpPr>
        <p:spPr>
          <a:xfrm>
            <a:off x="750819" y="2352645"/>
            <a:ext cx="4320542" cy="400110"/>
          </a:xfrm>
          <a:prstGeom prst="rect">
            <a:avLst/>
          </a:prstGeom>
          <a:blipFill>
            <a:blip r:embed="rId6"/>
            <a:stretch>
              <a:fillRect l="-1410" t="-7576" r="-987" b="-25758"/>
            </a:stretch>
          </a:blipFill>
        </p:spPr>
        <p:txBody>
          <a:bodyPr/>
          <a:lstStyle/>
          <a:p>
            <a:r>
              <a:rPr lang="zh-CN" altLang="en-US">
                <a:noFill/>
              </a:rPr>
              <a:t> </a:t>
            </a:r>
            <a:endParaRPr lang="zh-CN" altLang="en-US">
              <a:noFill/>
            </a:endParaRPr>
          </a:p>
        </p:txBody>
      </p:sp>
      <p:sp>
        <p:nvSpPr>
          <p:cNvPr id="18448" name="文本框 18"/>
          <p:cNvSpPr txBox="1"/>
          <p:nvPr/>
        </p:nvSpPr>
        <p:spPr>
          <a:xfrm>
            <a:off x="976313" y="3026728"/>
            <a:ext cx="4528185" cy="398780"/>
          </a:xfrm>
          <a:prstGeom prst="rect">
            <a:avLst/>
          </a:prstGeom>
          <a:noFill/>
          <a:ln w="9525">
            <a:noFill/>
          </a:ln>
        </p:spPr>
        <p:txBody>
          <a:bodyPr wrap="none">
            <a:spAutoFit/>
          </a:bodyPr>
          <a:p>
            <a:r>
              <a:rPr lang="zh-CN" altLang="zh-CN" dirty="0">
                <a:latin typeface="Times New Roman" panose="02020603050405020304" pitchFamily="18" charset="0"/>
              </a:rPr>
              <a:t>斗提机执行机构主轴转速</a:t>
            </a:r>
            <a:r>
              <a:rPr lang="en-US" altLang="zh-CN" dirty="0">
                <a:latin typeface="Times New Roman" panose="02020603050405020304" pitchFamily="18" charset="0"/>
              </a:rPr>
              <a:t>(</a:t>
            </a:r>
            <a:r>
              <a:rPr lang="zh-CN" altLang="en-US" dirty="0">
                <a:latin typeface="Times New Roman" panose="02020603050405020304" pitchFamily="18" charset="0"/>
              </a:rPr>
              <a:t>单位为</a:t>
            </a:r>
            <a:r>
              <a:rPr lang="en-US" altLang="zh-CN" dirty="0">
                <a:latin typeface="Times New Roman" panose="02020603050405020304" pitchFamily="18" charset="0"/>
              </a:rPr>
              <a:t>r/min):</a:t>
            </a:r>
            <a:r>
              <a:rPr lang="zh-CN" altLang="zh-CN" dirty="0">
                <a:latin typeface="Times New Roman" panose="02020603050405020304" pitchFamily="18" charset="0"/>
              </a:rPr>
              <a:t> </a:t>
            </a:r>
            <a:endParaRPr lang="zh-CN" altLang="en-US" dirty="0">
              <a:latin typeface="Times New Roman" panose="02020603050405020304" pitchFamily="18" charset="0"/>
            </a:endParaRPr>
          </a:p>
        </p:txBody>
      </p:sp>
      <p:sp>
        <p:nvSpPr>
          <p:cNvPr id="20" name="文本框 19"/>
          <p:cNvSpPr txBox="1">
            <a:spLocks noRot="1" noChangeAspect="1" noMove="1" noResize="1" noEditPoints="1" noAdjustHandles="1" noChangeArrowheads="1" noChangeShapeType="1" noTextEdit="1"/>
          </p:cNvSpPr>
          <p:nvPr/>
        </p:nvSpPr>
        <p:spPr>
          <a:xfrm>
            <a:off x="2054225" y="3618230"/>
            <a:ext cx="2134870" cy="842645"/>
          </a:xfrm>
          <a:prstGeom prst="rect">
            <a:avLst/>
          </a:prstGeom>
          <a:blipFill>
            <a:blip r:embed="rId7"/>
            <a:stretch>
              <a:fillRect b="-990"/>
            </a:stretch>
          </a:blipFill>
        </p:spPr>
        <p:txBody>
          <a:bodyPr/>
          <a:lstStyle/>
          <a:p>
            <a:r>
              <a:rPr lang="zh-CN" altLang="en-US">
                <a:noFill/>
              </a:rPr>
              <a:t> </a:t>
            </a:r>
            <a:endParaRPr lang="zh-CN" altLang="en-US">
              <a:noFill/>
            </a:endParaRPr>
          </a:p>
        </p:txBody>
      </p:sp>
      <p:sp>
        <p:nvSpPr>
          <p:cNvPr id="21" name="文本框 20"/>
          <p:cNvSpPr txBox="1">
            <a:spLocks noRot="1" noChangeAspect="1" noMove="1" noResize="1" noEditPoints="1" noAdjustHandles="1" noChangeArrowheads="1" noChangeShapeType="1" noTextEdit="1"/>
          </p:cNvSpPr>
          <p:nvPr/>
        </p:nvSpPr>
        <p:spPr>
          <a:xfrm>
            <a:off x="884661" y="4684185"/>
            <a:ext cx="5724772" cy="707886"/>
          </a:xfrm>
          <a:prstGeom prst="rect">
            <a:avLst/>
          </a:prstGeom>
          <a:blipFill>
            <a:blip r:embed="rId8"/>
            <a:stretch>
              <a:fillRect l="-1171" t="-5172" r="-426" b="-14655"/>
            </a:stretch>
          </a:blipFill>
        </p:spPr>
        <p:txBody>
          <a:bodyPr/>
          <a:lstStyle/>
          <a:p>
            <a:r>
              <a:rPr lang="zh-CN" altLang="en-US">
                <a:noFill/>
              </a:rPr>
              <a:t> </a:t>
            </a:r>
            <a:endParaRPr lang="zh-CN" altLang="en-US">
              <a:no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68964"/>
                                        </p:tgtEl>
                                        <p:attrNameLst>
                                          <p:attrName>style.visibility</p:attrName>
                                        </p:attrNameLst>
                                      </p:cBhvr>
                                      <p:to>
                                        <p:strVal val="visible"/>
                                      </p:to>
                                    </p:set>
                                    <p:anim calcmode="lin" valueType="num">
                                      <p:cBhvr additive="base">
                                        <p:cTn id="7" dur="500" fill="hold"/>
                                        <p:tgtEl>
                                          <p:spTgt spid="168964"/>
                                        </p:tgtEl>
                                        <p:attrNameLst>
                                          <p:attrName>ppt_x</p:attrName>
                                        </p:attrNameLst>
                                      </p:cBhvr>
                                      <p:tavLst>
                                        <p:tav tm="0">
                                          <p:val>
                                            <p:strVal val="0-#ppt_w/2"/>
                                          </p:val>
                                        </p:tav>
                                        <p:tav tm="100000">
                                          <p:val>
                                            <p:strVal val="#ppt_x"/>
                                          </p:val>
                                        </p:tav>
                                      </p:tavLst>
                                    </p:anim>
                                    <p:anim calcmode="lin" valueType="num">
                                      <p:cBhvr additive="base">
                                        <p:cTn id="8" dur="500" fill="hold"/>
                                        <p:tgtEl>
                                          <p:spTgt spid="16896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68975"/>
                                        </p:tgtEl>
                                        <p:attrNameLst>
                                          <p:attrName>style.visibility</p:attrName>
                                        </p:attrNameLst>
                                      </p:cBhvr>
                                      <p:to>
                                        <p:strVal val="visible"/>
                                      </p:to>
                                    </p:set>
                                    <p:anim calcmode="lin" valueType="num">
                                      <p:cBhvr additive="base">
                                        <p:cTn id="13" dur="500" fill="hold"/>
                                        <p:tgtEl>
                                          <p:spTgt spid="168975"/>
                                        </p:tgtEl>
                                        <p:attrNameLst>
                                          <p:attrName>ppt_x</p:attrName>
                                        </p:attrNameLst>
                                      </p:cBhvr>
                                      <p:tavLst>
                                        <p:tav tm="0">
                                          <p:val>
                                            <p:strVal val="0-#ppt_w/2"/>
                                          </p:val>
                                        </p:tav>
                                        <p:tav tm="100000">
                                          <p:val>
                                            <p:strVal val="#ppt_x"/>
                                          </p:val>
                                        </p:tav>
                                      </p:tavLst>
                                    </p:anim>
                                    <p:anim calcmode="lin" valueType="num">
                                      <p:cBhvr additive="base">
                                        <p:cTn id="14" dur="500" fill="hold"/>
                                        <p:tgtEl>
                                          <p:spTgt spid="16897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18445"/>
                                        </p:tgtEl>
                                        <p:attrNameLst>
                                          <p:attrName>style.visibility</p:attrName>
                                        </p:attrNameLst>
                                      </p:cBhvr>
                                      <p:to>
                                        <p:strVal val="visible"/>
                                      </p:to>
                                    </p:set>
                                    <p:animEffect transition="in" filter="wipe(left)">
                                      <p:cBhvr>
                                        <p:cTn id="19" dur="500"/>
                                        <p:tgtEl>
                                          <p:spTgt spid="18445"/>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wipe(left)">
                                      <p:cBhvr>
                                        <p:cTn id="24" dur="500"/>
                                        <p:tgtEl>
                                          <p:spTgt spid="17"/>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wipe(left)">
                                      <p:cBhvr>
                                        <p:cTn id="29" dur="500"/>
                                        <p:tgtEl>
                                          <p:spTgt spid="18"/>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8448"/>
                                        </p:tgtEl>
                                        <p:attrNameLst>
                                          <p:attrName>style.visibility</p:attrName>
                                        </p:attrNameLst>
                                      </p:cBhvr>
                                      <p:to>
                                        <p:strVal val="visible"/>
                                      </p:to>
                                    </p:set>
                                    <p:animEffect transition="in" filter="wipe(left)">
                                      <p:cBhvr>
                                        <p:cTn id="34" dur="500"/>
                                        <p:tgtEl>
                                          <p:spTgt spid="18448"/>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wipe(left)">
                                      <p:cBhvr>
                                        <p:cTn id="39" dur="500"/>
                                        <p:tgtEl>
                                          <p:spTgt spid="20"/>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21"/>
                                        </p:tgtEl>
                                        <p:attrNameLst>
                                          <p:attrName>style.visibility</p:attrName>
                                        </p:attrNameLst>
                                      </p:cBhvr>
                                      <p:to>
                                        <p:strVal val="visible"/>
                                      </p:to>
                                    </p:set>
                                    <p:animEffect transition="in" filter="wipe(left)">
                                      <p:cBhvr>
                                        <p:cTn id="44"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75" grpId="0"/>
      <p:bldP spid="18445" grpId="0"/>
      <p:bldP spid="17" grpId="0" bldLvl="0" animBg="1"/>
      <p:bldP spid="18" grpId="0" animBg="1"/>
      <p:bldP spid="18448" grpId="0"/>
      <p:bldP spid="20" grpId="0" bldLvl="0" animBg="1"/>
      <p:bldP spid="2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2"/>
          <p:cNvSpPr>
            <a:spLocks noGrp="1"/>
          </p:cNvSpPr>
          <p:nvPr>
            <p:ph type="title"/>
          </p:nvPr>
        </p:nvSpPr>
        <p:spPr>
          <a:xfrm>
            <a:off x="7010400" y="838200"/>
            <a:ext cx="1447800" cy="228600"/>
          </a:xfrm>
          <a:noFill/>
          <a:ln>
            <a:noFill/>
          </a:ln>
        </p:spPr>
        <p:txBody>
          <a:bodyPr/>
          <a:p>
            <a:pPr eaLnBrk="1" hangingPunct="1"/>
            <a:r>
              <a:rPr lang="zh-CN" altLang="en-US" sz="800" dirty="0">
                <a:solidFill>
                  <a:schemeClr val="bg1"/>
                </a:solidFill>
              </a:rPr>
              <a:t>第二节</a:t>
            </a:r>
            <a:endParaRPr lang="zh-CN" altLang="en-US" sz="800" dirty="0">
              <a:solidFill>
                <a:schemeClr val="bg1"/>
              </a:solidFill>
            </a:endParaRPr>
          </a:p>
        </p:txBody>
      </p:sp>
      <p:pic>
        <p:nvPicPr>
          <p:cNvPr id="168964" name="Picture 4" descr="rewind1">
            <a:hlinkClick r:id="" action="ppaction://hlinkshowjump?jump=firstslide"/>
          </p:cNvPr>
          <p:cNvPicPr>
            <a:picLocks noChangeAspect="1"/>
          </p:cNvPicPr>
          <p:nvPr/>
        </p:nvPicPr>
        <p:blipFill>
          <a:blip r:embed="rId1"/>
          <a:stretch>
            <a:fillRect/>
          </a:stretch>
        </p:blipFill>
        <p:spPr>
          <a:xfrm>
            <a:off x="8129588" y="6503988"/>
            <a:ext cx="285750" cy="287337"/>
          </a:xfrm>
          <a:prstGeom prst="rect">
            <a:avLst/>
          </a:prstGeom>
          <a:noFill/>
          <a:ln w="9525">
            <a:noFill/>
          </a:ln>
        </p:spPr>
      </p:pic>
      <p:sp>
        <p:nvSpPr>
          <p:cNvPr id="168975" name="Text Box 15"/>
          <p:cNvSpPr txBox="1"/>
          <p:nvPr/>
        </p:nvSpPr>
        <p:spPr>
          <a:xfrm>
            <a:off x="6608763" y="6099175"/>
            <a:ext cx="279400" cy="549275"/>
          </a:xfrm>
          <a:prstGeom prst="rect">
            <a:avLst/>
          </a:prstGeom>
          <a:noFill/>
          <a:ln w="9525">
            <a:noFill/>
          </a:ln>
        </p:spPr>
        <p:txBody>
          <a:bodyPr wrap="none">
            <a:spAutoFit/>
          </a:bodyPr>
          <a:p>
            <a:pPr eaLnBrk="1" hangingPunct="1"/>
            <a:r>
              <a:rPr lang="en-US" altLang="zh-CN" sz="3000" dirty="0">
                <a:latin typeface="Times New Roman" panose="02020603050405020304" pitchFamily="18" charset="0"/>
              </a:rPr>
              <a:t> </a:t>
            </a:r>
            <a:endParaRPr lang="en-US" altLang="zh-CN" sz="3000" dirty="0">
              <a:latin typeface="Times New Roman" panose="02020603050405020304" pitchFamily="18" charset="0"/>
            </a:endParaRPr>
          </a:p>
        </p:txBody>
      </p:sp>
      <p:sp>
        <p:nvSpPr>
          <p:cNvPr id="19461" name="文本框 3"/>
          <p:cNvSpPr txBox="1"/>
          <p:nvPr/>
        </p:nvSpPr>
        <p:spPr>
          <a:xfrm>
            <a:off x="795338" y="67945"/>
            <a:ext cx="3775075" cy="522288"/>
          </a:xfrm>
          <a:prstGeom prst="rect">
            <a:avLst/>
          </a:prstGeom>
          <a:noFill/>
          <a:ln w="9525">
            <a:noFill/>
          </a:ln>
        </p:spPr>
        <p:txBody>
          <a:bodyPr wrap="none">
            <a:spAutoFit/>
          </a:bodyPr>
          <a:p>
            <a:r>
              <a:rPr lang="zh-CN" altLang="en-US" sz="2800" dirty="0">
                <a:solidFill>
                  <a:schemeClr val="bg1"/>
                </a:solidFill>
                <a:latin typeface="黑体" panose="02010609060101010101" pitchFamily="49" charset="-122"/>
                <a:ea typeface="黑体" panose="02010609060101010101" pitchFamily="49" charset="-122"/>
              </a:rPr>
              <a:t>斗式提升机的设计计算</a:t>
            </a:r>
            <a:endParaRPr lang="zh-CN" altLang="en-US" sz="2800" dirty="0">
              <a:solidFill>
                <a:schemeClr val="bg1"/>
              </a:solidFill>
              <a:latin typeface="黑体" panose="02010609060101010101" pitchFamily="49" charset="-122"/>
              <a:ea typeface="黑体" panose="02010609060101010101" pitchFamily="49" charset="-122"/>
            </a:endParaRPr>
          </a:p>
        </p:txBody>
      </p:sp>
      <p:pic>
        <p:nvPicPr>
          <p:cNvPr id="19462" name="Picture 471" descr="back1">
            <a:hlinkClick r:id="" action="ppaction://hlinkshowjump?jump=previousslide"/>
          </p:cNvPr>
          <p:cNvPicPr>
            <a:picLocks noChangeAspect="1"/>
          </p:cNvPicPr>
          <p:nvPr/>
        </p:nvPicPr>
        <p:blipFill>
          <a:blip r:embed="rId2"/>
          <a:stretch>
            <a:fillRect/>
          </a:stretch>
        </p:blipFill>
        <p:spPr>
          <a:xfrm>
            <a:off x="8532813" y="6503988"/>
            <a:ext cx="287337" cy="287337"/>
          </a:xfrm>
          <a:prstGeom prst="rect">
            <a:avLst/>
          </a:prstGeom>
          <a:noFill/>
          <a:ln w="9525">
            <a:noFill/>
          </a:ln>
        </p:spPr>
      </p:pic>
      <p:sp>
        <p:nvSpPr>
          <p:cNvPr id="19463" name="文本框 2"/>
          <p:cNvSpPr txBox="1"/>
          <p:nvPr/>
        </p:nvSpPr>
        <p:spPr>
          <a:xfrm>
            <a:off x="746443" y="1066483"/>
            <a:ext cx="7040880" cy="398780"/>
          </a:xfrm>
          <a:prstGeom prst="rect">
            <a:avLst/>
          </a:prstGeom>
          <a:noFill/>
          <a:ln w="9525">
            <a:noFill/>
          </a:ln>
        </p:spPr>
        <p:txBody>
          <a:bodyPr wrap="none">
            <a:spAutoFit/>
          </a:bodyPr>
          <a:p>
            <a:r>
              <a:rPr lang="zh-CN" altLang="zh-CN" dirty="0">
                <a:latin typeface="Times New Roman" panose="02020603050405020304" pitchFamily="18" charset="0"/>
              </a:rPr>
              <a:t>斗提机在稳定运行状态下，牵引链最大静张力的经验公式为：</a:t>
            </a:r>
            <a:endParaRPr lang="zh-CN" altLang="zh-CN" dirty="0">
              <a:latin typeface="Times New Roman" panose="02020603050405020304" pitchFamily="18" charset="0"/>
            </a:endParaRPr>
          </a:p>
        </p:txBody>
      </p:sp>
      <p:sp>
        <p:nvSpPr>
          <p:cNvPr id="5" name="文本框 4"/>
          <p:cNvSpPr txBox="1">
            <a:spLocks noRot="1" noChangeAspect="1" noMove="1" noResize="1" noEditPoints="1" noAdjustHandles="1" noChangeArrowheads="1" noChangeShapeType="1" noTextEdit="1"/>
          </p:cNvSpPr>
          <p:nvPr/>
        </p:nvSpPr>
        <p:spPr>
          <a:xfrm>
            <a:off x="2174240" y="1607820"/>
            <a:ext cx="3430905" cy="503555"/>
          </a:xfrm>
          <a:prstGeom prst="rect">
            <a:avLst/>
          </a:prstGeom>
          <a:blipFill>
            <a:blip r:embed="rId3"/>
            <a:stretch>
              <a:fillRect t="-9231" r="-1566" b="-27692"/>
            </a:stretch>
          </a:blipFill>
        </p:spPr>
        <p:txBody>
          <a:bodyPr/>
          <a:lstStyle/>
          <a:p>
            <a:r>
              <a:rPr lang="zh-CN" altLang="en-US">
                <a:noFill/>
              </a:rPr>
              <a:t> </a:t>
            </a:r>
            <a:endParaRPr lang="zh-CN" altLang="en-US">
              <a:noFill/>
            </a:endParaRPr>
          </a:p>
        </p:txBody>
      </p:sp>
      <p:sp>
        <p:nvSpPr>
          <p:cNvPr id="6" name="文本框 5"/>
          <p:cNvSpPr txBox="1">
            <a:spLocks noRot="1" noChangeAspect="1" noMove="1" noResize="1" noEditPoints="1" noAdjustHandles="1" noChangeArrowheads="1" noChangeShapeType="1" noTextEdit="1"/>
          </p:cNvSpPr>
          <p:nvPr/>
        </p:nvSpPr>
        <p:spPr>
          <a:xfrm>
            <a:off x="881380" y="2301240"/>
            <a:ext cx="6186170" cy="1026160"/>
          </a:xfrm>
          <a:prstGeom prst="rect">
            <a:avLst/>
          </a:prstGeom>
          <a:blipFill>
            <a:blip r:embed="rId4"/>
            <a:stretch>
              <a:fillRect l="-1096" b="-4819"/>
            </a:stretch>
          </a:blipFill>
        </p:spPr>
        <p:txBody>
          <a:bodyPr/>
          <a:lstStyle/>
          <a:p>
            <a:r>
              <a:rPr lang="zh-CN" altLang="en-US">
                <a:noFill/>
              </a:rPr>
              <a:t> </a:t>
            </a:r>
            <a:endParaRPr lang="zh-CN" altLang="en-US">
              <a:noFill/>
            </a:endParaRPr>
          </a:p>
        </p:txBody>
      </p:sp>
      <p:sp>
        <p:nvSpPr>
          <p:cNvPr id="7" name="文本框 6"/>
          <p:cNvSpPr txBox="1">
            <a:spLocks noRot="1" noChangeAspect="1" noMove="1" noResize="1" noEditPoints="1" noAdjustHandles="1" noChangeArrowheads="1" noChangeShapeType="1" noTextEdit="1"/>
          </p:cNvSpPr>
          <p:nvPr/>
        </p:nvSpPr>
        <p:spPr>
          <a:xfrm>
            <a:off x="949960" y="3457575"/>
            <a:ext cx="4227195" cy="1080770"/>
          </a:xfrm>
          <a:prstGeom prst="rect">
            <a:avLst/>
          </a:prstGeom>
          <a:blipFill>
            <a:blip r:embed="rId5"/>
            <a:stretch>
              <a:fillRect b="-4819"/>
            </a:stretch>
          </a:blipFill>
        </p:spPr>
        <p:txBody>
          <a:bodyPr/>
          <a:lstStyle/>
          <a:p>
            <a:r>
              <a:rPr lang="zh-CN" altLang="en-US">
                <a:noFill/>
              </a:rPr>
              <a:t> </a:t>
            </a:r>
            <a:endParaRPr lang="zh-CN" altLang="en-US">
              <a:noFill/>
            </a:endParaRPr>
          </a:p>
        </p:txBody>
      </p:sp>
      <p:sp>
        <p:nvSpPr>
          <p:cNvPr id="8" name="文本框 7"/>
          <p:cNvSpPr txBox="1">
            <a:spLocks noRot="1" noChangeAspect="1" noMove="1" noResize="1" noEditPoints="1" noAdjustHandles="1" noChangeArrowheads="1" noChangeShapeType="1" noTextEdit="1"/>
          </p:cNvSpPr>
          <p:nvPr/>
        </p:nvSpPr>
        <p:spPr>
          <a:xfrm>
            <a:off x="881380" y="4715510"/>
            <a:ext cx="6771640" cy="1082040"/>
          </a:xfrm>
          <a:prstGeom prst="rect">
            <a:avLst/>
          </a:prstGeom>
          <a:blipFill>
            <a:blip r:embed="rId6"/>
            <a:stretch>
              <a:fillRect l="-1116" b="-10828"/>
            </a:stretch>
          </a:blipFill>
        </p:spPr>
        <p:txBody>
          <a:bodyPr/>
          <a:lstStyle/>
          <a:p>
            <a:r>
              <a:rPr lang="zh-CN" altLang="en-US">
                <a:noFill/>
              </a:rPr>
              <a:t> </a:t>
            </a:r>
            <a:endParaRPr lang="zh-CN" altLang="en-US">
              <a:no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68964"/>
                                        </p:tgtEl>
                                        <p:attrNameLst>
                                          <p:attrName>style.visibility</p:attrName>
                                        </p:attrNameLst>
                                      </p:cBhvr>
                                      <p:to>
                                        <p:strVal val="visible"/>
                                      </p:to>
                                    </p:set>
                                    <p:anim calcmode="lin" valueType="num">
                                      <p:cBhvr additive="base">
                                        <p:cTn id="7" dur="500" fill="hold"/>
                                        <p:tgtEl>
                                          <p:spTgt spid="168964"/>
                                        </p:tgtEl>
                                        <p:attrNameLst>
                                          <p:attrName>ppt_x</p:attrName>
                                        </p:attrNameLst>
                                      </p:cBhvr>
                                      <p:tavLst>
                                        <p:tav tm="0">
                                          <p:val>
                                            <p:strVal val="0-#ppt_w/2"/>
                                          </p:val>
                                        </p:tav>
                                        <p:tav tm="100000">
                                          <p:val>
                                            <p:strVal val="#ppt_x"/>
                                          </p:val>
                                        </p:tav>
                                      </p:tavLst>
                                    </p:anim>
                                    <p:anim calcmode="lin" valueType="num">
                                      <p:cBhvr additive="base">
                                        <p:cTn id="8" dur="500" fill="hold"/>
                                        <p:tgtEl>
                                          <p:spTgt spid="16896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68975"/>
                                        </p:tgtEl>
                                        <p:attrNameLst>
                                          <p:attrName>style.visibility</p:attrName>
                                        </p:attrNameLst>
                                      </p:cBhvr>
                                      <p:to>
                                        <p:strVal val="visible"/>
                                      </p:to>
                                    </p:set>
                                    <p:anim calcmode="lin" valueType="num">
                                      <p:cBhvr additive="base">
                                        <p:cTn id="13" dur="500" fill="hold"/>
                                        <p:tgtEl>
                                          <p:spTgt spid="168975"/>
                                        </p:tgtEl>
                                        <p:attrNameLst>
                                          <p:attrName>ppt_x</p:attrName>
                                        </p:attrNameLst>
                                      </p:cBhvr>
                                      <p:tavLst>
                                        <p:tav tm="0">
                                          <p:val>
                                            <p:strVal val="0-#ppt_w/2"/>
                                          </p:val>
                                        </p:tav>
                                        <p:tav tm="100000">
                                          <p:val>
                                            <p:strVal val="#ppt_x"/>
                                          </p:val>
                                        </p:tav>
                                      </p:tavLst>
                                    </p:anim>
                                    <p:anim calcmode="lin" valueType="num">
                                      <p:cBhvr additive="base">
                                        <p:cTn id="14" dur="500" fill="hold"/>
                                        <p:tgtEl>
                                          <p:spTgt spid="16897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ipe(left)">
                                      <p:cBhvr>
                                        <p:cTn id="19" dur="5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left)">
                                      <p:cBhvr>
                                        <p:cTn id="24" dur="5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left)">
                                      <p:cBhvr>
                                        <p:cTn id="29" dur="500"/>
                                        <p:tgtEl>
                                          <p:spTgt spid="7"/>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wipe(left)">
                                      <p:cBhvr>
                                        <p:cTn id="3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75" grpId="0"/>
      <p:bldP spid="5" grpId="0" animBg="1"/>
      <p:bldP spid="6" grpId="0" bldLvl="0" animBg="1"/>
      <p:bldP spid="7" grpId="0" animBg="1"/>
      <p:bldP spid="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711835" y="106680"/>
            <a:ext cx="5814060" cy="460375"/>
          </a:xfrm>
          <a:prstGeom prst="rect">
            <a:avLst/>
          </a:prstGeom>
          <a:noFill/>
        </p:spPr>
        <p:txBody>
          <a:bodyPr wrap="square" rtlCol="0">
            <a:spAutoFit/>
          </a:bodyPr>
          <a:p>
            <a:r>
              <a:rPr lang="zh-CN" altLang="en-US" sz="2400">
                <a:solidFill>
                  <a:schemeClr val="bg1"/>
                </a:solidFill>
                <a:latin typeface="黑体" panose="02010609060101010101" pitchFamily="49" charset="-122"/>
                <a:ea typeface="黑体" panose="02010609060101010101" pitchFamily="49" charset="-122"/>
              </a:rPr>
              <a:t>斗式提升机的整体功能性需求计算</a:t>
            </a:r>
            <a:endParaRPr lang="zh-CN" altLang="en-US" sz="2400">
              <a:solidFill>
                <a:schemeClr val="bg1"/>
              </a:solidFill>
              <a:latin typeface="黑体" panose="02010609060101010101" pitchFamily="49" charset="-122"/>
              <a:ea typeface="黑体" panose="02010609060101010101" pitchFamily="49" charset="-122"/>
            </a:endParaRPr>
          </a:p>
        </p:txBody>
      </p:sp>
      <p:sp>
        <p:nvSpPr>
          <p:cNvPr id="3" name="文本框 2"/>
          <p:cNvSpPr txBox="1"/>
          <p:nvPr/>
        </p:nvSpPr>
        <p:spPr>
          <a:xfrm>
            <a:off x="263525" y="1132205"/>
            <a:ext cx="8880475" cy="460375"/>
          </a:xfrm>
          <a:prstGeom prst="rect">
            <a:avLst/>
          </a:prstGeom>
          <a:noFill/>
        </p:spPr>
        <p:txBody>
          <a:bodyPr wrap="square" rtlCol="0">
            <a:spAutoFit/>
          </a:bodyPr>
          <a:p>
            <a:r>
              <a:rPr lang="zh-CN" altLang="en-US" sz="2400">
                <a:solidFill>
                  <a:srgbClr val="002060"/>
                </a:solidFill>
                <a:latin typeface="黑体" panose="02010609060101010101" pitchFamily="49" charset="-122"/>
                <a:ea typeface="黑体" panose="02010609060101010101" pitchFamily="49" charset="-122"/>
                <a:cs typeface="黑体" panose="02010609060101010101" pitchFamily="49" charset="-122"/>
              </a:rPr>
              <a:t>设计任务：执行机构主轴圆周力</a:t>
            </a:r>
            <a:r>
              <a:rPr lang="en-US" altLang="zh-CN" sz="2400" i="1">
                <a:solidFill>
                  <a:srgbClr val="002060"/>
                </a:solidFill>
                <a:latin typeface="黑体" panose="02010609060101010101" pitchFamily="49" charset="-122"/>
                <a:ea typeface="黑体" panose="02010609060101010101" pitchFamily="49" charset="-122"/>
                <a:cs typeface="黑体" panose="02010609060101010101" pitchFamily="49" charset="-122"/>
              </a:rPr>
              <a:t>F</a:t>
            </a:r>
            <a:r>
              <a:rPr lang="zh-CN" altLang="en-US" sz="2400">
                <a:solidFill>
                  <a:srgbClr val="002060"/>
                </a:solidFill>
                <a:latin typeface="黑体" panose="02010609060101010101" pitchFamily="49" charset="-122"/>
                <a:ea typeface="黑体" panose="02010609060101010101" pitchFamily="49" charset="-122"/>
                <a:cs typeface="黑体" panose="02010609060101010101" pitchFamily="49" charset="-122"/>
              </a:rPr>
              <a:t>、所需功率</a:t>
            </a:r>
            <a:r>
              <a:rPr lang="en-US" altLang="zh-CN" sz="2400" i="1">
                <a:solidFill>
                  <a:srgbClr val="002060"/>
                </a:solidFill>
                <a:latin typeface="黑体" panose="02010609060101010101" pitchFamily="49" charset="-122"/>
                <a:ea typeface="黑体" panose="02010609060101010101" pitchFamily="49" charset="-122"/>
                <a:cs typeface="黑体" panose="02010609060101010101" pitchFamily="49" charset="-122"/>
              </a:rPr>
              <a:t>P</a:t>
            </a:r>
            <a:r>
              <a:rPr lang="en-US" altLang="zh-CN" sz="2400" i="1" baseline="-25000">
                <a:solidFill>
                  <a:srgbClr val="002060"/>
                </a:solidFill>
                <a:latin typeface="黑体" panose="02010609060101010101" pitchFamily="49" charset="-122"/>
                <a:ea typeface="黑体" panose="02010609060101010101" pitchFamily="49" charset="-122"/>
                <a:cs typeface="黑体" panose="02010609060101010101" pitchFamily="49" charset="-122"/>
              </a:rPr>
              <a:t>w</a:t>
            </a:r>
            <a:r>
              <a:rPr lang="zh-CN" altLang="en-US" sz="2400">
                <a:solidFill>
                  <a:srgbClr val="002060"/>
                </a:solidFill>
                <a:latin typeface="黑体" panose="02010609060101010101" pitchFamily="49" charset="-122"/>
                <a:ea typeface="黑体" panose="02010609060101010101" pitchFamily="49" charset="-122"/>
                <a:cs typeface="黑体" panose="02010609060101010101" pitchFamily="49" charset="-122"/>
              </a:rPr>
              <a:t>和转速</a:t>
            </a:r>
            <a:r>
              <a:rPr lang="en-US" altLang="zh-CN" sz="2400" i="1">
                <a:solidFill>
                  <a:srgbClr val="002060"/>
                </a:solidFill>
                <a:latin typeface="黑体" panose="02010609060101010101" pitchFamily="49" charset="-122"/>
                <a:ea typeface="黑体" panose="02010609060101010101" pitchFamily="49" charset="-122"/>
                <a:cs typeface="黑体" panose="02010609060101010101" pitchFamily="49" charset="-122"/>
              </a:rPr>
              <a:t>n</a:t>
            </a:r>
            <a:r>
              <a:rPr lang="en-US" altLang="zh-CN" sz="2400" i="1" baseline="-25000">
                <a:solidFill>
                  <a:srgbClr val="002060"/>
                </a:solidFill>
                <a:latin typeface="黑体" panose="02010609060101010101" pitchFamily="49" charset="-122"/>
                <a:ea typeface="黑体" panose="02010609060101010101" pitchFamily="49" charset="-122"/>
                <a:cs typeface="黑体" panose="02010609060101010101" pitchFamily="49" charset="-122"/>
              </a:rPr>
              <a:t>w</a:t>
            </a:r>
            <a:r>
              <a:rPr lang="zh-CN" altLang="en-US" sz="2400">
                <a:solidFill>
                  <a:srgbClr val="002060"/>
                </a:solidFill>
                <a:latin typeface="黑体" panose="02010609060101010101" pitchFamily="49" charset="-122"/>
                <a:ea typeface="黑体" panose="02010609060101010101" pitchFamily="49" charset="-122"/>
                <a:cs typeface="黑体" panose="02010609060101010101" pitchFamily="49" charset="-122"/>
              </a:rPr>
              <a:t>的确定</a:t>
            </a:r>
            <a:endParaRPr lang="zh-CN" altLang="en-US" sz="2400">
              <a:solidFill>
                <a:srgbClr val="002060"/>
              </a:solidFill>
              <a:latin typeface="黑体" panose="02010609060101010101" pitchFamily="49" charset="-122"/>
              <a:ea typeface="黑体" panose="02010609060101010101" pitchFamily="49" charset="-122"/>
              <a:cs typeface="黑体" panose="02010609060101010101" pitchFamily="49" charset="-122"/>
            </a:endParaRPr>
          </a:p>
        </p:txBody>
      </p:sp>
      <p:graphicFrame>
        <p:nvGraphicFramePr>
          <p:cNvPr id="5" name="对象 4">
            <a:hlinkClick r:id="" action="ppaction://ole?verb="/>
          </p:cNvPr>
          <p:cNvGraphicFramePr>
            <a:graphicFrameLocks noChangeAspect="1"/>
          </p:cNvGraphicFramePr>
          <p:nvPr/>
        </p:nvGraphicFramePr>
        <p:xfrm>
          <a:off x="4785678" y="1946910"/>
          <a:ext cx="1112520" cy="476885"/>
        </p:xfrm>
        <a:graphic>
          <a:graphicData uri="http://schemas.openxmlformats.org/presentationml/2006/ole">
            <mc:AlternateContent xmlns:mc="http://schemas.openxmlformats.org/markup-compatibility/2006">
              <mc:Choice xmlns:v="urn:schemas-microsoft-com:vml" Requires="v">
                <p:oleObj spid="_x0000_s1025" name="" r:id="rId1" imgW="533400" imgH="228600" progId="Equation.KSEE3">
                  <p:embed/>
                </p:oleObj>
              </mc:Choice>
              <mc:Fallback>
                <p:oleObj name="" r:id="rId1" imgW="533400" imgH="228600" progId="Equation.KSEE3">
                  <p:embed/>
                  <p:pic>
                    <p:nvPicPr>
                      <p:cNvPr id="0" name="图片 1024"/>
                      <p:cNvPicPr/>
                      <p:nvPr/>
                    </p:nvPicPr>
                    <p:blipFill>
                      <a:blip r:embed="rId2"/>
                      <a:stretch>
                        <a:fillRect/>
                      </a:stretch>
                    </p:blipFill>
                    <p:spPr>
                      <a:xfrm>
                        <a:off x="4785678" y="1946910"/>
                        <a:ext cx="1112520" cy="476885"/>
                      </a:xfrm>
                      <a:prstGeom prst="rect">
                        <a:avLst/>
                      </a:prstGeom>
                    </p:spPr>
                  </p:pic>
                </p:oleObj>
              </mc:Fallback>
            </mc:AlternateContent>
          </a:graphicData>
        </a:graphic>
      </p:graphicFrame>
      <p:sp>
        <p:nvSpPr>
          <p:cNvPr id="6" name="文本框 5"/>
          <p:cNvSpPr txBox="1"/>
          <p:nvPr/>
        </p:nvSpPr>
        <p:spPr>
          <a:xfrm>
            <a:off x="411480" y="2011045"/>
            <a:ext cx="3112135" cy="398780"/>
          </a:xfrm>
          <a:prstGeom prst="rect">
            <a:avLst/>
          </a:prstGeom>
          <a:noFill/>
          <a:ln>
            <a:solidFill>
              <a:srgbClr val="0000FF"/>
            </a:solidFill>
          </a:ln>
        </p:spPr>
        <p:txBody>
          <a:bodyPr wrap="square" rtlCol="0">
            <a:spAutoFit/>
          </a:bodyPr>
          <a:p>
            <a:r>
              <a:rPr lang="en-US" altLang="zh-CN">
                <a:solidFill>
                  <a:srgbClr val="002060"/>
                </a:solidFill>
                <a:latin typeface="黑体" panose="02010609060101010101" pitchFamily="49" charset="-122"/>
                <a:ea typeface="黑体" panose="02010609060101010101" pitchFamily="49" charset="-122"/>
              </a:rPr>
              <a:t>1</a:t>
            </a:r>
            <a:r>
              <a:rPr lang="zh-CN" altLang="en-US">
                <a:solidFill>
                  <a:srgbClr val="002060"/>
                </a:solidFill>
                <a:latin typeface="黑体" panose="02010609060101010101" pitchFamily="49" charset="-122"/>
                <a:ea typeface="黑体" panose="02010609060101010101" pitchFamily="49" charset="-122"/>
              </a:rPr>
              <a:t>、实际每小时需处理物料</a:t>
            </a:r>
            <a:endParaRPr lang="zh-CN" altLang="en-US">
              <a:solidFill>
                <a:srgbClr val="002060"/>
              </a:solidFill>
              <a:latin typeface="黑体" panose="02010609060101010101" pitchFamily="49" charset="-122"/>
              <a:ea typeface="黑体" panose="02010609060101010101" pitchFamily="49" charset="-122"/>
            </a:endParaRPr>
          </a:p>
        </p:txBody>
      </p:sp>
      <p:graphicFrame>
        <p:nvGraphicFramePr>
          <p:cNvPr id="7" name="对象 6">
            <a:hlinkClick r:id="" action="ppaction://ole?verb="/>
          </p:cNvPr>
          <p:cNvGraphicFramePr>
            <a:graphicFrameLocks noChangeAspect="1"/>
          </p:cNvGraphicFramePr>
          <p:nvPr/>
        </p:nvGraphicFramePr>
        <p:xfrm>
          <a:off x="3719830" y="1971675"/>
          <a:ext cx="396875" cy="476885"/>
        </p:xfrm>
        <a:graphic>
          <a:graphicData uri="http://schemas.openxmlformats.org/presentationml/2006/ole">
            <mc:AlternateContent xmlns:mc="http://schemas.openxmlformats.org/markup-compatibility/2006">
              <mc:Choice xmlns:v="urn:schemas-microsoft-com:vml" Requires="v">
                <p:oleObj spid="_x0000_s4" name="" r:id="rId3" imgW="190500" imgH="228600" progId="Equation.KSEE3">
                  <p:embed/>
                </p:oleObj>
              </mc:Choice>
              <mc:Fallback>
                <p:oleObj name="" r:id="rId3" imgW="190500" imgH="228600" progId="Equation.KSEE3">
                  <p:embed/>
                  <p:pic>
                    <p:nvPicPr>
                      <p:cNvPr id="0" name="图片 1024"/>
                      <p:cNvPicPr/>
                      <p:nvPr/>
                    </p:nvPicPr>
                    <p:blipFill>
                      <a:blip r:embed="rId4"/>
                      <a:stretch>
                        <a:fillRect/>
                      </a:stretch>
                    </p:blipFill>
                    <p:spPr>
                      <a:xfrm>
                        <a:off x="3719830" y="1971675"/>
                        <a:ext cx="396875" cy="476885"/>
                      </a:xfrm>
                      <a:prstGeom prst="rect">
                        <a:avLst/>
                      </a:prstGeom>
                    </p:spPr>
                  </p:pic>
                </p:oleObj>
              </mc:Fallback>
            </mc:AlternateContent>
          </a:graphicData>
        </a:graphic>
      </p:graphicFrame>
      <p:graphicFrame>
        <p:nvGraphicFramePr>
          <p:cNvPr id="8" name="对象 7">
            <a:hlinkClick r:id="" action="ppaction://ole?verb="/>
          </p:cNvPr>
          <p:cNvGraphicFramePr>
            <a:graphicFrameLocks noChangeAspect="1"/>
          </p:cNvGraphicFramePr>
          <p:nvPr/>
        </p:nvGraphicFramePr>
        <p:xfrm>
          <a:off x="384810" y="2623185"/>
          <a:ext cx="3138805" cy="836930"/>
        </p:xfrm>
        <a:graphic>
          <a:graphicData uri="http://schemas.openxmlformats.org/presentationml/2006/ole">
            <mc:AlternateContent xmlns:mc="http://schemas.openxmlformats.org/markup-compatibility/2006">
              <mc:Choice xmlns:v="urn:schemas-microsoft-com:vml" Requires="v">
                <p:oleObj spid="_x0000_s9" name="" r:id="rId5" imgW="1358900" imgH="419100" progId="Equation.KSEE3">
                  <p:embed/>
                </p:oleObj>
              </mc:Choice>
              <mc:Fallback>
                <p:oleObj name="" r:id="rId5" imgW="1358900" imgH="419100" progId="Equation.KSEE3">
                  <p:embed/>
                  <p:pic>
                    <p:nvPicPr>
                      <p:cNvPr id="0" name="图片 1024"/>
                      <p:cNvPicPr/>
                      <p:nvPr/>
                    </p:nvPicPr>
                    <p:blipFill>
                      <a:blip r:embed="rId6"/>
                      <a:stretch>
                        <a:fillRect/>
                      </a:stretch>
                    </p:blipFill>
                    <p:spPr>
                      <a:xfrm>
                        <a:off x="384810" y="2623185"/>
                        <a:ext cx="3138805" cy="836930"/>
                      </a:xfrm>
                      <a:prstGeom prst="rect">
                        <a:avLst/>
                      </a:prstGeom>
                    </p:spPr>
                  </p:pic>
                </p:oleObj>
              </mc:Fallback>
            </mc:AlternateContent>
          </a:graphicData>
        </a:graphic>
      </p:graphicFrame>
      <p:sp>
        <p:nvSpPr>
          <p:cNvPr id="10" name="文本框 9"/>
          <p:cNvSpPr txBox="1"/>
          <p:nvPr/>
        </p:nvSpPr>
        <p:spPr>
          <a:xfrm>
            <a:off x="4335145" y="2778760"/>
            <a:ext cx="4575175" cy="398780"/>
          </a:xfrm>
          <a:prstGeom prst="rect">
            <a:avLst/>
          </a:prstGeom>
          <a:noFill/>
        </p:spPr>
        <p:txBody>
          <a:bodyPr wrap="square" rtlCol="0">
            <a:spAutoFit/>
          </a:bodyPr>
          <a:p>
            <a:r>
              <a:rPr lang="zh-CN" altLang="en-US">
                <a:solidFill>
                  <a:srgbClr val="002060"/>
                </a:solidFill>
                <a:latin typeface="黑体" panose="02010609060101010101" pitchFamily="49" charset="-122"/>
                <a:ea typeface="黑体" panose="02010609060101010101" pitchFamily="49" charset="-122"/>
              </a:rPr>
              <a:t>查表</a:t>
            </a:r>
            <a:r>
              <a:rPr lang="en-US" altLang="zh-CN">
                <a:solidFill>
                  <a:srgbClr val="002060"/>
                </a:solidFill>
                <a:latin typeface="黑体" panose="02010609060101010101" pitchFamily="49" charset="-122"/>
                <a:ea typeface="黑体" panose="02010609060101010101" pitchFamily="49" charset="-122"/>
              </a:rPr>
              <a:t>3.1-4</a:t>
            </a:r>
            <a:r>
              <a:rPr lang="zh-CN" altLang="en-US">
                <a:solidFill>
                  <a:srgbClr val="002060"/>
                </a:solidFill>
                <a:latin typeface="黑体" panose="02010609060101010101" pitchFamily="49" charset="-122"/>
                <a:ea typeface="黑体" panose="02010609060101010101" pitchFamily="49" charset="-122"/>
              </a:rPr>
              <a:t>确定</a:t>
            </a:r>
            <a:r>
              <a:rPr lang="en-US" altLang="zh-CN">
                <a:solidFill>
                  <a:srgbClr val="002060"/>
                </a:solidFill>
                <a:latin typeface="黑体" panose="02010609060101010101" pitchFamily="49" charset="-122"/>
                <a:ea typeface="黑体" panose="02010609060101010101" pitchFamily="49" charset="-122"/>
              </a:rPr>
              <a:t>NE</a:t>
            </a:r>
            <a:r>
              <a:rPr lang="zh-CN" altLang="en-US">
                <a:solidFill>
                  <a:srgbClr val="002060"/>
                </a:solidFill>
                <a:latin typeface="黑体" panose="02010609060101010101" pitchFamily="49" charset="-122"/>
                <a:ea typeface="黑体" panose="02010609060101010101" pitchFamily="49" charset="-122"/>
              </a:rPr>
              <a:t>板链斗提机型号，</a:t>
            </a:r>
            <a:endParaRPr lang="zh-CN" altLang="en-US">
              <a:solidFill>
                <a:srgbClr val="002060"/>
              </a:solidFill>
              <a:latin typeface="黑体" panose="02010609060101010101" pitchFamily="49" charset="-122"/>
              <a:ea typeface="黑体" panose="02010609060101010101" pitchFamily="49" charset="-122"/>
            </a:endParaRPr>
          </a:p>
        </p:txBody>
      </p:sp>
      <p:sp>
        <p:nvSpPr>
          <p:cNvPr id="11" name="文本框 10"/>
          <p:cNvSpPr txBox="1"/>
          <p:nvPr/>
        </p:nvSpPr>
        <p:spPr>
          <a:xfrm>
            <a:off x="490220" y="3673475"/>
            <a:ext cx="3112135" cy="398780"/>
          </a:xfrm>
          <a:prstGeom prst="rect">
            <a:avLst/>
          </a:prstGeom>
          <a:noFill/>
          <a:ln>
            <a:solidFill>
              <a:srgbClr val="0000FF"/>
            </a:solidFill>
          </a:ln>
        </p:spPr>
        <p:txBody>
          <a:bodyPr wrap="square" rtlCol="0">
            <a:spAutoFit/>
          </a:bodyPr>
          <a:p>
            <a:r>
              <a:rPr lang="en-US" altLang="zh-CN">
                <a:solidFill>
                  <a:srgbClr val="002060"/>
                </a:solidFill>
                <a:latin typeface="黑体" panose="02010609060101010101" pitchFamily="49" charset="-122"/>
                <a:ea typeface="黑体" panose="02010609060101010101" pitchFamily="49" charset="-122"/>
              </a:rPr>
              <a:t>3</a:t>
            </a:r>
            <a:r>
              <a:rPr lang="zh-CN" altLang="en-US">
                <a:solidFill>
                  <a:srgbClr val="002060"/>
                </a:solidFill>
                <a:latin typeface="黑体" panose="02010609060101010101" pitchFamily="49" charset="-122"/>
                <a:ea typeface="黑体" panose="02010609060101010101" pitchFamily="49" charset="-122"/>
              </a:rPr>
              <a:t>、计算每米物料质量</a:t>
            </a:r>
            <a:endParaRPr lang="zh-CN" altLang="en-US">
              <a:solidFill>
                <a:srgbClr val="002060"/>
              </a:solidFill>
              <a:latin typeface="黑体" panose="02010609060101010101" pitchFamily="49" charset="-122"/>
              <a:ea typeface="黑体" panose="02010609060101010101" pitchFamily="49" charset="-122"/>
            </a:endParaRPr>
          </a:p>
        </p:txBody>
      </p:sp>
      <p:cxnSp>
        <p:nvCxnSpPr>
          <p:cNvPr id="12" name="直接箭头连接符 11"/>
          <p:cNvCxnSpPr/>
          <p:nvPr/>
        </p:nvCxnSpPr>
        <p:spPr>
          <a:xfrm>
            <a:off x="4188460" y="2210435"/>
            <a:ext cx="487680" cy="0"/>
          </a:xfrm>
          <a:prstGeom prst="straightConnector1">
            <a:avLst/>
          </a:prstGeom>
          <a:solidFill>
            <a:schemeClr val="accent1"/>
          </a:solidFill>
          <a:ln w="28575" cap="flat" cmpd="sng" algn="ctr">
            <a:solidFill>
              <a:schemeClr val="tx1"/>
            </a:solidFill>
            <a:prstDash val="solid"/>
            <a:round/>
            <a:headEnd type="none" w="med" len="med"/>
            <a:tailEnd type="arrow" w="med" len="med"/>
          </a:ln>
        </p:spPr>
      </p:cxnSp>
      <p:cxnSp>
        <p:nvCxnSpPr>
          <p:cNvPr id="15" name="直接箭头连接符 14"/>
          <p:cNvCxnSpPr>
            <a:stCxn id="14" idx="3"/>
          </p:cNvCxnSpPr>
          <p:nvPr/>
        </p:nvCxnSpPr>
        <p:spPr>
          <a:xfrm>
            <a:off x="3647440" y="2999105"/>
            <a:ext cx="541020" cy="6350"/>
          </a:xfrm>
          <a:prstGeom prst="straightConnector1">
            <a:avLst/>
          </a:prstGeom>
          <a:solidFill>
            <a:schemeClr val="accent1"/>
          </a:solidFill>
          <a:ln w="28575" cap="flat" cmpd="sng" algn="ctr">
            <a:solidFill>
              <a:schemeClr val="tx1"/>
            </a:solidFill>
            <a:prstDash val="solid"/>
            <a:round/>
            <a:headEnd type="none" w="med" len="med"/>
            <a:tailEnd type="arrow" w="med" len="med"/>
          </a:ln>
        </p:spPr>
      </p:cxnSp>
      <p:graphicFrame>
        <p:nvGraphicFramePr>
          <p:cNvPr id="16" name="对象 15">
            <a:hlinkClick r:id="" action="ppaction://ole?verb="/>
          </p:cNvPr>
          <p:cNvGraphicFramePr>
            <a:graphicFrameLocks noChangeAspect="1"/>
          </p:cNvGraphicFramePr>
          <p:nvPr/>
        </p:nvGraphicFramePr>
        <p:xfrm>
          <a:off x="3685540" y="3515360"/>
          <a:ext cx="1438910" cy="756285"/>
        </p:xfrm>
        <a:graphic>
          <a:graphicData uri="http://schemas.openxmlformats.org/presentationml/2006/ole">
            <mc:AlternateContent xmlns:mc="http://schemas.openxmlformats.org/markup-compatibility/2006">
              <mc:Choice xmlns:v="urn:schemas-microsoft-com:vml" Requires="v">
                <p:oleObj spid="_x0000_s17" name="" r:id="rId7" imgW="647700" imgH="393700" progId="Equation.KSEE3">
                  <p:embed/>
                </p:oleObj>
              </mc:Choice>
              <mc:Fallback>
                <p:oleObj name="" r:id="rId7" imgW="647700" imgH="393700" progId="Equation.KSEE3">
                  <p:embed/>
                  <p:pic>
                    <p:nvPicPr>
                      <p:cNvPr id="0" name="图片 1024"/>
                      <p:cNvPicPr/>
                      <p:nvPr/>
                    </p:nvPicPr>
                    <p:blipFill>
                      <a:blip r:embed="rId8"/>
                      <a:stretch>
                        <a:fillRect/>
                      </a:stretch>
                    </p:blipFill>
                    <p:spPr>
                      <a:xfrm>
                        <a:off x="3685540" y="3515360"/>
                        <a:ext cx="1438910" cy="756285"/>
                      </a:xfrm>
                      <a:prstGeom prst="rect">
                        <a:avLst/>
                      </a:prstGeom>
                    </p:spPr>
                  </p:pic>
                </p:oleObj>
              </mc:Fallback>
            </mc:AlternateContent>
          </a:graphicData>
        </a:graphic>
      </p:graphicFrame>
      <p:sp>
        <p:nvSpPr>
          <p:cNvPr id="18" name="文本框 17"/>
          <p:cNvSpPr txBox="1"/>
          <p:nvPr/>
        </p:nvSpPr>
        <p:spPr>
          <a:xfrm>
            <a:off x="490220" y="4285615"/>
            <a:ext cx="3112135" cy="398780"/>
          </a:xfrm>
          <a:prstGeom prst="rect">
            <a:avLst/>
          </a:prstGeom>
          <a:noFill/>
          <a:ln>
            <a:solidFill>
              <a:srgbClr val="0000FF"/>
            </a:solidFill>
          </a:ln>
        </p:spPr>
        <p:txBody>
          <a:bodyPr wrap="square" rtlCol="0">
            <a:spAutoFit/>
          </a:bodyPr>
          <a:p>
            <a:r>
              <a:rPr lang="en-US" altLang="zh-CN">
                <a:solidFill>
                  <a:srgbClr val="002060"/>
                </a:solidFill>
                <a:latin typeface="黑体" panose="02010609060101010101" pitchFamily="49" charset="-122"/>
                <a:ea typeface="黑体" panose="02010609060101010101" pitchFamily="49" charset="-122"/>
              </a:rPr>
              <a:t>4</a:t>
            </a:r>
            <a:r>
              <a:rPr lang="zh-CN" altLang="en-US">
                <a:solidFill>
                  <a:srgbClr val="002060"/>
                </a:solidFill>
                <a:latin typeface="黑体" panose="02010609060101010101" pitchFamily="49" charset="-122"/>
                <a:ea typeface="黑体" panose="02010609060101010101" pitchFamily="49" charset="-122"/>
              </a:rPr>
              <a:t>、计算牵引链各</a:t>
            </a:r>
            <a:r>
              <a:rPr lang="zh-CN" altLang="en-US">
                <a:solidFill>
                  <a:srgbClr val="002060"/>
                </a:solidFill>
                <a:latin typeface="黑体" panose="02010609060101010101" pitchFamily="49" charset="-122"/>
                <a:ea typeface="黑体" panose="02010609060101010101" pitchFamily="49" charset="-122"/>
              </a:rPr>
              <a:t>点张力</a:t>
            </a:r>
            <a:endParaRPr lang="zh-CN" altLang="en-US">
              <a:solidFill>
                <a:srgbClr val="002060"/>
              </a:solidFill>
              <a:latin typeface="黑体" panose="02010609060101010101" pitchFamily="49" charset="-122"/>
              <a:ea typeface="黑体" panose="02010609060101010101" pitchFamily="49" charset="-122"/>
            </a:endParaRPr>
          </a:p>
        </p:txBody>
      </p:sp>
      <p:sp>
        <p:nvSpPr>
          <p:cNvPr id="19" name="文本框 18"/>
          <p:cNvSpPr txBox="1"/>
          <p:nvPr/>
        </p:nvSpPr>
        <p:spPr>
          <a:xfrm>
            <a:off x="490220" y="4848860"/>
            <a:ext cx="4438650" cy="398780"/>
          </a:xfrm>
          <a:prstGeom prst="rect">
            <a:avLst/>
          </a:prstGeom>
          <a:noFill/>
          <a:ln>
            <a:solidFill>
              <a:srgbClr val="0000FF"/>
            </a:solidFill>
          </a:ln>
        </p:spPr>
        <p:txBody>
          <a:bodyPr wrap="square" rtlCol="0">
            <a:spAutoFit/>
          </a:bodyPr>
          <a:p>
            <a:r>
              <a:rPr lang="en-US" altLang="zh-CN">
                <a:solidFill>
                  <a:srgbClr val="002060"/>
                </a:solidFill>
                <a:latin typeface="黑体" panose="02010609060101010101" pitchFamily="49" charset="-122"/>
                <a:ea typeface="黑体" panose="02010609060101010101" pitchFamily="49" charset="-122"/>
              </a:rPr>
              <a:t>5</a:t>
            </a:r>
            <a:r>
              <a:rPr lang="zh-CN" altLang="en-US">
                <a:solidFill>
                  <a:srgbClr val="002060"/>
                </a:solidFill>
                <a:latin typeface="黑体" panose="02010609060101010101" pitchFamily="49" charset="-122"/>
                <a:ea typeface="黑体" panose="02010609060101010101" pitchFamily="49" charset="-122"/>
              </a:rPr>
              <a:t>、计算</a:t>
            </a:r>
            <a:r>
              <a:rPr lang="zh-CN">
                <a:solidFill>
                  <a:srgbClr val="002060"/>
                </a:solidFill>
                <a:latin typeface="黑体" panose="02010609060101010101" pitchFamily="49" charset="-122"/>
                <a:ea typeface="黑体" panose="02010609060101010101" pitchFamily="49" charset="-122"/>
              </a:rPr>
              <a:t>执行机构主轴圆周力</a:t>
            </a:r>
            <a:r>
              <a:rPr lang="en-US" altLang="zh-CN" i="1">
                <a:solidFill>
                  <a:srgbClr val="002060"/>
                </a:solidFill>
                <a:latin typeface="黑体" panose="02010609060101010101" pitchFamily="49" charset="-122"/>
                <a:ea typeface="黑体" panose="02010609060101010101" pitchFamily="49" charset="-122"/>
              </a:rPr>
              <a:t>F</a:t>
            </a:r>
            <a:endParaRPr lang="en-US" altLang="zh-CN" i="1">
              <a:solidFill>
                <a:srgbClr val="002060"/>
              </a:solidFill>
              <a:latin typeface="黑体" panose="02010609060101010101" pitchFamily="49" charset="-122"/>
              <a:ea typeface="黑体" panose="02010609060101010101" pitchFamily="49" charset="-122"/>
            </a:endParaRPr>
          </a:p>
        </p:txBody>
      </p:sp>
      <p:sp>
        <p:nvSpPr>
          <p:cNvPr id="20" name="文本框 19"/>
          <p:cNvSpPr txBox="1"/>
          <p:nvPr/>
        </p:nvSpPr>
        <p:spPr>
          <a:xfrm>
            <a:off x="490220" y="5412105"/>
            <a:ext cx="5023485" cy="398780"/>
          </a:xfrm>
          <a:prstGeom prst="rect">
            <a:avLst/>
          </a:prstGeom>
          <a:noFill/>
          <a:ln>
            <a:solidFill>
              <a:srgbClr val="0000FF"/>
            </a:solidFill>
          </a:ln>
        </p:spPr>
        <p:txBody>
          <a:bodyPr wrap="square" rtlCol="0">
            <a:spAutoFit/>
          </a:bodyPr>
          <a:p>
            <a:r>
              <a:rPr lang="en-US" altLang="zh-CN">
                <a:solidFill>
                  <a:srgbClr val="002060"/>
                </a:solidFill>
                <a:latin typeface="黑体" panose="02010609060101010101" pitchFamily="49" charset="-122"/>
                <a:ea typeface="黑体" panose="02010609060101010101" pitchFamily="49" charset="-122"/>
              </a:rPr>
              <a:t>6</a:t>
            </a:r>
            <a:r>
              <a:rPr lang="zh-CN" altLang="en-US">
                <a:solidFill>
                  <a:srgbClr val="002060"/>
                </a:solidFill>
                <a:latin typeface="黑体" panose="02010609060101010101" pitchFamily="49" charset="-122"/>
                <a:ea typeface="黑体" panose="02010609060101010101" pitchFamily="49" charset="-122"/>
              </a:rPr>
              <a:t>、计算</a:t>
            </a:r>
            <a:r>
              <a:rPr lang="zh-CN">
                <a:solidFill>
                  <a:srgbClr val="002060"/>
                </a:solidFill>
                <a:latin typeface="黑体" panose="02010609060101010101" pitchFamily="49" charset="-122"/>
                <a:ea typeface="黑体" panose="02010609060101010101" pitchFamily="49" charset="-122"/>
              </a:rPr>
              <a:t>执行机构主轴所需输入功率</a:t>
            </a:r>
            <a:r>
              <a:rPr lang="en-US" altLang="zh-CN" i="1">
                <a:solidFill>
                  <a:srgbClr val="002060"/>
                </a:solidFill>
                <a:ea typeface="黑体" panose="02010609060101010101" pitchFamily="49" charset="-122"/>
                <a:cs typeface="Times New Roman" panose="02020603050405020304" pitchFamily="18" charset="0"/>
              </a:rPr>
              <a:t>Pw</a:t>
            </a:r>
            <a:endParaRPr lang="en-US" altLang="zh-CN" i="1">
              <a:solidFill>
                <a:srgbClr val="002060"/>
              </a:solidFill>
              <a:ea typeface="黑体" panose="02010609060101010101" pitchFamily="49" charset="-122"/>
              <a:cs typeface="Times New Roman" panose="02020603050405020304" pitchFamily="18" charset="0"/>
            </a:endParaRPr>
          </a:p>
        </p:txBody>
      </p:sp>
      <p:sp>
        <p:nvSpPr>
          <p:cNvPr id="21" name="文本框 20"/>
          <p:cNvSpPr txBox="1"/>
          <p:nvPr/>
        </p:nvSpPr>
        <p:spPr>
          <a:xfrm>
            <a:off x="490220" y="5958205"/>
            <a:ext cx="6035040" cy="398780"/>
          </a:xfrm>
          <a:prstGeom prst="rect">
            <a:avLst/>
          </a:prstGeom>
          <a:noFill/>
          <a:ln>
            <a:solidFill>
              <a:srgbClr val="0000FF"/>
            </a:solidFill>
          </a:ln>
        </p:spPr>
        <p:txBody>
          <a:bodyPr wrap="square" rtlCol="0">
            <a:spAutoFit/>
          </a:bodyPr>
          <a:p>
            <a:r>
              <a:rPr lang="en-US" altLang="zh-CN">
                <a:solidFill>
                  <a:srgbClr val="002060"/>
                </a:solidFill>
                <a:latin typeface="黑体" panose="02010609060101010101" pitchFamily="49" charset="-122"/>
                <a:ea typeface="黑体" panose="02010609060101010101" pitchFamily="49" charset="-122"/>
              </a:rPr>
              <a:t>7</a:t>
            </a:r>
            <a:r>
              <a:rPr lang="zh-CN" altLang="en-US">
                <a:solidFill>
                  <a:srgbClr val="002060"/>
                </a:solidFill>
                <a:latin typeface="黑体" panose="02010609060101010101" pitchFamily="49" charset="-122"/>
                <a:ea typeface="黑体" panose="02010609060101010101" pitchFamily="49" charset="-122"/>
              </a:rPr>
              <a:t>、计算</a:t>
            </a:r>
            <a:r>
              <a:rPr lang="zh-CN">
                <a:solidFill>
                  <a:srgbClr val="002060"/>
                </a:solidFill>
                <a:latin typeface="黑体" panose="02010609060101010101" pitchFamily="49" charset="-122"/>
                <a:ea typeface="黑体" panose="02010609060101010101" pitchFamily="49" charset="-122"/>
              </a:rPr>
              <a:t>执行机构主轴所需转速</a:t>
            </a:r>
            <a:r>
              <a:rPr lang="en-US" altLang="zh-CN" i="1">
                <a:solidFill>
                  <a:srgbClr val="002060"/>
                </a:solidFill>
                <a:latin typeface="黑体" panose="02010609060101010101" pitchFamily="49" charset="-122"/>
                <a:ea typeface="黑体" panose="02010609060101010101" pitchFamily="49" charset="-122"/>
              </a:rPr>
              <a:t>n</a:t>
            </a:r>
            <a:r>
              <a:rPr lang="en-US" altLang="zh-CN" i="1" baseline="-25000">
                <a:solidFill>
                  <a:srgbClr val="002060"/>
                </a:solidFill>
                <a:latin typeface="黑体" panose="02010609060101010101" pitchFamily="49" charset="-122"/>
                <a:ea typeface="黑体" panose="02010609060101010101" pitchFamily="49" charset="-122"/>
              </a:rPr>
              <a:t>w</a:t>
            </a:r>
            <a:endParaRPr lang="en-US" altLang="zh-CN" i="1" baseline="-25000">
              <a:solidFill>
                <a:srgbClr val="00206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wipe(left)">
                                      <p:cBhvr>
                                        <p:cTn id="37" dur="500"/>
                                        <p:tgtEl>
                                          <p:spTgt spid="15"/>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wipe(left)">
                                      <p:cBhvr>
                                        <p:cTn id="40" dur="500"/>
                                        <p:tgtEl>
                                          <p:spTgt spid="10"/>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wipe(left)">
                                      <p:cBhvr>
                                        <p:cTn id="45" dur="500"/>
                                        <p:tgtEl>
                                          <p:spTgt spid="11"/>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wipe(left)">
                                      <p:cBhvr>
                                        <p:cTn id="50" dur="500"/>
                                        <p:tgtEl>
                                          <p:spTgt spid="16"/>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wipe(left)">
                                      <p:cBhvr>
                                        <p:cTn id="55" dur="500"/>
                                        <p:tgtEl>
                                          <p:spTgt spid="18"/>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19"/>
                                        </p:tgtEl>
                                        <p:attrNameLst>
                                          <p:attrName>style.visibility</p:attrName>
                                        </p:attrNameLst>
                                      </p:cBhvr>
                                      <p:to>
                                        <p:strVal val="visible"/>
                                      </p:to>
                                    </p:set>
                                    <p:animEffect transition="in" filter="wipe(left)">
                                      <p:cBhvr>
                                        <p:cTn id="60" dur="500"/>
                                        <p:tgtEl>
                                          <p:spTgt spid="19"/>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20"/>
                                        </p:tgtEl>
                                        <p:attrNameLst>
                                          <p:attrName>style.visibility</p:attrName>
                                        </p:attrNameLst>
                                      </p:cBhvr>
                                      <p:to>
                                        <p:strVal val="visible"/>
                                      </p:to>
                                    </p:set>
                                    <p:animEffect transition="in" filter="wipe(left)">
                                      <p:cBhvr>
                                        <p:cTn id="65" dur="500"/>
                                        <p:tgtEl>
                                          <p:spTgt spid="20"/>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21"/>
                                        </p:tgtEl>
                                        <p:attrNameLst>
                                          <p:attrName>style.visibility</p:attrName>
                                        </p:attrNameLst>
                                      </p:cBhvr>
                                      <p:to>
                                        <p:strVal val="visible"/>
                                      </p:to>
                                    </p:set>
                                    <p:animEffect transition="in" filter="wipe(left)">
                                      <p:cBhvr>
                                        <p:cTn id="70"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bldLvl="0" animBg="1"/>
      <p:bldP spid="10" grpId="0"/>
      <p:bldP spid="11" grpId="0" bldLvl="0" animBg="1"/>
      <p:bldP spid="18" grpId="0" bldLvl="0" animBg="1"/>
      <p:bldP spid="19" grpId="0" bldLvl="0" animBg="1"/>
      <p:bldP spid="20" grpId="0" bldLvl="0" animBg="1"/>
      <p:bldP spid="21" grpId="0" bldLvl="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2"/>
          <p:cNvSpPr>
            <a:spLocks noGrp="1"/>
          </p:cNvSpPr>
          <p:nvPr>
            <p:ph type="title"/>
          </p:nvPr>
        </p:nvSpPr>
        <p:spPr>
          <a:xfrm>
            <a:off x="7010400" y="838200"/>
            <a:ext cx="1447800" cy="228600"/>
          </a:xfrm>
          <a:noFill/>
          <a:ln>
            <a:noFill/>
          </a:ln>
        </p:spPr>
        <p:txBody>
          <a:bodyPr/>
          <a:p>
            <a:pPr eaLnBrk="1" hangingPunct="1"/>
            <a:r>
              <a:rPr lang="zh-CN" altLang="en-US" sz="800" dirty="0">
                <a:solidFill>
                  <a:schemeClr val="bg1"/>
                </a:solidFill>
              </a:rPr>
              <a:t>第二节</a:t>
            </a:r>
            <a:endParaRPr lang="zh-CN" altLang="en-US" sz="800" dirty="0">
              <a:solidFill>
                <a:schemeClr val="bg1"/>
              </a:solidFill>
            </a:endParaRPr>
          </a:p>
        </p:txBody>
      </p:sp>
      <p:pic>
        <p:nvPicPr>
          <p:cNvPr id="168964" name="Picture 4" descr="rewind1">
            <a:hlinkClick r:id="" action="ppaction://hlinkshowjump?jump=firstslide"/>
          </p:cNvPr>
          <p:cNvPicPr>
            <a:picLocks noChangeAspect="1"/>
          </p:cNvPicPr>
          <p:nvPr/>
        </p:nvPicPr>
        <p:blipFill>
          <a:blip r:embed="rId1"/>
          <a:stretch>
            <a:fillRect/>
          </a:stretch>
        </p:blipFill>
        <p:spPr>
          <a:xfrm>
            <a:off x="8308975" y="6503988"/>
            <a:ext cx="287338" cy="287337"/>
          </a:xfrm>
          <a:prstGeom prst="rect">
            <a:avLst/>
          </a:prstGeom>
          <a:noFill/>
          <a:ln w="9525">
            <a:noFill/>
          </a:ln>
        </p:spPr>
      </p:pic>
      <p:sp>
        <p:nvSpPr>
          <p:cNvPr id="168975" name="Text Box 15"/>
          <p:cNvSpPr txBox="1"/>
          <p:nvPr/>
        </p:nvSpPr>
        <p:spPr>
          <a:xfrm>
            <a:off x="6608763" y="6099175"/>
            <a:ext cx="279400" cy="549275"/>
          </a:xfrm>
          <a:prstGeom prst="rect">
            <a:avLst/>
          </a:prstGeom>
          <a:noFill/>
          <a:ln w="9525">
            <a:noFill/>
          </a:ln>
        </p:spPr>
        <p:txBody>
          <a:bodyPr wrap="none">
            <a:spAutoFit/>
          </a:bodyPr>
          <a:p>
            <a:pPr eaLnBrk="1" hangingPunct="1"/>
            <a:r>
              <a:rPr lang="en-US" altLang="zh-CN" sz="3000" dirty="0">
                <a:latin typeface="Times New Roman" panose="02020603050405020304" pitchFamily="18" charset="0"/>
              </a:rPr>
              <a:t> </a:t>
            </a:r>
            <a:endParaRPr lang="en-US" altLang="zh-CN" sz="3000" dirty="0">
              <a:latin typeface="Times New Roman" panose="02020603050405020304" pitchFamily="18" charset="0"/>
            </a:endParaRPr>
          </a:p>
        </p:txBody>
      </p:sp>
      <p:sp>
        <p:nvSpPr>
          <p:cNvPr id="20485" name="文本框 3"/>
          <p:cNvSpPr txBox="1"/>
          <p:nvPr/>
        </p:nvSpPr>
        <p:spPr>
          <a:xfrm>
            <a:off x="849630" y="75883"/>
            <a:ext cx="3417888" cy="522287"/>
          </a:xfrm>
          <a:prstGeom prst="rect">
            <a:avLst/>
          </a:prstGeom>
          <a:noFill/>
          <a:ln w="9525">
            <a:noFill/>
          </a:ln>
        </p:spPr>
        <p:txBody>
          <a:bodyPr wrap="none">
            <a:spAutoFit/>
          </a:bodyPr>
          <a:p>
            <a:r>
              <a:rPr lang="zh-CN" altLang="zh-CN" sz="2800" dirty="0">
                <a:solidFill>
                  <a:schemeClr val="bg1"/>
                </a:solidFill>
                <a:latin typeface="黑体" panose="02010609060101010101" pitchFamily="49" charset="-122"/>
                <a:ea typeface="黑体" panose="02010609060101010101" pitchFamily="49" charset="-122"/>
              </a:rPr>
              <a:t>整体设计任务的拆分</a:t>
            </a:r>
            <a:endParaRPr lang="zh-CN" altLang="zh-CN" sz="2800" dirty="0">
              <a:solidFill>
                <a:schemeClr val="bg1"/>
              </a:solidFill>
              <a:latin typeface="黑体" panose="02010609060101010101" pitchFamily="49" charset="-122"/>
              <a:ea typeface="黑体" panose="02010609060101010101" pitchFamily="49" charset="-122"/>
            </a:endParaRPr>
          </a:p>
        </p:txBody>
      </p:sp>
      <p:sp>
        <p:nvSpPr>
          <p:cNvPr id="4" name="文本框 3"/>
          <p:cNvSpPr txBox="1">
            <a:spLocks noRot="1" noChangeAspect="1" noMove="1" noResize="1" noEditPoints="1" noAdjustHandles="1" noChangeArrowheads="1" noChangeShapeType="1" noTextEdit="1"/>
          </p:cNvSpPr>
          <p:nvPr/>
        </p:nvSpPr>
        <p:spPr>
          <a:xfrm>
            <a:off x="474230" y="1100051"/>
            <a:ext cx="4719782" cy="3323987"/>
          </a:xfrm>
          <a:prstGeom prst="rect">
            <a:avLst/>
          </a:prstGeom>
          <a:blipFill>
            <a:blip r:embed="rId2"/>
            <a:stretch>
              <a:fillRect l="-1290" b="-734"/>
            </a:stretch>
          </a:blipFill>
        </p:spPr>
        <p:txBody>
          <a:bodyPr/>
          <a:lstStyle/>
          <a:p>
            <a:r>
              <a:rPr lang="zh-CN" altLang="en-US">
                <a:noFill/>
              </a:rPr>
              <a:t> </a:t>
            </a:r>
            <a:endParaRPr lang="zh-CN" altLang="en-US">
              <a:noFill/>
            </a:endParaRPr>
          </a:p>
        </p:txBody>
      </p:sp>
      <p:pic>
        <p:nvPicPr>
          <p:cNvPr id="9" name="图片 8"/>
          <p:cNvPicPr>
            <a:picLocks noChangeAspect="1"/>
          </p:cNvPicPr>
          <p:nvPr/>
        </p:nvPicPr>
        <p:blipFill>
          <a:blip r:embed="rId3"/>
          <a:stretch>
            <a:fillRect/>
          </a:stretch>
        </p:blipFill>
        <p:spPr>
          <a:xfrm>
            <a:off x="5616575" y="1336675"/>
            <a:ext cx="2979738" cy="3133725"/>
          </a:xfrm>
          <a:prstGeom prst="rect">
            <a:avLst/>
          </a:prstGeom>
          <a:noFill/>
          <a:ln w="9525">
            <a:noFill/>
          </a:ln>
        </p:spPr>
      </p:pic>
      <p:sp>
        <p:nvSpPr>
          <p:cNvPr id="11" name="矩形 10"/>
          <p:cNvSpPr>
            <a:spLocks noRot="1" noChangeAspect="1" noMove="1" noResize="1" noEditPoints="1" noAdjustHandles="1" noChangeArrowheads="1" noChangeShapeType="1" noTextEdit="1"/>
          </p:cNvSpPr>
          <p:nvPr/>
        </p:nvSpPr>
        <p:spPr>
          <a:xfrm>
            <a:off x="6118017" y="1093851"/>
            <a:ext cx="526684" cy="400110"/>
          </a:xfrm>
          <a:prstGeom prst="rect">
            <a:avLst/>
          </a:prstGeom>
          <a:blipFill>
            <a:blip r:embed="rId4"/>
            <a:stretch>
              <a:fillRect/>
            </a:stretch>
          </a:blipFill>
        </p:spPr>
        <p:txBody>
          <a:bodyPr/>
          <a:lstStyle/>
          <a:p>
            <a:r>
              <a:rPr lang="zh-CN" altLang="en-US">
                <a:noFill/>
              </a:rPr>
              <a:t> </a:t>
            </a:r>
            <a:endParaRPr lang="zh-CN" altLang="en-US">
              <a:noFill/>
            </a:endParaRPr>
          </a:p>
        </p:txBody>
      </p:sp>
      <p:sp>
        <p:nvSpPr>
          <p:cNvPr id="12" name="矩形 11"/>
          <p:cNvSpPr>
            <a:spLocks noRot="1" noChangeAspect="1" noMove="1" noResize="1" noEditPoints="1" noAdjustHandles="1" noChangeArrowheads="1" noChangeShapeType="1" noTextEdit="1"/>
          </p:cNvSpPr>
          <p:nvPr/>
        </p:nvSpPr>
        <p:spPr>
          <a:xfrm>
            <a:off x="6443947" y="1081670"/>
            <a:ext cx="565539" cy="400110"/>
          </a:xfrm>
          <a:prstGeom prst="rect">
            <a:avLst/>
          </a:prstGeom>
          <a:blipFill>
            <a:blip r:embed="rId5"/>
            <a:stretch>
              <a:fillRect/>
            </a:stretch>
          </a:blipFill>
        </p:spPr>
        <p:txBody>
          <a:bodyPr/>
          <a:lstStyle/>
          <a:p>
            <a:r>
              <a:rPr lang="zh-CN" altLang="en-US">
                <a:noFill/>
              </a:rPr>
              <a:t> </a:t>
            </a:r>
            <a:endParaRPr lang="zh-CN" altLang="en-US">
              <a:noFill/>
            </a:endParaRPr>
          </a:p>
        </p:txBody>
      </p:sp>
      <p:cxnSp>
        <p:nvCxnSpPr>
          <p:cNvPr id="14" name="直接连接符 13"/>
          <p:cNvCxnSpPr/>
          <p:nvPr/>
        </p:nvCxnSpPr>
        <p:spPr>
          <a:xfrm flipH="1" flipV="1">
            <a:off x="6538913" y="1416050"/>
            <a:ext cx="209550" cy="681038"/>
          </a:xfrm>
          <a:prstGeom prst="line">
            <a:avLst/>
          </a:prstGeom>
          <a:ln w="9525" cap="flat" cmpd="sng">
            <a:solidFill>
              <a:schemeClr val="tx1"/>
            </a:solidFill>
            <a:prstDash val="solid"/>
            <a:headEnd type="none" w="med" len="med"/>
            <a:tailEnd type="none" w="med" len="med"/>
          </a:ln>
        </p:spPr>
      </p:cxnSp>
      <p:sp>
        <p:nvSpPr>
          <p:cNvPr id="21" name="文本框 20"/>
          <p:cNvSpPr txBox="1"/>
          <p:nvPr/>
        </p:nvSpPr>
        <p:spPr>
          <a:xfrm>
            <a:off x="6804025" y="4357688"/>
            <a:ext cx="993775" cy="307975"/>
          </a:xfrm>
          <a:prstGeom prst="rect">
            <a:avLst/>
          </a:prstGeom>
          <a:noFill/>
          <a:ln w="9525">
            <a:noFill/>
          </a:ln>
        </p:spPr>
        <p:txBody>
          <a:bodyPr wrap="none">
            <a:spAutoFit/>
          </a:bodyPr>
          <a:p>
            <a:r>
              <a:rPr lang="zh-CN" altLang="en-US" sz="1400" dirty="0">
                <a:latin typeface="Times New Roman" panose="02020603050405020304" pitchFamily="18" charset="0"/>
              </a:rPr>
              <a:t>传动方案</a:t>
            </a:r>
            <a:r>
              <a:rPr lang="en-US" altLang="zh-CN" sz="1400" dirty="0">
                <a:latin typeface="Times New Roman" panose="02020603050405020304" pitchFamily="18" charset="0"/>
              </a:rPr>
              <a:t>1</a:t>
            </a:r>
            <a:endParaRPr lang="zh-CN" altLang="en-US" sz="1400" dirty="0">
              <a:latin typeface="Times New Roman" panose="02020603050405020304" pitchFamily="18" charset="0"/>
            </a:endParaRPr>
          </a:p>
        </p:txBody>
      </p:sp>
      <p:sp>
        <p:nvSpPr>
          <p:cNvPr id="22" name="文本框 21"/>
          <p:cNvSpPr txBox="1"/>
          <p:nvPr/>
        </p:nvSpPr>
        <p:spPr>
          <a:xfrm>
            <a:off x="604838" y="4807903"/>
            <a:ext cx="8118475" cy="1016000"/>
          </a:xfrm>
          <a:prstGeom prst="rect">
            <a:avLst/>
          </a:prstGeom>
          <a:noFill/>
          <a:ln w="9525">
            <a:noFill/>
          </a:ln>
        </p:spPr>
        <p:txBody>
          <a:bodyPr>
            <a:spAutoFit/>
          </a:bodyPr>
          <a:p>
            <a:pPr>
              <a:lnSpc>
                <a:spcPct val="150000"/>
              </a:lnSpc>
            </a:pPr>
            <a:r>
              <a:rPr lang="en-US" altLang="zh-CN" dirty="0">
                <a:latin typeface="Times New Roman" panose="02020603050405020304" pitchFamily="18" charset="0"/>
              </a:rPr>
              <a:t>        </a:t>
            </a:r>
            <a:r>
              <a:rPr lang="zh-CN" altLang="zh-CN" dirty="0">
                <a:latin typeface="Times New Roman" panose="02020603050405020304" pitchFamily="18" charset="0"/>
              </a:rPr>
              <a:t>传动装置（传动系统）又可分为</a:t>
            </a:r>
            <a:r>
              <a:rPr lang="zh-CN" altLang="zh-CN" dirty="0">
                <a:solidFill>
                  <a:srgbClr val="C00000"/>
                </a:solidFill>
                <a:latin typeface="Times New Roman" panose="02020603050405020304" pitchFamily="18" charset="0"/>
              </a:rPr>
              <a:t>带传动</a:t>
            </a:r>
            <a:r>
              <a:rPr lang="zh-CN" altLang="zh-CN" dirty="0">
                <a:latin typeface="Times New Roman" panose="02020603050405020304" pitchFamily="18" charset="0"/>
              </a:rPr>
              <a:t>、</a:t>
            </a:r>
            <a:r>
              <a:rPr lang="zh-CN" altLang="zh-CN" dirty="0">
                <a:solidFill>
                  <a:srgbClr val="C00000"/>
                </a:solidFill>
                <a:latin typeface="Times New Roman" panose="02020603050405020304" pitchFamily="18" charset="0"/>
              </a:rPr>
              <a:t>齿轮传动</a:t>
            </a:r>
            <a:r>
              <a:rPr lang="zh-CN" altLang="zh-CN" dirty="0">
                <a:latin typeface="Times New Roman" panose="02020603050405020304" pitchFamily="18" charset="0"/>
              </a:rPr>
              <a:t>（齿轮减速器）和</a:t>
            </a:r>
            <a:r>
              <a:rPr lang="zh-CN" altLang="zh-CN" dirty="0">
                <a:solidFill>
                  <a:srgbClr val="C00000"/>
                </a:solidFill>
                <a:latin typeface="Times New Roman" panose="02020603050405020304" pitchFamily="18" charset="0"/>
              </a:rPr>
              <a:t>链传动</a:t>
            </a:r>
            <a:r>
              <a:rPr lang="zh-CN" altLang="zh-CN" dirty="0">
                <a:latin typeface="Times New Roman" panose="02020603050405020304" pitchFamily="18" charset="0"/>
              </a:rPr>
              <a:t>三个部分，同样可拆分成三个相对独立的设计任务。</a:t>
            </a:r>
            <a:endParaRPr lang="zh-CN" altLang="en-US" dirty="0">
              <a:latin typeface="Times New Roman" panose="02020603050405020304" pitchFamily="18" charset="0"/>
            </a:endParaRPr>
          </a:p>
        </p:txBody>
      </p:sp>
      <p:pic>
        <p:nvPicPr>
          <p:cNvPr id="20493" name="Picture 21" descr="NEXT1">
            <a:hlinkClick r:id="" action="ppaction://hlinkshowjump?jump=nextslide"/>
          </p:cNvPr>
          <p:cNvPicPr>
            <a:picLocks noChangeAspect="1"/>
          </p:cNvPicPr>
          <p:nvPr/>
        </p:nvPicPr>
        <p:blipFill>
          <a:blip r:embed="rId6"/>
          <a:stretch>
            <a:fillRect/>
          </a:stretch>
        </p:blipFill>
        <p:spPr>
          <a:xfrm>
            <a:off x="8723313" y="6503988"/>
            <a:ext cx="287337" cy="287337"/>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68964"/>
                                        </p:tgtEl>
                                        <p:attrNameLst>
                                          <p:attrName>style.visibility</p:attrName>
                                        </p:attrNameLst>
                                      </p:cBhvr>
                                      <p:to>
                                        <p:strVal val="visible"/>
                                      </p:to>
                                    </p:set>
                                    <p:anim calcmode="lin" valueType="num">
                                      <p:cBhvr additive="base">
                                        <p:cTn id="7" dur="500" fill="hold"/>
                                        <p:tgtEl>
                                          <p:spTgt spid="168964"/>
                                        </p:tgtEl>
                                        <p:attrNameLst>
                                          <p:attrName>ppt_x</p:attrName>
                                        </p:attrNameLst>
                                      </p:cBhvr>
                                      <p:tavLst>
                                        <p:tav tm="0">
                                          <p:val>
                                            <p:strVal val="0-#ppt_w/2"/>
                                          </p:val>
                                        </p:tav>
                                        <p:tav tm="100000">
                                          <p:val>
                                            <p:strVal val="#ppt_x"/>
                                          </p:val>
                                        </p:tav>
                                      </p:tavLst>
                                    </p:anim>
                                    <p:anim calcmode="lin" valueType="num">
                                      <p:cBhvr additive="base">
                                        <p:cTn id="8" dur="500" fill="hold"/>
                                        <p:tgtEl>
                                          <p:spTgt spid="16896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68975"/>
                                        </p:tgtEl>
                                        <p:attrNameLst>
                                          <p:attrName>style.visibility</p:attrName>
                                        </p:attrNameLst>
                                      </p:cBhvr>
                                      <p:to>
                                        <p:strVal val="visible"/>
                                      </p:to>
                                    </p:set>
                                    <p:anim calcmode="lin" valueType="num">
                                      <p:cBhvr additive="base">
                                        <p:cTn id="13" dur="500" fill="hold"/>
                                        <p:tgtEl>
                                          <p:spTgt spid="168975"/>
                                        </p:tgtEl>
                                        <p:attrNameLst>
                                          <p:attrName>ppt_x</p:attrName>
                                        </p:attrNameLst>
                                      </p:cBhvr>
                                      <p:tavLst>
                                        <p:tav tm="0">
                                          <p:val>
                                            <p:strVal val="0-#ppt_w/2"/>
                                          </p:val>
                                        </p:tav>
                                        <p:tav tm="100000">
                                          <p:val>
                                            <p:strVal val="#ppt_x"/>
                                          </p:val>
                                        </p:tav>
                                      </p:tavLst>
                                    </p:anim>
                                    <p:anim calcmode="lin" valueType="num">
                                      <p:cBhvr additive="base">
                                        <p:cTn id="14" dur="500" fill="hold"/>
                                        <p:tgtEl>
                                          <p:spTgt spid="16897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wipe(left)">
                                      <p:cBhvr>
                                        <p:cTn id="24" dur="500"/>
                                        <p:tgtEl>
                                          <p:spTgt spid="21"/>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wipe(left)">
                                      <p:cBhvr>
                                        <p:cTn id="29" dur="500"/>
                                        <p:tgtEl>
                                          <p:spTgt spid="4"/>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11"/>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12"/>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14"/>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wipe(left)">
                                      <p:cBhvr>
                                        <p:cTn id="4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75" grpId="0"/>
      <p:bldP spid="21" grpId="0"/>
      <p:bldP spid="2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2"/>
          <p:cNvSpPr>
            <a:spLocks noGrp="1"/>
          </p:cNvSpPr>
          <p:nvPr>
            <p:ph type="title"/>
          </p:nvPr>
        </p:nvSpPr>
        <p:spPr>
          <a:xfrm>
            <a:off x="7010400" y="838200"/>
            <a:ext cx="1447800" cy="228600"/>
          </a:xfrm>
          <a:noFill/>
          <a:ln>
            <a:noFill/>
          </a:ln>
        </p:spPr>
        <p:txBody>
          <a:bodyPr/>
          <a:p>
            <a:pPr eaLnBrk="1" hangingPunct="1"/>
            <a:r>
              <a:rPr lang="zh-CN" altLang="en-US" sz="800" dirty="0">
                <a:solidFill>
                  <a:schemeClr val="bg1"/>
                </a:solidFill>
              </a:rPr>
              <a:t>第二节</a:t>
            </a:r>
            <a:endParaRPr lang="zh-CN" altLang="en-US" sz="800" dirty="0">
              <a:solidFill>
                <a:schemeClr val="bg1"/>
              </a:solidFill>
            </a:endParaRPr>
          </a:p>
        </p:txBody>
      </p:sp>
      <p:pic>
        <p:nvPicPr>
          <p:cNvPr id="168964" name="Picture 4" descr="rewind1">
            <a:hlinkClick r:id="" action="ppaction://hlinkshowjump?jump=firstslide"/>
          </p:cNvPr>
          <p:cNvPicPr>
            <a:picLocks noChangeAspect="1"/>
          </p:cNvPicPr>
          <p:nvPr/>
        </p:nvPicPr>
        <p:blipFill>
          <a:blip r:embed="rId1"/>
          <a:stretch>
            <a:fillRect/>
          </a:stretch>
        </p:blipFill>
        <p:spPr>
          <a:xfrm>
            <a:off x="8129588" y="6503988"/>
            <a:ext cx="285750" cy="287337"/>
          </a:xfrm>
          <a:prstGeom prst="rect">
            <a:avLst/>
          </a:prstGeom>
          <a:noFill/>
          <a:ln w="9525">
            <a:noFill/>
          </a:ln>
        </p:spPr>
      </p:pic>
      <p:sp>
        <p:nvSpPr>
          <p:cNvPr id="168975" name="Text Box 15"/>
          <p:cNvSpPr txBox="1"/>
          <p:nvPr/>
        </p:nvSpPr>
        <p:spPr>
          <a:xfrm>
            <a:off x="6608763" y="6099175"/>
            <a:ext cx="279400" cy="549275"/>
          </a:xfrm>
          <a:prstGeom prst="rect">
            <a:avLst/>
          </a:prstGeom>
          <a:noFill/>
          <a:ln w="9525">
            <a:noFill/>
          </a:ln>
        </p:spPr>
        <p:txBody>
          <a:bodyPr wrap="none">
            <a:spAutoFit/>
          </a:bodyPr>
          <a:p>
            <a:pPr eaLnBrk="1" hangingPunct="1"/>
            <a:r>
              <a:rPr lang="en-US" altLang="zh-CN" sz="3000" dirty="0">
                <a:latin typeface="Times New Roman" panose="02020603050405020304" pitchFamily="18" charset="0"/>
              </a:rPr>
              <a:t> </a:t>
            </a:r>
            <a:endParaRPr lang="en-US" altLang="zh-CN" sz="3000" dirty="0">
              <a:latin typeface="Times New Roman" panose="02020603050405020304" pitchFamily="18" charset="0"/>
            </a:endParaRPr>
          </a:p>
        </p:txBody>
      </p:sp>
      <p:sp>
        <p:nvSpPr>
          <p:cNvPr id="21509" name="文本框 3"/>
          <p:cNvSpPr txBox="1"/>
          <p:nvPr/>
        </p:nvSpPr>
        <p:spPr>
          <a:xfrm>
            <a:off x="746125" y="56833"/>
            <a:ext cx="3417888" cy="522287"/>
          </a:xfrm>
          <a:prstGeom prst="rect">
            <a:avLst/>
          </a:prstGeom>
          <a:noFill/>
          <a:ln w="9525">
            <a:noFill/>
          </a:ln>
        </p:spPr>
        <p:txBody>
          <a:bodyPr wrap="none">
            <a:spAutoFit/>
          </a:bodyPr>
          <a:p>
            <a:r>
              <a:rPr lang="zh-CN" altLang="zh-CN" sz="2800" dirty="0">
                <a:solidFill>
                  <a:schemeClr val="bg1"/>
                </a:solidFill>
                <a:latin typeface="黑体" panose="02010609060101010101" pitchFamily="49" charset="-122"/>
                <a:ea typeface="黑体" panose="02010609060101010101" pitchFamily="49" charset="-122"/>
              </a:rPr>
              <a:t>整体设计任务的拆分</a:t>
            </a:r>
            <a:endParaRPr lang="zh-CN" altLang="zh-CN" sz="2800" dirty="0">
              <a:solidFill>
                <a:schemeClr val="bg1"/>
              </a:solidFill>
              <a:latin typeface="黑体" panose="02010609060101010101" pitchFamily="49" charset="-122"/>
              <a:ea typeface="黑体" panose="02010609060101010101" pitchFamily="49" charset="-122"/>
            </a:endParaRPr>
          </a:p>
        </p:txBody>
      </p:sp>
      <p:pic>
        <p:nvPicPr>
          <p:cNvPr id="21510" name="Picture 471" descr="back1">
            <a:hlinkClick r:id="" action="ppaction://hlinkshowjump?jump=previousslide"/>
          </p:cNvPr>
          <p:cNvPicPr>
            <a:picLocks noChangeAspect="1"/>
          </p:cNvPicPr>
          <p:nvPr/>
        </p:nvPicPr>
        <p:blipFill>
          <a:blip r:embed="rId2"/>
          <a:stretch>
            <a:fillRect/>
          </a:stretch>
        </p:blipFill>
        <p:spPr>
          <a:xfrm>
            <a:off x="8532813" y="6503988"/>
            <a:ext cx="287337" cy="287337"/>
          </a:xfrm>
          <a:prstGeom prst="rect">
            <a:avLst/>
          </a:prstGeom>
          <a:noFill/>
          <a:ln w="9525">
            <a:noFill/>
          </a:ln>
        </p:spPr>
      </p:pic>
      <p:pic>
        <p:nvPicPr>
          <p:cNvPr id="9" name="图片 8"/>
          <p:cNvPicPr>
            <a:picLocks noChangeAspect="1"/>
          </p:cNvPicPr>
          <p:nvPr/>
        </p:nvPicPr>
        <p:blipFill>
          <a:blip r:embed="rId3"/>
          <a:stretch>
            <a:fillRect/>
          </a:stretch>
        </p:blipFill>
        <p:spPr>
          <a:xfrm>
            <a:off x="5616575" y="1368425"/>
            <a:ext cx="2798763" cy="2944813"/>
          </a:xfrm>
          <a:prstGeom prst="rect">
            <a:avLst/>
          </a:prstGeom>
          <a:noFill/>
          <a:ln w="9525">
            <a:noFill/>
          </a:ln>
        </p:spPr>
      </p:pic>
      <p:sp>
        <p:nvSpPr>
          <p:cNvPr id="11" name="矩形 10"/>
          <p:cNvSpPr>
            <a:spLocks noRot="1" noChangeAspect="1" noMove="1" noResize="1" noEditPoints="1" noAdjustHandles="1" noChangeArrowheads="1" noChangeShapeType="1" noTextEdit="1"/>
          </p:cNvSpPr>
          <p:nvPr/>
        </p:nvSpPr>
        <p:spPr>
          <a:xfrm>
            <a:off x="6118017" y="1093851"/>
            <a:ext cx="526684" cy="400110"/>
          </a:xfrm>
          <a:prstGeom prst="rect">
            <a:avLst/>
          </a:prstGeom>
          <a:blipFill>
            <a:blip r:embed="rId4"/>
            <a:stretch>
              <a:fillRect/>
            </a:stretch>
          </a:blipFill>
        </p:spPr>
        <p:txBody>
          <a:bodyPr/>
          <a:lstStyle/>
          <a:p>
            <a:r>
              <a:rPr lang="zh-CN" altLang="en-US">
                <a:noFill/>
              </a:rPr>
              <a:t> </a:t>
            </a:r>
            <a:endParaRPr lang="zh-CN" altLang="en-US">
              <a:noFill/>
            </a:endParaRPr>
          </a:p>
        </p:txBody>
      </p:sp>
      <p:sp>
        <p:nvSpPr>
          <p:cNvPr id="12" name="矩形 11"/>
          <p:cNvSpPr>
            <a:spLocks noRot="1" noChangeAspect="1" noMove="1" noResize="1" noEditPoints="1" noAdjustHandles="1" noChangeArrowheads="1" noChangeShapeType="1" noTextEdit="1"/>
          </p:cNvSpPr>
          <p:nvPr/>
        </p:nvSpPr>
        <p:spPr>
          <a:xfrm>
            <a:off x="6443947" y="1081670"/>
            <a:ext cx="565539" cy="400110"/>
          </a:xfrm>
          <a:prstGeom prst="rect">
            <a:avLst/>
          </a:prstGeom>
          <a:blipFill>
            <a:blip r:embed="rId5"/>
            <a:stretch>
              <a:fillRect/>
            </a:stretch>
          </a:blipFill>
        </p:spPr>
        <p:txBody>
          <a:bodyPr/>
          <a:lstStyle/>
          <a:p>
            <a:r>
              <a:rPr lang="zh-CN" altLang="en-US">
                <a:noFill/>
              </a:rPr>
              <a:t> </a:t>
            </a:r>
            <a:endParaRPr lang="zh-CN" altLang="en-US">
              <a:noFill/>
            </a:endParaRPr>
          </a:p>
        </p:txBody>
      </p:sp>
      <p:cxnSp>
        <p:nvCxnSpPr>
          <p:cNvPr id="14" name="直接连接符 13"/>
          <p:cNvCxnSpPr/>
          <p:nvPr/>
        </p:nvCxnSpPr>
        <p:spPr>
          <a:xfrm flipH="1" flipV="1">
            <a:off x="6526213" y="1349375"/>
            <a:ext cx="180975" cy="747713"/>
          </a:xfrm>
          <a:prstGeom prst="line">
            <a:avLst/>
          </a:prstGeom>
          <a:ln w="9525" cap="flat" cmpd="sng">
            <a:solidFill>
              <a:schemeClr val="tx1"/>
            </a:solidFill>
            <a:prstDash val="solid"/>
            <a:headEnd type="none" w="med" len="med"/>
            <a:tailEnd type="none" w="med" len="med"/>
          </a:ln>
        </p:spPr>
      </p:cxnSp>
      <p:sp>
        <p:nvSpPr>
          <p:cNvPr id="21" name="文本框 20"/>
          <p:cNvSpPr txBox="1"/>
          <p:nvPr/>
        </p:nvSpPr>
        <p:spPr>
          <a:xfrm>
            <a:off x="6726238" y="4138613"/>
            <a:ext cx="993775" cy="307975"/>
          </a:xfrm>
          <a:prstGeom prst="rect">
            <a:avLst/>
          </a:prstGeom>
          <a:noFill/>
          <a:ln w="9525">
            <a:noFill/>
          </a:ln>
        </p:spPr>
        <p:txBody>
          <a:bodyPr wrap="none">
            <a:spAutoFit/>
          </a:bodyPr>
          <a:p>
            <a:r>
              <a:rPr lang="zh-CN" altLang="en-US" sz="1400" dirty="0">
                <a:latin typeface="Times New Roman" panose="02020603050405020304" pitchFamily="18" charset="0"/>
              </a:rPr>
              <a:t>传动方案</a:t>
            </a:r>
            <a:r>
              <a:rPr lang="en-US" altLang="zh-CN" sz="1400" dirty="0">
                <a:latin typeface="Times New Roman" panose="02020603050405020304" pitchFamily="18" charset="0"/>
              </a:rPr>
              <a:t>1</a:t>
            </a:r>
            <a:endParaRPr lang="zh-CN" altLang="en-US" sz="1400" dirty="0">
              <a:latin typeface="Times New Roman" panose="02020603050405020304" pitchFamily="18" charset="0"/>
            </a:endParaRPr>
          </a:p>
        </p:txBody>
      </p:sp>
      <p:sp>
        <p:nvSpPr>
          <p:cNvPr id="2" name="文本框 1"/>
          <p:cNvSpPr txBox="1"/>
          <p:nvPr/>
        </p:nvSpPr>
        <p:spPr>
          <a:xfrm>
            <a:off x="492125" y="1066483"/>
            <a:ext cx="4864100" cy="1477962"/>
          </a:xfrm>
          <a:prstGeom prst="rect">
            <a:avLst/>
          </a:prstGeom>
          <a:noFill/>
          <a:ln w="9525">
            <a:noFill/>
          </a:ln>
        </p:spPr>
        <p:txBody>
          <a:bodyPr>
            <a:spAutoFit/>
          </a:bodyPr>
          <a:p>
            <a:pPr>
              <a:lnSpc>
                <a:spcPct val="150000"/>
              </a:lnSpc>
            </a:pPr>
            <a:r>
              <a:rPr lang="en-US" altLang="zh-CN" dirty="0">
                <a:latin typeface="Times New Roman" panose="02020603050405020304" pitchFamily="18" charset="0"/>
              </a:rPr>
              <a:t>        </a:t>
            </a:r>
            <a:r>
              <a:rPr lang="zh-CN" altLang="zh-CN" dirty="0">
                <a:latin typeface="Times New Roman" panose="02020603050405020304" pitchFamily="18" charset="0"/>
              </a:rPr>
              <a:t>从现在开始就统一把传动方案</a:t>
            </a:r>
            <a:r>
              <a:rPr lang="en-US" altLang="zh-CN" dirty="0">
                <a:latin typeface="Times New Roman" panose="02020603050405020304" pitchFamily="18" charset="0"/>
              </a:rPr>
              <a:t>1</a:t>
            </a:r>
            <a:r>
              <a:rPr lang="zh-CN" altLang="zh-CN" dirty="0">
                <a:latin typeface="Times New Roman" panose="02020603050405020304" pitchFamily="18" charset="0"/>
              </a:rPr>
              <a:t>中的“二级圆柱齿轮减速器”作为一个独立的</a:t>
            </a:r>
            <a:r>
              <a:rPr lang="zh-CN" altLang="zh-CN" dirty="0">
                <a:solidFill>
                  <a:srgbClr val="C00000"/>
                </a:solidFill>
                <a:latin typeface="Times New Roman" panose="02020603050405020304" pitchFamily="18" charset="0"/>
              </a:rPr>
              <a:t>课程设计任务</a:t>
            </a:r>
            <a:r>
              <a:rPr lang="zh-CN" altLang="zh-CN" dirty="0">
                <a:latin typeface="Times New Roman" panose="02020603050405020304" pitchFamily="18" charset="0"/>
              </a:rPr>
              <a:t>来完成</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sp>
        <p:nvSpPr>
          <p:cNvPr id="3" name="文本框 2"/>
          <p:cNvSpPr txBox="1"/>
          <p:nvPr/>
        </p:nvSpPr>
        <p:spPr>
          <a:xfrm>
            <a:off x="501650" y="2632075"/>
            <a:ext cx="4919663" cy="2346325"/>
          </a:xfrm>
          <a:prstGeom prst="rect">
            <a:avLst/>
          </a:prstGeom>
          <a:noFill/>
          <a:ln w="9525">
            <a:noFill/>
          </a:ln>
        </p:spPr>
        <p:txBody>
          <a:bodyPr>
            <a:spAutoFit/>
          </a:bodyPr>
          <a:p>
            <a:pPr>
              <a:lnSpc>
                <a:spcPct val="150000"/>
              </a:lnSpc>
            </a:pPr>
            <a:r>
              <a:rPr lang="en-US" altLang="zh-CN" dirty="0">
                <a:latin typeface="Times New Roman" panose="02020603050405020304" pitchFamily="18" charset="0"/>
              </a:rPr>
              <a:t>       </a:t>
            </a:r>
            <a:r>
              <a:rPr lang="zh-CN" altLang="en-US" dirty="0">
                <a:latin typeface="Times New Roman" panose="02020603050405020304" pitchFamily="18" charset="0"/>
              </a:rPr>
              <a:t>要求必</a:t>
            </a:r>
            <a:r>
              <a:rPr lang="zh-CN" altLang="zh-CN" dirty="0">
                <a:latin typeface="Times New Roman" panose="02020603050405020304" pitchFamily="18" charset="0"/>
              </a:rPr>
              <a:t>须在这学期</a:t>
            </a:r>
            <a:r>
              <a:rPr lang="zh-CN" altLang="en-US" dirty="0">
                <a:latin typeface="Times New Roman" panose="02020603050405020304" pitchFamily="18" charset="0"/>
              </a:rPr>
              <a:t>末</a:t>
            </a:r>
            <a:r>
              <a:rPr lang="zh-CN" altLang="zh-CN" dirty="0">
                <a:latin typeface="Times New Roman" panose="02020603050405020304" pitchFamily="18" charset="0"/>
              </a:rPr>
              <a:t>进入《机械设计课程设计》之前利用课余时间尽可能多地完成齿轮减速器设计任务里的</a:t>
            </a:r>
            <a:r>
              <a:rPr lang="zh-CN" altLang="zh-CN" dirty="0">
                <a:solidFill>
                  <a:srgbClr val="C00000"/>
                </a:solidFill>
                <a:latin typeface="Times New Roman" panose="02020603050405020304" pitchFamily="18" charset="0"/>
              </a:rPr>
              <a:t>部分结构设计工作</a:t>
            </a:r>
            <a:r>
              <a:rPr lang="zh-CN" altLang="zh-CN" dirty="0">
                <a:latin typeface="Times New Roman" panose="02020603050405020304" pitchFamily="18" charset="0"/>
              </a:rPr>
              <a:t>和</a:t>
            </a:r>
            <a:r>
              <a:rPr lang="zh-CN" altLang="zh-CN" dirty="0">
                <a:solidFill>
                  <a:srgbClr val="C00000"/>
                </a:solidFill>
                <a:latin typeface="Times New Roman" panose="02020603050405020304" pitchFamily="18" charset="0"/>
              </a:rPr>
              <a:t>全部计算工作</a:t>
            </a:r>
            <a:r>
              <a:rPr lang="zh-CN" altLang="zh-CN" dirty="0">
                <a:latin typeface="Times New Roman" panose="02020603050405020304" pitchFamily="18" charset="0"/>
              </a:rPr>
              <a:t>，以便进入课程设计之后你能够完全专注于结构设计本身，</a:t>
            </a:r>
            <a:endParaRPr lang="zh-CN" altLang="zh-CN" dirty="0">
              <a:latin typeface="Times New Roman" panose="02020603050405020304" pitchFamily="18" charset="0"/>
            </a:endParaRPr>
          </a:p>
        </p:txBody>
      </p:sp>
      <p:sp>
        <p:nvSpPr>
          <p:cNvPr id="5" name="文本框 4"/>
          <p:cNvSpPr txBox="1"/>
          <p:nvPr/>
        </p:nvSpPr>
        <p:spPr>
          <a:xfrm>
            <a:off x="5076825" y="4446588"/>
            <a:ext cx="3262313" cy="554037"/>
          </a:xfrm>
          <a:prstGeom prst="rect">
            <a:avLst/>
          </a:prstGeom>
          <a:noFill/>
          <a:ln w="9525">
            <a:noFill/>
          </a:ln>
        </p:spPr>
        <p:txBody>
          <a:bodyPr wrap="none">
            <a:spAutoFit/>
          </a:bodyPr>
          <a:p>
            <a:pPr>
              <a:lnSpc>
                <a:spcPct val="150000"/>
              </a:lnSpc>
            </a:pPr>
            <a:r>
              <a:rPr lang="zh-CN" altLang="zh-CN" dirty="0">
                <a:latin typeface="Times New Roman" panose="02020603050405020304" pitchFamily="18" charset="0"/>
              </a:rPr>
              <a:t>并为撰写设计计算说明书和</a:t>
            </a:r>
            <a:endParaRPr lang="zh-CN" altLang="zh-CN" dirty="0">
              <a:latin typeface="Times New Roman" panose="02020603050405020304" pitchFamily="18" charset="0"/>
            </a:endParaRPr>
          </a:p>
        </p:txBody>
      </p:sp>
      <p:sp>
        <p:nvSpPr>
          <p:cNvPr id="6" name="文本框 5"/>
          <p:cNvSpPr txBox="1"/>
          <p:nvPr/>
        </p:nvSpPr>
        <p:spPr>
          <a:xfrm>
            <a:off x="501650" y="4916488"/>
            <a:ext cx="5057775" cy="500062"/>
          </a:xfrm>
          <a:prstGeom prst="rect">
            <a:avLst/>
          </a:prstGeom>
          <a:noFill/>
          <a:ln w="9525">
            <a:noFill/>
          </a:ln>
        </p:spPr>
        <p:txBody>
          <a:bodyPr wrap="none">
            <a:spAutoFit/>
          </a:bodyPr>
          <a:p>
            <a:pPr>
              <a:lnSpc>
                <a:spcPct val="150000"/>
              </a:lnSpc>
            </a:pPr>
            <a:r>
              <a:rPr lang="zh-CN" altLang="zh-CN" dirty="0">
                <a:latin typeface="Times New Roman" panose="02020603050405020304" pitchFamily="18" charset="0"/>
              </a:rPr>
              <a:t>其它相关工作预留出</a:t>
            </a:r>
            <a:r>
              <a:rPr lang="zh-CN" altLang="en-US" dirty="0">
                <a:latin typeface="Times New Roman" panose="02020603050405020304" pitchFamily="18" charset="0"/>
              </a:rPr>
              <a:t>足够的</a:t>
            </a:r>
            <a:r>
              <a:rPr lang="zh-CN" altLang="zh-CN" dirty="0">
                <a:latin typeface="Times New Roman" panose="02020603050405020304" pitchFamily="18" charset="0"/>
              </a:rPr>
              <a:t>课程设计时间。</a:t>
            </a:r>
            <a:endParaRPr lang="zh-CN" altLang="zh-CN" dirty="0">
              <a:latin typeface="Times New Roman" panose="02020603050405020304" pitchFamily="18" charset="0"/>
            </a:endParaRPr>
          </a:p>
        </p:txBody>
      </p:sp>
      <p:sp>
        <p:nvSpPr>
          <p:cNvPr id="7" name="文本框 6"/>
          <p:cNvSpPr txBox="1"/>
          <p:nvPr/>
        </p:nvSpPr>
        <p:spPr>
          <a:xfrm>
            <a:off x="501650" y="5416550"/>
            <a:ext cx="7847013" cy="1016000"/>
          </a:xfrm>
          <a:prstGeom prst="rect">
            <a:avLst/>
          </a:prstGeom>
          <a:noFill/>
          <a:ln w="9525">
            <a:noFill/>
          </a:ln>
        </p:spPr>
        <p:txBody>
          <a:bodyPr>
            <a:spAutoFit/>
          </a:bodyPr>
          <a:p>
            <a:pPr>
              <a:lnSpc>
                <a:spcPct val="150000"/>
              </a:lnSpc>
            </a:pPr>
            <a:r>
              <a:rPr lang="en-US" altLang="zh-CN" dirty="0">
                <a:latin typeface="Times New Roman" panose="02020603050405020304" pitchFamily="18" charset="0"/>
              </a:rPr>
              <a:t>        </a:t>
            </a:r>
            <a:r>
              <a:rPr lang="zh-CN" altLang="zh-CN" dirty="0">
                <a:solidFill>
                  <a:srgbClr val="FF0000"/>
                </a:solidFill>
                <a:latin typeface="Times New Roman" panose="02020603050405020304" pitchFamily="18" charset="0"/>
              </a:rPr>
              <a:t>齿轮传动减速器设计又是本篇章的重中之重，所有人都必须予以高度重视并付出艰苦努力掌握它</a:t>
            </a:r>
            <a:r>
              <a:rPr lang="zh-CN" altLang="en-US" dirty="0">
                <a:solidFill>
                  <a:srgbClr val="FF0000"/>
                </a:solidFill>
                <a:latin typeface="Times New Roman" panose="02020603050405020304" pitchFamily="18" charset="0"/>
              </a:rPr>
              <a:t>。</a:t>
            </a:r>
            <a:endParaRPr lang="zh-CN" altLang="zh-CN" dirty="0">
              <a:solidFill>
                <a:srgbClr val="FF0000"/>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68964"/>
                                        </p:tgtEl>
                                        <p:attrNameLst>
                                          <p:attrName>style.visibility</p:attrName>
                                        </p:attrNameLst>
                                      </p:cBhvr>
                                      <p:to>
                                        <p:strVal val="visible"/>
                                      </p:to>
                                    </p:set>
                                    <p:anim calcmode="lin" valueType="num">
                                      <p:cBhvr additive="base">
                                        <p:cTn id="7" dur="500" fill="hold"/>
                                        <p:tgtEl>
                                          <p:spTgt spid="168964"/>
                                        </p:tgtEl>
                                        <p:attrNameLst>
                                          <p:attrName>ppt_x</p:attrName>
                                        </p:attrNameLst>
                                      </p:cBhvr>
                                      <p:tavLst>
                                        <p:tav tm="0">
                                          <p:val>
                                            <p:strVal val="0-#ppt_w/2"/>
                                          </p:val>
                                        </p:tav>
                                        <p:tav tm="100000">
                                          <p:val>
                                            <p:strVal val="#ppt_x"/>
                                          </p:val>
                                        </p:tav>
                                      </p:tavLst>
                                    </p:anim>
                                    <p:anim calcmode="lin" valueType="num">
                                      <p:cBhvr additive="base">
                                        <p:cTn id="8" dur="500" fill="hold"/>
                                        <p:tgtEl>
                                          <p:spTgt spid="16896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68975"/>
                                        </p:tgtEl>
                                        <p:attrNameLst>
                                          <p:attrName>style.visibility</p:attrName>
                                        </p:attrNameLst>
                                      </p:cBhvr>
                                      <p:to>
                                        <p:strVal val="visible"/>
                                      </p:to>
                                    </p:set>
                                    <p:anim calcmode="lin" valueType="num">
                                      <p:cBhvr additive="base">
                                        <p:cTn id="13" dur="500" fill="hold"/>
                                        <p:tgtEl>
                                          <p:spTgt spid="168975"/>
                                        </p:tgtEl>
                                        <p:attrNameLst>
                                          <p:attrName>ppt_x</p:attrName>
                                        </p:attrNameLst>
                                      </p:cBhvr>
                                      <p:tavLst>
                                        <p:tav tm="0">
                                          <p:val>
                                            <p:strVal val="0-#ppt_w/2"/>
                                          </p:val>
                                        </p:tav>
                                        <p:tav tm="100000">
                                          <p:val>
                                            <p:strVal val="#ppt_x"/>
                                          </p:val>
                                        </p:tav>
                                      </p:tavLst>
                                    </p:anim>
                                    <p:anim calcmode="lin" valueType="num">
                                      <p:cBhvr additive="base">
                                        <p:cTn id="14" dur="500" fill="hold"/>
                                        <p:tgtEl>
                                          <p:spTgt spid="16897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wipe(left)">
                                      <p:cBhvr>
                                        <p:cTn id="24" dur="500"/>
                                        <p:tgtEl>
                                          <p:spTgt spid="21"/>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wipe(left)">
                                      <p:cBhvr>
                                        <p:cTn id="37" dur="500"/>
                                        <p:tgtEl>
                                          <p:spTgt spid="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wipe(left)">
                                      <p:cBhvr>
                                        <p:cTn id="42" dur="500"/>
                                        <p:tgtEl>
                                          <p:spTgt spid="3"/>
                                        </p:tgtEl>
                                      </p:cBhvr>
                                    </p:animEffect>
                                  </p:childTnLst>
                                </p:cTn>
                              </p:par>
                              <p:par>
                                <p:cTn id="43" presetID="22" presetClass="entr" presetSubtype="8" fill="hold" grpId="0" nodeType="withEffect">
                                  <p:stCondLst>
                                    <p:cond delay="0"/>
                                  </p:stCondLst>
                                  <p:childTnLst>
                                    <p:set>
                                      <p:cBhvr>
                                        <p:cTn id="44" dur="1" fill="hold">
                                          <p:stCondLst>
                                            <p:cond delay="0"/>
                                          </p:stCondLst>
                                        </p:cTn>
                                        <p:tgtEl>
                                          <p:spTgt spid="5"/>
                                        </p:tgtEl>
                                        <p:attrNameLst>
                                          <p:attrName>style.visibility</p:attrName>
                                        </p:attrNameLst>
                                      </p:cBhvr>
                                      <p:to>
                                        <p:strVal val="visible"/>
                                      </p:to>
                                    </p:set>
                                    <p:animEffect transition="in" filter="wipe(left)">
                                      <p:cBhvr>
                                        <p:cTn id="45" dur="500"/>
                                        <p:tgtEl>
                                          <p:spTgt spid="5"/>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6"/>
                                        </p:tgtEl>
                                        <p:attrNameLst>
                                          <p:attrName>style.visibility</p:attrName>
                                        </p:attrNameLst>
                                      </p:cBhvr>
                                      <p:to>
                                        <p:strVal val="visible"/>
                                      </p:to>
                                    </p:set>
                                    <p:animEffect transition="in" filter="wipe(left)">
                                      <p:cBhvr>
                                        <p:cTn id="48" dur="500"/>
                                        <p:tgtEl>
                                          <p:spTgt spid="6"/>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7"/>
                                        </p:tgtEl>
                                        <p:attrNameLst>
                                          <p:attrName>style.visibility</p:attrName>
                                        </p:attrNameLst>
                                      </p:cBhvr>
                                      <p:to>
                                        <p:strVal val="visible"/>
                                      </p:to>
                                    </p:set>
                                    <p:animEffect transition="in" filter="wipe(left)">
                                      <p:cBhvr>
                                        <p:cTn id="5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75" grpId="0"/>
      <p:bldP spid="21" grpId="0"/>
      <p:bldP spid="2" grpId="0"/>
      <p:bldP spid="3" grpId="0"/>
      <p:bldP spid="5" grpId="0"/>
      <p:bldP spid="6" grpId="0"/>
      <p:bldP spid="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828675" y="97790"/>
            <a:ext cx="5180330" cy="460375"/>
          </a:xfrm>
          <a:prstGeom prst="rect">
            <a:avLst/>
          </a:prstGeom>
          <a:noFill/>
        </p:spPr>
        <p:txBody>
          <a:bodyPr wrap="square" rtlCol="0">
            <a:spAutoFit/>
          </a:bodyPr>
          <a:p>
            <a:r>
              <a:rPr lang="zh-CN" altLang="en-US" sz="2400">
                <a:solidFill>
                  <a:schemeClr val="bg1"/>
                </a:solidFill>
                <a:latin typeface="黑体" panose="02010609060101010101" pitchFamily="49" charset="-122"/>
                <a:ea typeface="黑体" panose="02010609060101010101" pitchFamily="49" charset="-122"/>
                <a:cs typeface="黑体" panose="02010609060101010101" pitchFamily="49" charset="-122"/>
              </a:rPr>
              <a:t>传动方案</a:t>
            </a:r>
            <a:r>
              <a:rPr lang="en-US" altLang="zh-CN" sz="2400">
                <a:solidFill>
                  <a:schemeClr val="bg1"/>
                </a:solidFill>
                <a:latin typeface="黑体" panose="02010609060101010101" pitchFamily="49" charset="-122"/>
                <a:ea typeface="黑体" panose="02010609060101010101" pitchFamily="49" charset="-122"/>
                <a:cs typeface="黑体" panose="02010609060101010101" pitchFamily="49" charset="-122"/>
              </a:rPr>
              <a:t>1</a:t>
            </a:r>
            <a:r>
              <a:rPr lang="zh-CN" altLang="en-US" sz="2400">
                <a:solidFill>
                  <a:schemeClr val="bg1"/>
                </a:solidFill>
                <a:latin typeface="黑体" panose="02010609060101010101" pitchFamily="49" charset="-122"/>
                <a:ea typeface="黑体" panose="02010609060101010101" pitchFamily="49" charset="-122"/>
                <a:cs typeface="黑体" panose="02010609060101010101" pitchFamily="49" charset="-122"/>
              </a:rPr>
              <a:t>传动系统特性参数计算</a:t>
            </a:r>
            <a:endParaRPr lang="zh-CN" altLang="en-US" sz="2400">
              <a:solidFill>
                <a:schemeClr val="bg1"/>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文本框 4"/>
          <p:cNvSpPr txBox="1"/>
          <p:nvPr/>
        </p:nvSpPr>
        <p:spPr>
          <a:xfrm>
            <a:off x="546100" y="1200150"/>
            <a:ext cx="5862320" cy="460375"/>
          </a:xfrm>
          <a:prstGeom prst="rect">
            <a:avLst/>
          </a:prstGeom>
          <a:noFill/>
          <a:ln>
            <a:solidFill>
              <a:srgbClr val="00B0F0"/>
            </a:solidFill>
          </a:ln>
        </p:spPr>
        <p:txBody>
          <a:bodyPr wrap="square" rtlCol="0">
            <a:spAutoFit/>
          </a:bodyPr>
          <a:p>
            <a:r>
              <a:rPr lang="zh-CN" altLang="en-US" sz="2400">
                <a:solidFill>
                  <a:srgbClr val="002060"/>
                </a:solidFill>
                <a:latin typeface="黑体" panose="02010609060101010101" pitchFamily="49" charset="-122"/>
                <a:ea typeface="黑体" panose="02010609060101010101" pitchFamily="49" charset="-122"/>
              </a:rPr>
              <a:t>（一）求传动系统总效率和电动机功率</a:t>
            </a:r>
            <a:endParaRPr lang="zh-CN" altLang="en-US" sz="2400">
              <a:solidFill>
                <a:srgbClr val="002060"/>
              </a:solidFill>
              <a:latin typeface="黑体" panose="02010609060101010101" pitchFamily="49" charset="-122"/>
              <a:ea typeface="黑体" panose="02010609060101010101" pitchFamily="49" charset="-122"/>
            </a:endParaRPr>
          </a:p>
        </p:txBody>
      </p:sp>
      <p:sp>
        <p:nvSpPr>
          <p:cNvPr id="6" name="文本框 5"/>
          <p:cNvSpPr txBox="1"/>
          <p:nvPr/>
        </p:nvSpPr>
        <p:spPr>
          <a:xfrm>
            <a:off x="487680" y="1887855"/>
            <a:ext cx="5862320" cy="460375"/>
          </a:xfrm>
          <a:prstGeom prst="rect">
            <a:avLst/>
          </a:prstGeom>
          <a:noFill/>
          <a:ln>
            <a:solidFill>
              <a:srgbClr val="00B0F0"/>
            </a:solidFill>
          </a:ln>
        </p:spPr>
        <p:txBody>
          <a:bodyPr wrap="square" rtlCol="0">
            <a:spAutoFit/>
          </a:bodyPr>
          <a:p>
            <a:r>
              <a:rPr lang="zh-CN" altLang="en-US" sz="2400">
                <a:solidFill>
                  <a:srgbClr val="002060"/>
                </a:solidFill>
                <a:latin typeface="黑体" panose="02010609060101010101" pitchFamily="49" charset="-122"/>
                <a:ea typeface="黑体" panose="02010609060101010101" pitchFamily="49" charset="-122"/>
              </a:rPr>
              <a:t>（二）选择电动机</a:t>
            </a:r>
            <a:endParaRPr lang="zh-CN" altLang="en-US" sz="2400">
              <a:solidFill>
                <a:srgbClr val="002060"/>
              </a:solidFill>
              <a:latin typeface="黑体" panose="02010609060101010101" pitchFamily="49" charset="-122"/>
              <a:ea typeface="黑体" panose="02010609060101010101" pitchFamily="49" charset="-122"/>
            </a:endParaRPr>
          </a:p>
        </p:txBody>
      </p:sp>
      <p:sp>
        <p:nvSpPr>
          <p:cNvPr id="7" name="文本框 6"/>
          <p:cNvSpPr txBox="1"/>
          <p:nvPr/>
        </p:nvSpPr>
        <p:spPr>
          <a:xfrm>
            <a:off x="546100" y="2575560"/>
            <a:ext cx="5862320" cy="460375"/>
          </a:xfrm>
          <a:prstGeom prst="rect">
            <a:avLst/>
          </a:prstGeom>
          <a:noFill/>
          <a:ln>
            <a:solidFill>
              <a:srgbClr val="00B0F0"/>
            </a:solidFill>
          </a:ln>
        </p:spPr>
        <p:txBody>
          <a:bodyPr wrap="square" rtlCol="0">
            <a:spAutoFit/>
          </a:bodyPr>
          <a:p>
            <a:r>
              <a:rPr lang="zh-CN" altLang="en-US" sz="2400">
                <a:solidFill>
                  <a:srgbClr val="002060"/>
                </a:solidFill>
                <a:latin typeface="黑体" panose="02010609060101010101" pitchFamily="49" charset="-122"/>
                <a:ea typeface="黑体" panose="02010609060101010101" pitchFamily="49" charset="-122"/>
              </a:rPr>
              <a:t>（三）总传动比及各级传动比分配</a:t>
            </a:r>
            <a:endParaRPr lang="zh-CN" altLang="en-US" sz="2400">
              <a:solidFill>
                <a:srgbClr val="002060"/>
              </a:solidFill>
              <a:latin typeface="黑体" panose="02010609060101010101" pitchFamily="49" charset="-122"/>
              <a:ea typeface="黑体" panose="02010609060101010101" pitchFamily="49" charset="-122"/>
            </a:endParaRPr>
          </a:p>
        </p:txBody>
      </p:sp>
      <p:sp>
        <p:nvSpPr>
          <p:cNvPr id="8" name="文本框 7"/>
          <p:cNvSpPr txBox="1"/>
          <p:nvPr/>
        </p:nvSpPr>
        <p:spPr>
          <a:xfrm>
            <a:off x="546100" y="3263265"/>
            <a:ext cx="5862320" cy="460375"/>
          </a:xfrm>
          <a:prstGeom prst="rect">
            <a:avLst/>
          </a:prstGeom>
          <a:noFill/>
          <a:ln>
            <a:solidFill>
              <a:srgbClr val="00B0F0"/>
            </a:solidFill>
          </a:ln>
        </p:spPr>
        <p:txBody>
          <a:bodyPr wrap="square" rtlCol="0">
            <a:spAutoFit/>
          </a:bodyPr>
          <a:p>
            <a:r>
              <a:rPr lang="zh-CN" altLang="en-US" sz="2400">
                <a:solidFill>
                  <a:srgbClr val="002060"/>
                </a:solidFill>
                <a:latin typeface="黑体" panose="02010609060101010101" pitchFamily="49" charset="-122"/>
                <a:ea typeface="黑体" panose="02010609060101010101" pitchFamily="49" charset="-122"/>
              </a:rPr>
              <a:t>（四）计算各轴转速</a:t>
            </a:r>
            <a:endParaRPr lang="zh-CN" altLang="en-US" sz="2400">
              <a:solidFill>
                <a:srgbClr val="002060"/>
              </a:solidFill>
              <a:latin typeface="黑体" panose="02010609060101010101" pitchFamily="49" charset="-122"/>
              <a:ea typeface="黑体" panose="02010609060101010101" pitchFamily="49" charset="-122"/>
            </a:endParaRPr>
          </a:p>
        </p:txBody>
      </p:sp>
      <p:sp>
        <p:nvSpPr>
          <p:cNvPr id="9" name="文本框 8"/>
          <p:cNvSpPr txBox="1"/>
          <p:nvPr/>
        </p:nvSpPr>
        <p:spPr>
          <a:xfrm>
            <a:off x="487680" y="4048760"/>
            <a:ext cx="5862320" cy="460375"/>
          </a:xfrm>
          <a:prstGeom prst="rect">
            <a:avLst/>
          </a:prstGeom>
          <a:noFill/>
          <a:ln>
            <a:solidFill>
              <a:srgbClr val="00B0F0"/>
            </a:solidFill>
          </a:ln>
        </p:spPr>
        <p:txBody>
          <a:bodyPr wrap="square" rtlCol="0">
            <a:spAutoFit/>
          </a:bodyPr>
          <a:p>
            <a:r>
              <a:rPr lang="zh-CN" altLang="en-US" sz="2400">
                <a:solidFill>
                  <a:srgbClr val="002060"/>
                </a:solidFill>
                <a:latin typeface="黑体" panose="02010609060101010101" pitchFamily="49" charset="-122"/>
                <a:ea typeface="黑体" panose="02010609060101010101" pitchFamily="49" charset="-122"/>
              </a:rPr>
              <a:t>（五）计算各轴功率</a:t>
            </a:r>
            <a:endParaRPr lang="zh-CN" altLang="en-US" sz="2400">
              <a:solidFill>
                <a:srgbClr val="002060"/>
              </a:solidFill>
              <a:latin typeface="黑体" panose="02010609060101010101" pitchFamily="49" charset="-122"/>
              <a:ea typeface="黑体" panose="02010609060101010101" pitchFamily="49" charset="-122"/>
            </a:endParaRPr>
          </a:p>
        </p:txBody>
      </p:sp>
      <p:sp>
        <p:nvSpPr>
          <p:cNvPr id="10" name="文本框 9"/>
          <p:cNvSpPr txBox="1"/>
          <p:nvPr/>
        </p:nvSpPr>
        <p:spPr>
          <a:xfrm>
            <a:off x="487680" y="4887595"/>
            <a:ext cx="5862320" cy="460375"/>
          </a:xfrm>
          <a:prstGeom prst="rect">
            <a:avLst/>
          </a:prstGeom>
          <a:noFill/>
          <a:ln>
            <a:solidFill>
              <a:srgbClr val="00B0F0"/>
            </a:solidFill>
          </a:ln>
        </p:spPr>
        <p:txBody>
          <a:bodyPr wrap="square" rtlCol="0">
            <a:spAutoFit/>
          </a:bodyPr>
          <a:p>
            <a:r>
              <a:rPr lang="zh-CN" altLang="en-US" sz="2400">
                <a:solidFill>
                  <a:srgbClr val="002060"/>
                </a:solidFill>
                <a:latin typeface="黑体" panose="02010609060101010101" pitchFamily="49" charset="-122"/>
                <a:ea typeface="黑体" panose="02010609060101010101" pitchFamily="49" charset="-122"/>
              </a:rPr>
              <a:t>（六）计算各轴转矩</a:t>
            </a:r>
            <a:endParaRPr lang="zh-CN" altLang="en-US" sz="2400">
              <a:solidFill>
                <a:srgbClr val="002060"/>
              </a:solidFill>
              <a:latin typeface="黑体" panose="02010609060101010101" pitchFamily="49" charset="-122"/>
              <a:ea typeface="黑体" panose="02010609060101010101" pitchFamily="49" charset="-122"/>
            </a:endParaRPr>
          </a:p>
        </p:txBody>
      </p:sp>
      <p:sp>
        <p:nvSpPr>
          <p:cNvPr id="3" name="文本框 2"/>
          <p:cNvSpPr txBox="1"/>
          <p:nvPr/>
        </p:nvSpPr>
        <p:spPr>
          <a:xfrm>
            <a:off x="4063365" y="5643880"/>
            <a:ext cx="4237355" cy="460375"/>
          </a:xfrm>
          <a:prstGeom prst="rect">
            <a:avLst/>
          </a:prstGeom>
          <a:noFill/>
        </p:spPr>
        <p:txBody>
          <a:bodyPr wrap="square" rtlCol="0">
            <a:spAutoFit/>
          </a:bodyPr>
          <a:p>
            <a:r>
              <a:rPr lang="zh-CN" altLang="en-US" sz="2400">
                <a:solidFill>
                  <a:srgbClr val="C00000"/>
                </a:solidFill>
              </a:rPr>
              <a:t>参考教材</a:t>
            </a:r>
            <a:r>
              <a:rPr lang="en-US" altLang="zh-CN" sz="2400">
                <a:solidFill>
                  <a:srgbClr val="C00000"/>
                </a:solidFill>
              </a:rPr>
              <a:t>P157~161</a:t>
            </a:r>
            <a:endParaRPr lang="en-US" altLang="zh-CN" sz="240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left)">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Lst>
  </p:timing>
</p:sld>
</file>

<file path=ppt/tags/tag1.xml><?xml version="1.0" encoding="utf-8"?>
<p:tagLst xmlns:p="http://schemas.openxmlformats.org/presentationml/2006/main">
  <p:tag name="picid" val="{8d28396d-b416-4ffe-ac4d-9465b94b49d5}"/>
  <p:tag name="KSO_WM_UNIT_PLACING_PICTURE_USER_VIEWPORT" val="{&quot;height&quot;:9898,&quot;width&quot;:11169}"/>
</p:tagLst>
</file>

<file path=ppt/tags/tag2.xml><?xml version="1.0" encoding="utf-8"?>
<p:tagLst xmlns:p="http://schemas.openxmlformats.org/presentationml/2006/main">
  <p:tag name="picid" val="{7644156c-cd0f-43ca-b825-9c3983a337e6}"/>
</p:tagLst>
</file>

<file path=ppt/tags/tag3.xml><?xml version="1.0" encoding="utf-8"?>
<p:tagLst xmlns:p="http://schemas.openxmlformats.org/presentationml/2006/main">
  <p:tag name="picid" val="{8d28396d-b416-4ffe-ac4d-9465b94b49d5}"/>
  <p:tag name="KSO_WM_UNIT_PLACING_PICTURE_USER_VIEWPORT" val="{&quot;height&quot;:9898,&quot;width&quot;:11169}"/>
</p:tagLst>
</file>

<file path=ppt/tags/tag4.xml><?xml version="1.0" encoding="utf-8"?>
<p:tagLst xmlns:p="http://schemas.openxmlformats.org/presentationml/2006/main">
  <p:tag name="picid" val="{8d28396d-b416-4ffe-ac4d-9465b94b49d5}"/>
  <p:tag name="KSO_WM_UNIT_PLACING_PICTURE_USER_VIEWPORT" val="{&quot;height&quot;:9898,&quot;width&quot;:11169}"/>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PP_MARK_KEY" val="52433887-9ea8-44af-8aff-2d58bac637a9"/>
  <p:tag name="COMMONDATA" val="eyJoZGlkIjoiZmYwY2UxNzI0ODdjMTkzYTM2NmQ4OTdkNGYwMzJlYmMifQ=="/>
</p:tagLst>
</file>

<file path=ppt/theme/theme1.xml><?xml version="1.0" encoding="utf-8"?>
<a:theme xmlns:a="http://schemas.openxmlformats.org/drawingml/2006/main" name="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6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7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Designs\Blueprint.pot</Template>
  <TotalTime>0</TotalTime>
  <Words>2152</Words>
  <Application>WPS 演示</Application>
  <PresentationFormat>全屏显示(4:3)</PresentationFormat>
  <Paragraphs>389</Paragraphs>
  <Slides>25</Slides>
  <Notes>0</Notes>
  <HiddenSlides>0</HiddenSlides>
  <MMClips>0</MMClips>
  <ScaleCrop>false</ScaleCrop>
  <HeadingPairs>
    <vt:vector size="8" baseType="variant">
      <vt:variant>
        <vt:lpstr>已用的字体</vt:lpstr>
      </vt:variant>
      <vt:variant>
        <vt:i4>10</vt:i4>
      </vt:variant>
      <vt:variant>
        <vt:lpstr>主题</vt:lpstr>
      </vt:variant>
      <vt:variant>
        <vt:i4>7</vt:i4>
      </vt:variant>
      <vt:variant>
        <vt:lpstr>嵌入 OLE 服务器</vt:lpstr>
      </vt:variant>
      <vt:variant>
        <vt:i4>10</vt:i4>
      </vt:variant>
      <vt:variant>
        <vt:lpstr>幻灯片标题</vt:lpstr>
      </vt:variant>
      <vt:variant>
        <vt:i4>25</vt:i4>
      </vt:variant>
    </vt:vector>
  </HeadingPairs>
  <TitlesOfParts>
    <vt:vector size="52" baseType="lpstr">
      <vt:lpstr>Arial</vt:lpstr>
      <vt:lpstr>宋体</vt:lpstr>
      <vt:lpstr>Wingdings</vt:lpstr>
      <vt:lpstr>Times New Roman</vt:lpstr>
      <vt:lpstr>华文中宋</vt:lpstr>
      <vt:lpstr>Tahoma</vt:lpstr>
      <vt:lpstr>黑体</vt:lpstr>
      <vt:lpstr>微软雅黑</vt:lpstr>
      <vt:lpstr>Arial Unicode MS</vt:lpstr>
      <vt:lpstr>仿宋</vt:lpstr>
      <vt:lpstr>Blueprint</vt:lpstr>
      <vt:lpstr>1_Blueprint</vt:lpstr>
      <vt:lpstr>2_Blueprint</vt:lpstr>
      <vt:lpstr>3_Blueprint</vt:lpstr>
      <vt:lpstr>4_Blueprint</vt:lpstr>
      <vt:lpstr>6_Blueprint</vt:lpstr>
      <vt:lpstr>7_Blueprint</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PowerPoint 演示文稿</vt:lpstr>
      <vt:lpstr>引言</vt:lpstr>
      <vt:lpstr>第一节</vt:lpstr>
      <vt:lpstr>第一节</vt:lpstr>
      <vt:lpstr>第三节１</vt:lpstr>
      <vt:lpstr>PowerPoint 演示文稿</vt:lpstr>
      <vt:lpstr>第二节</vt:lpstr>
      <vt:lpstr>第二节</vt:lpstr>
      <vt:lpstr>第二节</vt:lpstr>
      <vt:lpstr>第二节</vt:lpstr>
      <vt:lpstr>第二节</vt:lpstr>
      <vt:lpstr>第二节</vt:lpstr>
      <vt:lpstr>第二节</vt:lpstr>
      <vt:lpstr>第二节</vt:lpstr>
      <vt:lpstr>第二节</vt:lpstr>
      <vt:lpstr>第二节</vt:lpstr>
      <vt:lpstr>第二节</vt:lpstr>
      <vt:lpstr>第二节</vt:lpstr>
      <vt:lpstr>第二节</vt:lpstr>
      <vt:lpstr>第二节</vt:lpstr>
      <vt:lpstr>第二节</vt:lpstr>
      <vt:lpstr>PowerPoint 演示文稿</vt:lpstr>
      <vt:lpstr>第二节</vt:lpstr>
      <vt:lpstr>第二节</vt:lpstr>
      <vt:lpstr>PowerPoint 演示文稿</vt:lpstr>
    </vt:vector>
  </TitlesOfParts>
  <Company>nwpu209</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wuliyan</dc:creator>
  <cp:lastModifiedBy>DQH</cp:lastModifiedBy>
  <cp:revision>196</cp:revision>
  <dcterms:created xsi:type="dcterms:W3CDTF">2002-03-15T12:39:00Z</dcterms:created>
  <dcterms:modified xsi:type="dcterms:W3CDTF">2025-09-25T02:21:20Z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ICV">
    <vt:lpwstr>49346D650A844FB694346310C0EAF537</vt:lpwstr>
  </property>
</Properties>
</file>