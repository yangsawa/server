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sldIdLst>
    <p:sldId id="276" r:id="rId3"/>
    <p:sldId id="413" r:id="rId4"/>
    <p:sldId id="361" r:id="rId5"/>
    <p:sldId id="257" r:id="rId6"/>
    <p:sldId id="333" r:id="rId7"/>
    <p:sldId id="335" r:id="rId8"/>
    <p:sldId id="259" r:id="rId9"/>
    <p:sldId id="307" r:id="rId10"/>
    <p:sldId id="328" r:id="rId11"/>
    <p:sldId id="302" r:id="rId12"/>
    <p:sldId id="387" r:id="rId13"/>
    <p:sldId id="346" r:id="rId14"/>
    <p:sldId id="342" r:id="rId15"/>
    <p:sldId id="331" r:id="rId16"/>
    <p:sldId id="330" r:id="rId17"/>
    <p:sldId id="343" r:id="rId18"/>
    <p:sldId id="410" r:id="rId19"/>
    <p:sldId id="304" r:id="rId20"/>
    <p:sldId id="268" r:id="rId21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8" userDrawn="1">
          <p15:clr>
            <a:srgbClr val="A4A3A4"/>
          </p15:clr>
        </p15:guide>
        <p15:guide id="2" pos="2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6600"/>
    <a:srgbClr val="FFFF00"/>
    <a:srgbClr val="FF00FF"/>
    <a:srgbClr val="95F22E"/>
    <a:srgbClr val="FF9933"/>
    <a:srgbClr val="4D4D4D"/>
    <a:srgbClr val="EAAD00"/>
    <a:srgbClr val="FFFFCC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1" autoAdjust="0"/>
    <p:restoredTop sz="90103" autoAdjust="0"/>
  </p:normalViewPr>
  <p:slideViewPr>
    <p:cSldViewPr snapToGrid="0" showGuides="1">
      <p:cViewPr varScale="1">
        <p:scale>
          <a:sx n="94" d="100"/>
          <a:sy n="94" d="100"/>
        </p:scale>
        <p:origin x="999" y="45"/>
      </p:cViewPr>
      <p:guideLst>
        <p:guide orient="horz" pos="2258"/>
        <p:guide pos="28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-20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#1">
  <dgm:title val=""/>
  <dgm:desc val=""/>
  <dgm:catLst>
    <dgm:cat type="accent2" pri="11500"/>
  </dgm:catLst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632E11-E99D-4D79-82AE-9A0FBFE72A50}" type="doc">
      <dgm:prSet loTypeId="urn:microsoft.com/office/officeart/2005/8/layout/hierarchy2#1" loCatId="hierarchy" qsTypeId="urn:microsoft.com/office/officeart/2005/8/quickstyle/3d1#1" qsCatId="3D" csTypeId="urn:microsoft.com/office/officeart/2005/8/colors/accent2_5#1" csCatId="accent2" phldr="1"/>
      <dgm:spPr/>
      <dgm:t>
        <a:bodyPr/>
        <a:lstStyle/>
        <a:p>
          <a:endParaRPr lang="zh-CN" altLang="en-US"/>
        </a:p>
      </dgm:t>
    </dgm:pt>
    <dgm:pt modelId="{AFF205C4-38B2-48CB-A2F7-E1BFABE85D88}">
      <dgm:prSet phldrT="[文本]" custT="1"/>
      <dgm:spPr/>
      <dgm:t>
        <a:bodyPr/>
        <a:lstStyle/>
        <a:p>
          <a:r>
            <a:rPr lang="zh-CN" altLang="en-US" sz="2400" dirty="0">
              <a:latin typeface="黑体" panose="02010609060101010101" pitchFamily="2" charset="-122"/>
              <a:ea typeface="黑体" panose="02010609060101010101" pitchFamily="2" charset="-122"/>
            </a:rPr>
            <a:t>机械设计</a:t>
          </a:r>
        </a:p>
      </dgm:t>
    </dgm:pt>
    <dgm:pt modelId="{D474D34A-9489-417B-A3E4-1F39DE39F2DE}" type="parTrans" cxnId="{5C9BBA1C-3FB1-4DEF-A73E-059A76ABCA26}">
      <dgm:prSet/>
      <dgm:spPr/>
      <dgm:t>
        <a:bodyPr/>
        <a:lstStyle/>
        <a:p>
          <a:endParaRPr lang="zh-CN" altLang="en-US"/>
        </a:p>
      </dgm:t>
    </dgm:pt>
    <dgm:pt modelId="{6BE5F0B7-0861-456E-88B6-1DB11C86E86C}" type="sibTrans" cxnId="{5C9BBA1C-3FB1-4DEF-A73E-059A76ABCA26}">
      <dgm:prSet/>
      <dgm:spPr/>
      <dgm:t>
        <a:bodyPr/>
        <a:lstStyle/>
        <a:p>
          <a:endParaRPr lang="zh-CN" altLang="en-US"/>
        </a:p>
      </dgm:t>
    </dgm:pt>
    <dgm:pt modelId="{A6805813-5A82-4E6C-B445-374716F6854B}">
      <dgm:prSet phldrT="[文本]" custT="1"/>
      <dgm:spPr>
        <a:solidFill>
          <a:srgbClr val="C0000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连接</a:t>
          </a:r>
        </a:p>
      </dgm:t>
    </dgm:pt>
    <dgm:pt modelId="{A94DFEFA-1667-4E3A-9398-D00E290047E7}" type="parTrans" cxnId="{9C5D99CF-714A-40B3-AB30-58E5D8338475}">
      <dgm:prSet/>
      <dgm:spPr/>
      <dgm:t>
        <a:bodyPr/>
        <a:lstStyle/>
        <a:p>
          <a:endParaRPr lang="zh-CN" altLang="en-US"/>
        </a:p>
      </dgm:t>
    </dgm:pt>
    <dgm:pt modelId="{6B8A9EE1-322B-459B-BFEA-A5691795E673}" type="sibTrans" cxnId="{9C5D99CF-714A-40B3-AB30-58E5D8338475}">
      <dgm:prSet/>
      <dgm:spPr/>
      <dgm:t>
        <a:bodyPr/>
        <a:lstStyle/>
        <a:p>
          <a:endParaRPr lang="zh-CN" altLang="en-US"/>
        </a:p>
      </dgm:t>
    </dgm:pt>
    <dgm:pt modelId="{CB92FD28-7A7D-4993-9A9D-E700E7EBD2F3}">
      <dgm:prSet phldrT="[文本]" custT="1"/>
      <dgm:spPr>
        <a:solidFill>
          <a:srgbClr val="C00000"/>
        </a:solidFill>
        <a:ln w="38100">
          <a:prstDash val="dash"/>
        </a:ln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螺纹连接</a:t>
          </a:r>
        </a:p>
      </dgm:t>
    </dgm:pt>
    <dgm:pt modelId="{CAF12E2A-13A1-4357-B0B8-25EE84120DB8}" type="parTrans" cxnId="{CD9DC032-0839-4020-93CE-5B9472D8F17A}">
      <dgm:prSet/>
      <dgm:spPr/>
      <dgm:t>
        <a:bodyPr/>
        <a:lstStyle/>
        <a:p>
          <a:endParaRPr lang="zh-CN" altLang="en-US"/>
        </a:p>
      </dgm:t>
    </dgm:pt>
    <dgm:pt modelId="{1EE1227F-051A-494B-9123-3C40C584A9C6}" type="sibTrans" cxnId="{CD9DC032-0839-4020-93CE-5B9472D8F17A}">
      <dgm:prSet/>
      <dgm:spPr/>
      <dgm:t>
        <a:bodyPr/>
        <a:lstStyle/>
        <a:p>
          <a:endParaRPr lang="zh-CN" altLang="en-US"/>
        </a:p>
      </dgm:t>
    </dgm:pt>
    <dgm:pt modelId="{52540E90-C8AB-410A-A626-DAC4CCDED6B4}">
      <dgm:prSet phldrT="[文本]" custT="1"/>
      <dgm:spPr>
        <a:solidFill>
          <a:srgbClr val="00B050"/>
        </a:solidFill>
        <a:ln>
          <a:solidFill>
            <a:srgbClr val="002060"/>
          </a:solidFill>
        </a:ln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挠性传动</a:t>
          </a:r>
        </a:p>
      </dgm:t>
    </dgm:pt>
    <dgm:pt modelId="{5A5551B5-1CA9-4C1E-8BDA-0BE335C11BF6}" type="parTrans" cxnId="{EC30B38F-184A-4B17-8DC8-2A5A9E73BFC7}">
      <dgm:prSet/>
      <dgm:spPr/>
      <dgm:t>
        <a:bodyPr/>
        <a:lstStyle/>
        <a:p>
          <a:endParaRPr lang="zh-CN" altLang="en-US"/>
        </a:p>
      </dgm:t>
    </dgm:pt>
    <dgm:pt modelId="{1727C971-702F-429C-BB4A-EE8453A5D1B0}" type="sibTrans" cxnId="{EC30B38F-184A-4B17-8DC8-2A5A9E73BFC7}">
      <dgm:prSet/>
      <dgm:spPr/>
      <dgm:t>
        <a:bodyPr/>
        <a:lstStyle/>
        <a:p>
          <a:endParaRPr lang="zh-CN" altLang="en-US"/>
        </a:p>
      </dgm:t>
    </dgm:pt>
    <dgm:pt modelId="{55D7858B-E3E3-4CC9-9CCB-A7CACA14A761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其他零、部件</a:t>
          </a:r>
        </a:p>
      </dgm:t>
    </dgm:pt>
    <dgm:pt modelId="{2B1F0956-5AB9-481D-AD7C-EE38D895B9A4}" type="parTrans" cxnId="{4556CD02-7779-4EDD-9A58-AE71FB698A43}">
      <dgm:prSet/>
      <dgm:spPr/>
      <dgm:t>
        <a:bodyPr/>
        <a:lstStyle/>
        <a:p>
          <a:endParaRPr lang="zh-CN" altLang="en-US"/>
        </a:p>
      </dgm:t>
    </dgm:pt>
    <dgm:pt modelId="{23B8FBCB-80EC-42EA-BA55-01F964B7A492}" type="sibTrans" cxnId="{4556CD02-7779-4EDD-9A58-AE71FB698A43}">
      <dgm:prSet/>
      <dgm:spPr/>
      <dgm:t>
        <a:bodyPr/>
        <a:lstStyle/>
        <a:p>
          <a:endParaRPr lang="zh-CN" altLang="en-US"/>
        </a:p>
      </dgm:t>
    </dgm:pt>
    <dgm:pt modelId="{C5C8AD82-6CDA-4A05-AE06-6E3CB4D3F849}">
      <dgm:prSet phldrT="[文本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弹簧</a:t>
          </a:r>
        </a:p>
      </dgm:t>
    </dgm:pt>
    <dgm:pt modelId="{34A7D7F5-6F4F-4917-9815-F4CBF75A88CC}" type="parTrans" cxnId="{995A33D2-06ED-4C97-92BF-497D5DFF2F44}">
      <dgm:prSet/>
      <dgm:spPr/>
      <dgm:t>
        <a:bodyPr/>
        <a:lstStyle/>
        <a:p>
          <a:endParaRPr lang="zh-CN" altLang="en-US"/>
        </a:p>
      </dgm:t>
    </dgm:pt>
    <dgm:pt modelId="{B7526398-C5D5-4DC5-BC5D-DF1B42C231C1}" type="sibTrans" cxnId="{995A33D2-06ED-4C97-92BF-497D5DFF2F44}">
      <dgm:prSet/>
      <dgm:spPr/>
      <dgm:t>
        <a:bodyPr/>
        <a:lstStyle/>
        <a:p>
          <a:endParaRPr lang="zh-CN" altLang="en-US"/>
        </a:p>
      </dgm:t>
    </dgm:pt>
    <dgm:pt modelId="{B254C52C-9583-4700-95A8-11CAF80DAA34}">
      <dgm:prSet custT="1"/>
      <dgm:spPr>
        <a:solidFill>
          <a:srgbClr val="FF9900"/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</a:pPr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轴系零、部件</a:t>
          </a:r>
        </a:p>
      </dgm:t>
    </dgm:pt>
    <dgm:pt modelId="{D0296041-2A08-4CDB-B920-55E617CED178}" type="parTrans" cxnId="{BC6883D2-8714-479F-9132-DD968E77DBF5}">
      <dgm:prSet/>
      <dgm:spPr/>
      <dgm:t>
        <a:bodyPr/>
        <a:lstStyle/>
        <a:p>
          <a:endParaRPr lang="zh-CN" altLang="en-US"/>
        </a:p>
      </dgm:t>
    </dgm:pt>
    <dgm:pt modelId="{173D215F-D963-4688-B25A-FB7938102814}" type="sibTrans" cxnId="{BC6883D2-8714-479F-9132-DD968E77DBF5}">
      <dgm:prSet/>
      <dgm:spPr/>
      <dgm:t>
        <a:bodyPr/>
        <a:lstStyle/>
        <a:p>
          <a:endParaRPr lang="zh-CN" altLang="en-US"/>
        </a:p>
      </dgm:t>
    </dgm:pt>
    <dgm:pt modelId="{46FF59AB-3ADA-4188-A51C-2E553E7C7873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机座和箱体</a:t>
          </a:r>
        </a:p>
      </dgm:t>
    </dgm:pt>
    <dgm:pt modelId="{AB698831-572F-41C0-B9EA-87B91FFEAC89}" type="parTrans" cxnId="{14B59CD1-479C-4CA8-B11E-CF8A063F21A3}">
      <dgm:prSet/>
      <dgm:spPr/>
      <dgm:t>
        <a:bodyPr/>
        <a:lstStyle/>
        <a:p>
          <a:endParaRPr lang="zh-CN" altLang="en-US"/>
        </a:p>
      </dgm:t>
    </dgm:pt>
    <dgm:pt modelId="{4B4423CA-7124-42D0-936F-3180332732B5}" type="sibTrans" cxnId="{14B59CD1-479C-4CA8-B11E-CF8A063F21A3}">
      <dgm:prSet/>
      <dgm:spPr/>
      <dgm:t>
        <a:bodyPr/>
        <a:lstStyle/>
        <a:p>
          <a:endParaRPr lang="zh-CN" altLang="en-US"/>
        </a:p>
      </dgm:t>
    </dgm:pt>
    <dgm:pt modelId="{BA335748-80A9-499A-B874-B4109AE55F24}">
      <dgm:prSet custT="1"/>
      <dgm:spPr>
        <a:solidFill>
          <a:srgbClr val="00B050"/>
        </a:solidFill>
        <a:ln>
          <a:solidFill>
            <a:srgbClr val="002060"/>
          </a:solidFill>
        </a:ln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齿轮传动</a:t>
          </a:r>
        </a:p>
      </dgm:t>
    </dgm:pt>
    <dgm:pt modelId="{D04BD2AF-6CE1-4942-A2A3-D0AA29047777}" type="parTrans" cxnId="{D907BEFD-0603-430B-A7E7-58533B36ED05}">
      <dgm:prSet/>
      <dgm:spPr/>
      <dgm:t>
        <a:bodyPr/>
        <a:lstStyle/>
        <a:p>
          <a:endParaRPr lang="zh-CN" altLang="en-US"/>
        </a:p>
      </dgm:t>
    </dgm:pt>
    <dgm:pt modelId="{A58D33FC-B3B9-40FA-B758-C75A3E6E5477}" type="sibTrans" cxnId="{D907BEFD-0603-430B-A7E7-58533B36ED05}">
      <dgm:prSet/>
      <dgm:spPr/>
      <dgm:t>
        <a:bodyPr/>
        <a:lstStyle/>
        <a:p>
          <a:endParaRPr lang="zh-CN" altLang="en-US"/>
        </a:p>
      </dgm:t>
    </dgm:pt>
    <dgm:pt modelId="{E5F8BCFE-38C4-46ED-9F12-FF055DB0B569}">
      <dgm:prSet custT="1"/>
      <dgm:spPr>
        <a:solidFill>
          <a:srgbClr val="FF990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轴承</a:t>
          </a:r>
        </a:p>
      </dgm:t>
    </dgm:pt>
    <dgm:pt modelId="{173DB5B9-F031-4028-AAD1-D18C8974E9D4}" type="parTrans" cxnId="{11049EA4-31B7-48D4-8F8C-7ECFB62681CD}">
      <dgm:prSet/>
      <dgm:spPr/>
      <dgm:t>
        <a:bodyPr/>
        <a:lstStyle/>
        <a:p>
          <a:endParaRPr lang="zh-CN" altLang="en-US"/>
        </a:p>
      </dgm:t>
    </dgm:pt>
    <dgm:pt modelId="{F2FD0CB5-E379-4DC2-9BF1-6616ACEEE89A}" type="sibTrans" cxnId="{11049EA4-31B7-48D4-8F8C-7ECFB62681CD}">
      <dgm:prSet/>
      <dgm:spPr/>
      <dgm:t>
        <a:bodyPr/>
        <a:lstStyle/>
        <a:p>
          <a:endParaRPr lang="zh-CN" altLang="en-US"/>
        </a:p>
      </dgm:t>
    </dgm:pt>
    <dgm:pt modelId="{7A4F0F9D-4015-486B-A13F-09DF924B3A34}">
      <dgm:prSet custT="1"/>
      <dgm:spPr>
        <a:solidFill>
          <a:srgbClr val="FF990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联轴器和离合器</a:t>
          </a:r>
        </a:p>
      </dgm:t>
    </dgm:pt>
    <dgm:pt modelId="{112C82E3-2C1C-42AE-9524-BBE5B8ADA7DA}" type="parTrans" cxnId="{D5F27128-FC68-4147-9716-0EE2FA051841}">
      <dgm:prSet/>
      <dgm:spPr/>
      <dgm:t>
        <a:bodyPr/>
        <a:lstStyle/>
        <a:p>
          <a:endParaRPr lang="zh-CN" altLang="en-US"/>
        </a:p>
      </dgm:t>
    </dgm:pt>
    <dgm:pt modelId="{14444D00-741B-4675-8893-8A96910BF627}" type="sibTrans" cxnId="{D5F27128-FC68-4147-9716-0EE2FA051841}">
      <dgm:prSet/>
      <dgm:spPr/>
      <dgm:t>
        <a:bodyPr/>
        <a:lstStyle/>
        <a:p>
          <a:endParaRPr lang="zh-CN" altLang="en-US"/>
        </a:p>
      </dgm:t>
    </dgm:pt>
    <dgm:pt modelId="{9B7F9A45-F41A-4D1A-8AD9-44102D875E09}">
      <dgm:prSet custT="1"/>
      <dgm:spPr>
        <a:solidFill>
          <a:srgbClr val="FF990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轴</a:t>
          </a:r>
        </a:p>
      </dgm:t>
    </dgm:pt>
    <dgm:pt modelId="{088DBB66-1371-4A0D-B8E6-1FBBA18C6E16}" type="parTrans" cxnId="{66D445AD-92D2-45EB-A30F-7E7C71C37DE6}">
      <dgm:prSet/>
      <dgm:spPr/>
      <dgm:t>
        <a:bodyPr/>
        <a:lstStyle/>
        <a:p>
          <a:endParaRPr lang="zh-CN" altLang="en-US"/>
        </a:p>
      </dgm:t>
    </dgm:pt>
    <dgm:pt modelId="{7D595C8B-B246-4C5E-A388-4E1738D5E9C6}" type="sibTrans" cxnId="{66D445AD-92D2-45EB-A30F-7E7C71C37DE6}">
      <dgm:prSet/>
      <dgm:spPr/>
      <dgm:t>
        <a:bodyPr/>
        <a:lstStyle/>
        <a:p>
          <a:endParaRPr lang="zh-CN" altLang="en-US"/>
        </a:p>
      </dgm:t>
    </dgm:pt>
    <dgm:pt modelId="{7705506D-A039-49AF-A60E-287C16523C4F}">
      <dgm:prSet custT="1"/>
      <dgm:spPr>
        <a:solidFill>
          <a:srgbClr val="00B050"/>
        </a:solidFill>
        <a:ln>
          <a:solidFill>
            <a:srgbClr val="002060"/>
          </a:solidFill>
        </a:ln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机械传动</a:t>
          </a:r>
        </a:p>
      </dgm:t>
    </dgm:pt>
    <dgm:pt modelId="{04865D33-E061-4E33-86CA-731061852C8D}" type="parTrans" cxnId="{55094D5C-DE96-4550-8EED-2DD277A45E6B}">
      <dgm:prSet/>
      <dgm:spPr/>
      <dgm:t>
        <a:bodyPr/>
        <a:lstStyle/>
        <a:p>
          <a:endParaRPr lang="zh-CN" altLang="en-US"/>
        </a:p>
      </dgm:t>
    </dgm:pt>
    <dgm:pt modelId="{F0CE0F41-E6F1-49AD-B3D9-BFD9353E49A0}" type="sibTrans" cxnId="{55094D5C-DE96-4550-8EED-2DD277A45E6B}">
      <dgm:prSet/>
      <dgm:spPr/>
      <dgm:t>
        <a:bodyPr/>
        <a:lstStyle/>
        <a:p>
          <a:endParaRPr lang="zh-CN" altLang="en-US"/>
        </a:p>
      </dgm:t>
    </dgm:pt>
    <dgm:pt modelId="{73B99935-0546-47FF-B0F3-4EEB270507FB}">
      <dgm:prSet custT="1"/>
      <dgm:spPr>
        <a:solidFill>
          <a:srgbClr val="C0000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键连接</a:t>
          </a:r>
        </a:p>
      </dgm:t>
    </dgm:pt>
    <dgm:pt modelId="{AA8C708C-7EB3-4350-86EF-4DA98AAA2ECF}" type="parTrans" cxnId="{2E375FA2-2075-4233-AFF1-213C3A78039C}">
      <dgm:prSet/>
      <dgm:spPr/>
      <dgm:t>
        <a:bodyPr/>
        <a:lstStyle/>
        <a:p>
          <a:endParaRPr lang="zh-CN" altLang="en-US"/>
        </a:p>
      </dgm:t>
    </dgm:pt>
    <dgm:pt modelId="{5FAFECB7-3E1E-4B7E-B6A5-A243959C8A6A}" type="sibTrans" cxnId="{2E375FA2-2075-4233-AFF1-213C3A78039C}">
      <dgm:prSet/>
      <dgm:spPr/>
      <dgm:t>
        <a:bodyPr/>
        <a:lstStyle/>
        <a:p>
          <a:endParaRPr lang="zh-CN" altLang="en-US"/>
        </a:p>
      </dgm:t>
    </dgm:pt>
    <dgm:pt modelId="{53C4D499-191A-4FD3-8AF3-C1219C42BD19}">
      <dgm:prSet custT="1"/>
      <dgm:spPr>
        <a:solidFill>
          <a:srgbClr val="C0000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销连接</a:t>
          </a:r>
        </a:p>
      </dgm:t>
    </dgm:pt>
    <dgm:pt modelId="{D66BF119-CB2B-4B4A-9F37-2E515AAC77FE}" type="parTrans" cxnId="{6731A716-0554-4A9A-A32C-2BF709E06D4A}">
      <dgm:prSet/>
      <dgm:spPr/>
      <dgm:t>
        <a:bodyPr/>
        <a:lstStyle/>
        <a:p>
          <a:endParaRPr lang="zh-CN" altLang="en-US"/>
        </a:p>
      </dgm:t>
    </dgm:pt>
    <dgm:pt modelId="{FA5D46DA-0F8F-43D4-A06F-5A2969326EDC}" type="sibTrans" cxnId="{6731A716-0554-4A9A-A32C-2BF709E06D4A}">
      <dgm:prSet/>
      <dgm:spPr/>
      <dgm:t>
        <a:bodyPr/>
        <a:lstStyle/>
        <a:p>
          <a:endParaRPr lang="zh-CN" altLang="en-US"/>
        </a:p>
      </dgm:t>
    </dgm:pt>
    <dgm:pt modelId="{DA8EAC53-7B92-4342-86E8-D9754103189B}">
      <dgm:prSet custT="1"/>
      <dgm:spPr>
        <a:solidFill>
          <a:srgbClr val="00B050"/>
        </a:solidFill>
        <a:ln>
          <a:solidFill>
            <a:srgbClr val="002060"/>
          </a:solidFill>
        </a:ln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蜗杆传动</a:t>
          </a:r>
        </a:p>
      </dgm:t>
    </dgm:pt>
    <dgm:pt modelId="{70907835-1796-4698-99E1-11798BFDC748}" type="parTrans" cxnId="{4D1A6D0C-704F-4D55-88DC-F134BB3854E4}">
      <dgm:prSet/>
      <dgm:spPr/>
      <dgm:t>
        <a:bodyPr/>
        <a:lstStyle/>
        <a:p>
          <a:endParaRPr lang="zh-CN" altLang="en-US"/>
        </a:p>
      </dgm:t>
    </dgm:pt>
    <dgm:pt modelId="{5B5476CC-A912-4CD9-BC73-FD8326B32296}" type="sibTrans" cxnId="{4D1A6D0C-704F-4D55-88DC-F134BB3854E4}">
      <dgm:prSet/>
      <dgm:spPr/>
      <dgm:t>
        <a:bodyPr/>
        <a:lstStyle/>
        <a:p>
          <a:endParaRPr lang="zh-CN" altLang="en-US"/>
        </a:p>
      </dgm:t>
    </dgm:pt>
    <dgm:pt modelId="{803F2987-BF19-4C33-81EA-93E4A10BE31F}">
      <dgm:prSet custT="1"/>
      <dgm:spPr>
        <a:solidFill>
          <a:srgbClr val="00B05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带传动</a:t>
          </a:r>
        </a:p>
      </dgm:t>
    </dgm:pt>
    <dgm:pt modelId="{8623C9F8-BE69-4633-A0FA-BE5AEAC3AE0D}" type="parTrans" cxnId="{C26D1073-9E63-4003-86C4-C2988CD9B8A6}">
      <dgm:prSet/>
      <dgm:spPr/>
      <dgm:t>
        <a:bodyPr/>
        <a:lstStyle/>
        <a:p>
          <a:endParaRPr lang="zh-CN" altLang="en-US"/>
        </a:p>
      </dgm:t>
    </dgm:pt>
    <dgm:pt modelId="{761C2188-3D30-47A8-A5FA-3F313CBE286A}" type="sibTrans" cxnId="{C26D1073-9E63-4003-86C4-C2988CD9B8A6}">
      <dgm:prSet/>
      <dgm:spPr/>
      <dgm:t>
        <a:bodyPr/>
        <a:lstStyle/>
        <a:p>
          <a:endParaRPr lang="zh-CN" altLang="en-US"/>
        </a:p>
      </dgm:t>
    </dgm:pt>
    <dgm:pt modelId="{96EC2E5C-1CD3-472A-8B81-1B306F78A5B4}">
      <dgm:prSet custT="1"/>
      <dgm:spPr>
        <a:solidFill>
          <a:srgbClr val="00B05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链传动</a:t>
          </a:r>
        </a:p>
      </dgm:t>
    </dgm:pt>
    <dgm:pt modelId="{4AF2C54F-5AA8-40B7-8B00-B33F26504318}" type="parTrans" cxnId="{DE4737D7-2C79-4995-B0FD-787156379B72}">
      <dgm:prSet/>
      <dgm:spPr/>
      <dgm:t>
        <a:bodyPr/>
        <a:lstStyle/>
        <a:p>
          <a:endParaRPr lang="zh-CN" altLang="en-US"/>
        </a:p>
      </dgm:t>
    </dgm:pt>
    <dgm:pt modelId="{9A6FAF79-E963-4AE9-A74C-B144CC9234DC}" type="sibTrans" cxnId="{DE4737D7-2C79-4995-B0FD-787156379B72}">
      <dgm:prSet/>
      <dgm:spPr/>
      <dgm:t>
        <a:bodyPr/>
        <a:lstStyle/>
        <a:p>
          <a:endParaRPr lang="zh-CN" altLang="en-US"/>
        </a:p>
      </dgm:t>
    </dgm:pt>
    <dgm:pt modelId="{B21241FB-0AA8-4F3C-8209-14B70D3CE2BD}">
      <dgm:prSet custT="1"/>
      <dgm:spPr>
        <a:solidFill>
          <a:srgbClr val="00B05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圆柱直齿齿轮</a:t>
          </a:r>
        </a:p>
      </dgm:t>
    </dgm:pt>
    <dgm:pt modelId="{12E530CB-42B6-4DA3-8EEC-86492F1B8109}" type="parTrans" cxnId="{587D4C48-B2A9-4464-9052-69204BF0359F}">
      <dgm:prSet/>
      <dgm:spPr/>
      <dgm:t>
        <a:bodyPr/>
        <a:lstStyle/>
        <a:p>
          <a:endParaRPr lang="zh-CN" altLang="en-US"/>
        </a:p>
      </dgm:t>
    </dgm:pt>
    <dgm:pt modelId="{A081623E-9BAA-44A2-B968-517B0B67246A}" type="sibTrans" cxnId="{587D4C48-B2A9-4464-9052-69204BF0359F}">
      <dgm:prSet/>
      <dgm:spPr/>
      <dgm:t>
        <a:bodyPr/>
        <a:lstStyle/>
        <a:p>
          <a:endParaRPr lang="zh-CN" altLang="en-US"/>
        </a:p>
      </dgm:t>
    </dgm:pt>
    <dgm:pt modelId="{94E9D308-C0F7-4F52-B2EE-41B666D41424}">
      <dgm:prSet custT="1"/>
      <dgm:spPr>
        <a:solidFill>
          <a:srgbClr val="00B050"/>
        </a:solidFill>
        <a:ln>
          <a:solidFill>
            <a:srgbClr val="002060"/>
          </a:solidFill>
        </a:ln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圆柱斜齿轮</a:t>
          </a:r>
        </a:p>
      </dgm:t>
    </dgm:pt>
    <dgm:pt modelId="{44D8EC73-5FD3-46C2-AFD9-347A2A32EC60}" type="parTrans" cxnId="{77EE10B2-B266-4A19-909C-E5A8AB7E9BEA}">
      <dgm:prSet/>
      <dgm:spPr/>
      <dgm:t>
        <a:bodyPr/>
        <a:lstStyle/>
        <a:p>
          <a:endParaRPr lang="zh-CN" altLang="en-US"/>
        </a:p>
      </dgm:t>
    </dgm:pt>
    <dgm:pt modelId="{F0C1B123-0405-49D0-A91A-81361C3CDA86}" type="sibTrans" cxnId="{77EE10B2-B266-4A19-909C-E5A8AB7E9BEA}">
      <dgm:prSet/>
      <dgm:spPr/>
      <dgm:t>
        <a:bodyPr/>
        <a:lstStyle/>
        <a:p>
          <a:endParaRPr lang="zh-CN" altLang="en-US"/>
        </a:p>
      </dgm:t>
    </dgm:pt>
    <dgm:pt modelId="{EB764B3C-451B-41B2-9CA3-6DA99216AD6C}">
      <dgm:prSet custT="1"/>
      <dgm:spPr>
        <a:solidFill>
          <a:srgbClr val="00B05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直齿锥齿轮</a:t>
          </a:r>
        </a:p>
      </dgm:t>
    </dgm:pt>
    <dgm:pt modelId="{C6402B76-BBF4-49CE-8BBF-FB92DF0B8799}" type="parTrans" cxnId="{348054ED-3A77-4882-A55A-2F47B6D71555}">
      <dgm:prSet/>
      <dgm:spPr/>
      <dgm:t>
        <a:bodyPr/>
        <a:lstStyle/>
        <a:p>
          <a:endParaRPr lang="zh-CN" altLang="en-US"/>
        </a:p>
      </dgm:t>
    </dgm:pt>
    <dgm:pt modelId="{8840F3D0-1FFF-4461-BCE1-A10976731157}" type="sibTrans" cxnId="{348054ED-3A77-4882-A55A-2F47B6D71555}">
      <dgm:prSet/>
      <dgm:spPr/>
      <dgm:t>
        <a:bodyPr/>
        <a:lstStyle/>
        <a:p>
          <a:endParaRPr lang="zh-CN" altLang="en-US"/>
        </a:p>
      </dgm:t>
    </dgm:pt>
    <dgm:pt modelId="{41C17BB7-F74D-44EE-88B5-5549EF6FD0E6}">
      <dgm:prSet custT="1"/>
      <dgm:spPr>
        <a:solidFill>
          <a:srgbClr val="FF990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滑动轴承</a:t>
          </a:r>
        </a:p>
      </dgm:t>
    </dgm:pt>
    <dgm:pt modelId="{FC33937D-55FC-41B2-AE5B-1A843FEDA827}" type="parTrans" cxnId="{C6728075-D2A1-473D-BFE3-931AF85E738A}">
      <dgm:prSet/>
      <dgm:spPr/>
      <dgm:t>
        <a:bodyPr/>
        <a:lstStyle/>
        <a:p>
          <a:endParaRPr lang="zh-CN" altLang="en-US"/>
        </a:p>
      </dgm:t>
    </dgm:pt>
    <dgm:pt modelId="{48AB8A4D-9082-4F04-9523-3516EC0BDF71}" type="sibTrans" cxnId="{C6728075-D2A1-473D-BFE3-931AF85E738A}">
      <dgm:prSet/>
      <dgm:spPr/>
      <dgm:t>
        <a:bodyPr/>
        <a:lstStyle/>
        <a:p>
          <a:endParaRPr lang="zh-CN" altLang="en-US"/>
        </a:p>
      </dgm:t>
    </dgm:pt>
    <dgm:pt modelId="{5E43886E-FF2A-42BA-8045-E2CEDA35E601}">
      <dgm:prSet custT="1"/>
      <dgm:spPr>
        <a:solidFill>
          <a:srgbClr val="FF9900"/>
        </a:solidFill>
      </dgm:spPr>
      <dgm:t>
        <a:bodyPr/>
        <a:lstStyle/>
        <a:p>
          <a:r>
            <a:rPr lang="zh-CN" altLang="en-US" sz="1600" dirty="0">
              <a:latin typeface="黑体" panose="02010609060101010101" pitchFamily="2" charset="-122"/>
              <a:ea typeface="黑体" panose="02010609060101010101" pitchFamily="2" charset="-122"/>
            </a:rPr>
            <a:t>滚动轴承</a:t>
          </a:r>
        </a:p>
      </dgm:t>
    </dgm:pt>
    <dgm:pt modelId="{1319FDCF-6A37-40BA-B670-1AC1003163BD}" type="parTrans" cxnId="{A2CDA185-034A-4875-B242-A738E0360FBB}">
      <dgm:prSet/>
      <dgm:spPr/>
      <dgm:t>
        <a:bodyPr/>
        <a:lstStyle/>
        <a:p>
          <a:endParaRPr lang="zh-CN" altLang="en-US"/>
        </a:p>
      </dgm:t>
    </dgm:pt>
    <dgm:pt modelId="{3814F3A6-41FB-4B24-8928-3DB703035C9E}" type="sibTrans" cxnId="{A2CDA185-034A-4875-B242-A738E0360FBB}">
      <dgm:prSet/>
      <dgm:spPr/>
      <dgm:t>
        <a:bodyPr/>
        <a:lstStyle/>
        <a:p>
          <a:endParaRPr lang="zh-CN" altLang="en-US"/>
        </a:p>
      </dgm:t>
    </dgm:pt>
    <dgm:pt modelId="{F778688C-2E11-4360-BDE1-83A669B3B6EC}" type="pres">
      <dgm:prSet presAssocID="{3C632E11-E99D-4D79-82AE-9A0FBFE72A5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2E48500-C8C5-425F-85EA-C3489C07FD92}" type="pres">
      <dgm:prSet presAssocID="{AFF205C4-38B2-48CB-A2F7-E1BFABE85D88}" presName="root1" presStyleCnt="0"/>
      <dgm:spPr/>
    </dgm:pt>
    <dgm:pt modelId="{49CEE7A8-5CFA-43EB-A927-BA4748F040DD}" type="pres">
      <dgm:prSet presAssocID="{AFF205C4-38B2-48CB-A2F7-E1BFABE85D88}" presName="LevelOneTextNode" presStyleLbl="node0" presStyleIdx="0" presStyleCnt="1" custScaleX="257460" custScaleY="219211" custLinFactNeighborX="-45617" custLinFactNeighborY="-78954">
        <dgm:presLayoutVars>
          <dgm:chPref val="3"/>
        </dgm:presLayoutVars>
      </dgm:prSet>
      <dgm:spPr/>
    </dgm:pt>
    <dgm:pt modelId="{6CBE777B-53EC-4C97-9572-BABEB1AC06C7}" type="pres">
      <dgm:prSet presAssocID="{AFF205C4-38B2-48CB-A2F7-E1BFABE85D88}" presName="level2hierChild" presStyleCnt="0"/>
      <dgm:spPr/>
    </dgm:pt>
    <dgm:pt modelId="{60BD975C-847C-4A0F-94A7-A0D47A1E5345}" type="pres">
      <dgm:prSet presAssocID="{A94DFEFA-1667-4E3A-9398-D00E290047E7}" presName="conn2-1" presStyleLbl="parChTrans1D2" presStyleIdx="0" presStyleCnt="4"/>
      <dgm:spPr/>
    </dgm:pt>
    <dgm:pt modelId="{E1A40E77-2B6B-47B6-B09F-C2466016F47D}" type="pres">
      <dgm:prSet presAssocID="{A94DFEFA-1667-4E3A-9398-D00E290047E7}" presName="connTx" presStyleLbl="parChTrans1D2" presStyleIdx="0" presStyleCnt="4"/>
      <dgm:spPr/>
    </dgm:pt>
    <dgm:pt modelId="{14249A2C-7F21-4A96-A164-07244B52EBE6}" type="pres">
      <dgm:prSet presAssocID="{A6805813-5A82-4E6C-B445-374716F6854B}" presName="root2" presStyleCnt="0"/>
      <dgm:spPr/>
    </dgm:pt>
    <dgm:pt modelId="{4E42E3BF-D0E8-4844-B917-D2BFD8D4EA83}" type="pres">
      <dgm:prSet presAssocID="{A6805813-5A82-4E6C-B445-374716F6854B}" presName="LevelTwoTextNode" presStyleLbl="node2" presStyleIdx="0" presStyleCnt="4" custScaleX="190945" custScaleY="102843">
        <dgm:presLayoutVars>
          <dgm:chPref val="3"/>
        </dgm:presLayoutVars>
      </dgm:prSet>
      <dgm:spPr/>
    </dgm:pt>
    <dgm:pt modelId="{0EA5387A-D9F1-42E0-B1CC-8E1DED17F575}" type="pres">
      <dgm:prSet presAssocID="{A6805813-5A82-4E6C-B445-374716F6854B}" presName="level3hierChild" presStyleCnt="0"/>
      <dgm:spPr/>
    </dgm:pt>
    <dgm:pt modelId="{2232C1A2-980F-4327-815C-1F46FB90CAEF}" type="pres">
      <dgm:prSet presAssocID="{CAF12E2A-13A1-4357-B0B8-25EE84120DB8}" presName="conn2-1" presStyleLbl="parChTrans1D3" presStyleIdx="0" presStyleCnt="11"/>
      <dgm:spPr/>
    </dgm:pt>
    <dgm:pt modelId="{FFA7EE46-DF7D-4533-AE46-6FC32A5A84E4}" type="pres">
      <dgm:prSet presAssocID="{CAF12E2A-13A1-4357-B0B8-25EE84120DB8}" presName="connTx" presStyleLbl="parChTrans1D3" presStyleIdx="0" presStyleCnt="11"/>
      <dgm:spPr/>
    </dgm:pt>
    <dgm:pt modelId="{4A9E7D42-95CA-4C0A-8C83-E03BD15EC74C}" type="pres">
      <dgm:prSet presAssocID="{CB92FD28-7A7D-4993-9A9D-E700E7EBD2F3}" presName="root2" presStyleCnt="0"/>
      <dgm:spPr/>
    </dgm:pt>
    <dgm:pt modelId="{C320EEB5-FBFE-4D0E-81EB-02A40B2EECD7}" type="pres">
      <dgm:prSet presAssocID="{CB92FD28-7A7D-4993-9A9D-E700E7EBD2F3}" presName="LevelTwoTextNode" presStyleLbl="node3" presStyleIdx="0" presStyleCnt="11" custScaleX="138418" custScaleY="146261" custLinFactNeighborX="20689">
        <dgm:presLayoutVars>
          <dgm:chPref val="3"/>
        </dgm:presLayoutVars>
      </dgm:prSet>
      <dgm:spPr/>
    </dgm:pt>
    <dgm:pt modelId="{B2C47366-1479-4A12-A55F-E06931D69AB9}" type="pres">
      <dgm:prSet presAssocID="{CB92FD28-7A7D-4993-9A9D-E700E7EBD2F3}" presName="level3hierChild" presStyleCnt="0"/>
      <dgm:spPr/>
    </dgm:pt>
    <dgm:pt modelId="{261793F2-E5B7-44B6-82BA-8758E5C7590B}" type="pres">
      <dgm:prSet presAssocID="{AA8C708C-7EB3-4350-86EF-4DA98AAA2ECF}" presName="conn2-1" presStyleLbl="parChTrans1D3" presStyleIdx="1" presStyleCnt="11"/>
      <dgm:spPr/>
    </dgm:pt>
    <dgm:pt modelId="{7C3CAF2D-38FA-4E6A-B5AD-AFB2FD8913DF}" type="pres">
      <dgm:prSet presAssocID="{AA8C708C-7EB3-4350-86EF-4DA98AAA2ECF}" presName="connTx" presStyleLbl="parChTrans1D3" presStyleIdx="1" presStyleCnt="11"/>
      <dgm:spPr/>
    </dgm:pt>
    <dgm:pt modelId="{BF28542A-A421-4A6B-AE0B-DBBAB82EFE0C}" type="pres">
      <dgm:prSet presAssocID="{73B99935-0546-47FF-B0F3-4EEB270507FB}" presName="root2" presStyleCnt="0"/>
      <dgm:spPr/>
    </dgm:pt>
    <dgm:pt modelId="{90EAADCF-9D67-4269-8E92-0BD0998179CD}" type="pres">
      <dgm:prSet presAssocID="{73B99935-0546-47FF-B0F3-4EEB270507FB}" presName="LevelTwoTextNode" presStyleLbl="node3" presStyleIdx="1" presStyleCnt="11" custScaleX="136007" custScaleY="110750" custLinFactNeighborX="23645">
        <dgm:presLayoutVars>
          <dgm:chPref val="3"/>
        </dgm:presLayoutVars>
      </dgm:prSet>
      <dgm:spPr/>
    </dgm:pt>
    <dgm:pt modelId="{31E5B96F-104F-411D-836A-73C4CCB26411}" type="pres">
      <dgm:prSet presAssocID="{73B99935-0546-47FF-B0F3-4EEB270507FB}" presName="level3hierChild" presStyleCnt="0"/>
      <dgm:spPr/>
    </dgm:pt>
    <dgm:pt modelId="{7678C76E-7BA3-45CD-AB8A-280FB5D70E72}" type="pres">
      <dgm:prSet presAssocID="{D66BF119-CB2B-4B4A-9F37-2E515AAC77FE}" presName="conn2-1" presStyleLbl="parChTrans1D3" presStyleIdx="2" presStyleCnt="11"/>
      <dgm:spPr/>
    </dgm:pt>
    <dgm:pt modelId="{D300B131-1EB7-4EF6-87B3-351976113C08}" type="pres">
      <dgm:prSet presAssocID="{D66BF119-CB2B-4B4A-9F37-2E515AAC77FE}" presName="connTx" presStyleLbl="parChTrans1D3" presStyleIdx="2" presStyleCnt="11"/>
      <dgm:spPr/>
    </dgm:pt>
    <dgm:pt modelId="{50B222E1-B9AB-4EF1-9077-3E84F2AB0FDE}" type="pres">
      <dgm:prSet presAssocID="{53C4D499-191A-4FD3-8AF3-C1219C42BD19}" presName="root2" presStyleCnt="0"/>
      <dgm:spPr/>
    </dgm:pt>
    <dgm:pt modelId="{4496CDD3-4F4D-4306-A13C-600BAD36E836}" type="pres">
      <dgm:prSet presAssocID="{53C4D499-191A-4FD3-8AF3-C1219C42BD19}" presName="LevelTwoTextNode" presStyleLbl="node3" presStyleIdx="2" presStyleCnt="11" custScaleX="135711" custScaleY="119798" custLinFactNeighborX="16256">
        <dgm:presLayoutVars>
          <dgm:chPref val="3"/>
        </dgm:presLayoutVars>
      </dgm:prSet>
      <dgm:spPr/>
    </dgm:pt>
    <dgm:pt modelId="{462D20F2-2615-4E3A-902C-987BAF4A26E5}" type="pres">
      <dgm:prSet presAssocID="{53C4D499-191A-4FD3-8AF3-C1219C42BD19}" presName="level3hierChild" presStyleCnt="0"/>
      <dgm:spPr/>
    </dgm:pt>
    <dgm:pt modelId="{0990E7BF-2779-4D66-9D60-44E66A9A7BA9}" type="pres">
      <dgm:prSet presAssocID="{04865D33-E061-4E33-86CA-731061852C8D}" presName="conn2-1" presStyleLbl="parChTrans1D2" presStyleIdx="1" presStyleCnt="4"/>
      <dgm:spPr/>
    </dgm:pt>
    <dgm:pt modelId="{6B0389C5-9F31-46BF-B442-ECB205B9C7F9}" type="pres">
      <dgm:prSet presAssocID="{04865D33-E061-4E33-86CA-731061852C8D}" presName="connTx" presStyleLbl="parChTrans1D2" presStyleIdx="1" presStyleCnt="4"/>
      <dgm:spPr/>
    </dgm:pt>
    <dgm:pt modelId="{1E6C2AA7-23F0-4FED-B4D7-ECA96280A3EB}" type="pres">
      <dgm:prSet presAssocID="{7705506D-A039-49AF-A60E-287C16523C4F}" presName="root2" presStyleCnt="0"/>
      <dgm:spPr/>
    </dgm:pt>
    <dgm:pt modelId="{C912DBC8-66E8-48C8-B9D4-1936878930D5}" type="pres">
      <dgm:prSet presAssocID="{7705506D-A039-49AF-A60E-287C16523C4F}" presName="LevelTwoTextNode" presStyleLbl="node2" presStyleIdx="1" presStyleCnt="4" custScaleX="180433">
        <dgm:presLayoutVars>
          <dgm:chPref val="3"/>
        </dgm:presLayoutVars>
      </dgm:prSet>
      <dgm:spPr/>
    </dgm:pt>
    <dgm:pt modelId="{56972789-FC6A-450C-B1B1-9B5AED4D11E8}" type="pres">
      <dgm:prSet presAssocID="{7705506D-A039-49AF-A60E-287C16523C4F}" presName="level3hierChild" presStyleCnt="0"/>
      <dgm:spPr/>
    </dgm:pt>
    <dgm:pt modelId="{60AB2BF5-F4B5-4435-9F9C-07E5A797BAD8}" type="pres">
      <dgm:prSet presAssocID="{5A5551B5-1CA9-4C1E-8BDA-0BE335C11BF6}" presName="conn2-1" presStyleLbl="parChTrans1D3" presStyleIdx="3" presStyleCnt="11"/>
      <dgm:spPr/>
    </dgm:pt>
    <dgm:pt modelId="{40724955-0B3F-4C15-84C2-D19F924E5F5F}" type="pres">
      <dgm:prSet presAssocID="{5A5551B5-1CA9-4C1E-8BDA-0BE335C11BF6}" presName="connTx" presStyleLbl="parChTrans1D3" presStyleIdx="3" presStyleCnt="11"/>
      <dgm:spPr/>
    </dgm:pt>
    <dgm:pt modelId="{4E2025CB-2169-4247-88A0-858A8C36B373}" type="pres">
      <dgm:prSet presAssocID="{52540E90-C8AB-410A-A626-DAC4CCDED6B4}" presName="root2" presStyleCnt="0"/>
      <dgm:spPr/>
    </dgm:pt>
    <dgm:pt modelId="{51944144-D1E0-4506-9527-14262BAC119B}" type="pres">
      <dgm:prSet presAssocID="{52540E90-C8AB-410A-A626-DAC4CCDED6B4}" presName="LevelTwoTextNode" presStyleLbl="node3" presStyleIdx="3" presStyleCnt="11" custScaleX="140964" custScaleY="126899" custLinFactNeighborX="25122" custLinFactNeighborY="11822">
        <dgm:presLayoutVars>
          <dgm:chPref val="3"/>
        </dgm:presLayoutVars>
      </dgm:prSet>
      <dgm:spPr/>
    </dgm:pt>
    <dgm:pt modelId="{050AF05B-72C2-480B-9BB6-F9B1E32277BE}" type="pres">
      <dgm:prSet presAssocID="{52540E90-C8AB-410A-A626-DAC4CCDED6B4}" presName="level3hierChild" presStyleCnt="0"/>
      <dgm:spPr/>
    </dgm:pt>
    <dgm:pt modelId="{67D9A56C-4458-446F-A8E8-B2F074315D6B}" type="pres">
      <dgm:prSet presAssocID="{8623C9F8-BE69-4633-A0FA-BE5AEAC3AE0D}" presName="conn2-1" presStyleLbl="parChTrans1D4" presStyleIdx="0" presStyleCnt="7"/>
      <dgm:spPr/>
    </dgm:pt>
    <dgm:pt modelId="{AB117737-FDB2-48A0-9B6F-6A34492D40C8}" type="pres">
      <dgm:prSet presAssocID="{8623C9F8-BE69-4633-A0FA-BE5AEAC3AE0D}" presName="connTx" presStyleLbl="parChTrans1D4" presStyleIdx="0" presStyleCnt="7"/>
      <dgm:spPr/>
    </dgm:pt>
    <dgm:pt modelId="{67F294B8-DE57-4454-9343-06445ED00E03}" type="pres">
      <dgm:prSet presAssocID="{803F2987-BF19-4C33-81EA-93E4A10BE31F}" presName="root2" presStyleCnt="0"/>
      <dgm:spPr/>
    </dgm:pt>
    <dgm:pt modelId="{58D0F021-23B3-4FEF-BF30-BCC7E37D4AC9}" type="pres">
      <dgm:prSet presAssocID="{803F2987-BF19-4C33-81EA-93E4A10BE31F}" presName="LevelTwoTextNode" presStyleLbl="node4" presStyleIdx="0" presStyleCnt="7" custScaleX="137484" custScaleY="132186" custLinFactNeighborX="38423" custLinFactNeighborY="-8867">
        <dgm:presLayoutVars>
          <dgm:chPref val="3"/>
        </dgm:presLayoutVars>
      </dgm:prSet>
      <dgm:spPr/>
    </dgm:pt>
    <dgm:pt modelId="{D42A6368-0A3A-473E-B56E-B2E89AC32E35}" type="pres">
      <dgm:prSet presAssocID="{803F2987-BF19-4C33-81EA-93E4A10BE31F}" presName="level3hierChild" presStyleCnt="0"/>
      <dgm:spPr/>
    </dgm:pt>
    <dgm:pt modelId="{4ADE1F7F-8384-4336-B124-76331D07AD72}" type="pres">
      <dgm:prSet presAssocID="{4AF2C54F-5AA8-40B7-8B00-B33F26504318}" presName="conn2-1" presStyleLbl="parChTrans1D4" presStyleIdx="1" presStyleCnt="7"/>
      <dgm:spPr/>
    </dgm:pt>
    <dgm:pt modelId="{0FC8205A-63DD-41CB-B48A-838E82058172}" type="pres">
      <dgm:prSet presAssocID="{4AF2C54F-5AA8-40B7-8B00-B33F26504318}" presName="connTx" presStyleLbl="parChTrans1D4" presStyleIdx="1" presStyleCnt="7"/>
      <dgm:spPr/>
    </dgm:pt>
    <dgm:pt modelId="{ED73CCFD-B627-4C9C-A7B1-2C28930CD723}" type="pres">
      <dgm:prSet presAssocID="{96EC2E5C-1CD3-472A-8B81-1B306F78A5B4}" presName="root2" presStyleCnt="0"/>
      <dgm:spPr/>
    </dgm:pt>
    <dgm:pt modelId="{1F428FBE-15CF-415C-AF5C-E46B9114553E}" type="pres">
      <dgm:prSet presAssocID="{96EC2E5C-1CD3-472A-8B81-1B306F78A5B4}" presName="LevelTwoTextNode" presStyleLbl="node4" presStyleIdx="1" presStyleCnt="7" custScaleX="133185" custScaleY="109283" custLinFactNeighborX="39901" custLinFactNeighborY="5911">
        <dgm:presLayoutVars>
          <dgm:chPref val="3"/>
        </dgm:presLayoutVars>
      </dgm:prSet>
      <dgm:spPr/>
    </dgm:pt>
    <dgm:pt modelId="{5913AB05-F767-423A-9B25-4A11BBE461F5}" type="pres">
      <dgm:prSet presAssocID="{96EC2E5C-1CD3-472A-8B81-1B306F78A5B4}" presName="level3hierChild" presStyleCnt="0"/>
      <dgm:spPr/>
    </dgm:pt>
    <dgm:pt modelId="{4C521EE0-1FDD-44DA-B5A7-9805FBA5FE7E}" type="pres">
      <dgm:prSet presAssocID="{D04BD2AF-6CE1-4942-A2A3-D0AA29047777}" presName="conn2-1" presStyleLbl="parChTrans1D3" presStyleIdx="4" presStyleCnt="11"/>
      <dgm:spPr/>
    </dgm:pt>
    <dgm:pt modelId="{21AFDBD4-AAFA-4156-A25C-1C10690F1927}" type="pres">
      <dgm:prSet presAssocID="{D04BD2AF-6CE1-4942-A2A3-D0AA29047777}" presName="connTx" presStyleLbl="parChTrans1D3" presStyleIdx="4" presStyleCnt="11"/>
      <dgm:spPr/>
    </dgm:pt>
    <dgm:pt modelId="{300C9712-4397-4333-9E5F-414FC9C0902B}" type="pres">
      <dgm:prSet presAssocID="{BA335748-80A9-499A-B874-B4109AE55F24}" presName="root2" presStyleCnt="0"/>
      <dgm:spPr/>
    </dgm:pt>
    <dgm:pt modelId="{F79398DE-AECE-40C9-B120-7959DF19F71C}" type="pres">
      <dgm:prSet presAssocID="{BA335748-80A9-499A-B874-B4109AE55F24}" presName="LevelTwoTextNode" presStyleLbl="node3" presStyleIdx="4" presStyleCnt="11" custScaleX="138536" custScaleY="104457" custLinFactNeighborX="29556" custLinFactNeighborY="-2956">
        <dgm:presLayoutVars>
          <dgm:chPref val="3"/>
        </dgm:presLayoutVars>
      </dgm:prSet>
      <dgm:spPr/>
    </dgm:pt>
    <dgm:pt modelId="{38BA6E68-E509-4723-9539-A663273EF14E}" type="pres">
      <dgm:prSet presAssocID="{BA335748-80A9-499A-B874-B4109AE55F24}" presName="level3hierChild" presStyleCnt="0"/>
      <dgm:spPr/>
    </dgm:pt>
    <dgm:pt modelId="{B2B434E0-C5FC-4826-BF9D-8CB3490639AD}" type="pres">
      <dgm:prSet presAssocID="{12E530CB-42B6-4DA3-8EEC-86492F1B8109}" presName="conn2-1" presStyleLbl="parChTrans1D4" presStyleIdx="2" presStyleCnt="7"/>
      <dgm:spPr/>
    </dgm:pt>
    <dgm:pt modelId="{A6BE3A85-3452-4A91-BB08-CC5D05DF8B55}" type="pres">
      <dgm:prSet presAssocID="{12E530CB-42B6-4DA3-8EEC-86492F1B8109}" presName="connTx" presStyleLbl="parChTrans1D4" presStyleIdx="2" presStyleCnt="7"/>
      <dgm:spPr/>
    </dgm:pt>
    <dgm:pt modelId="{A90098BF-28B7-4056-A96E-58F0D08D30A4}" type="pres">
      <dgm:prSet presAssocID="{B21241FB-0AA8-4F3C-8209-14B70D3CE2BD}" presName="root2" presStyleCnt="0"/>
      <dgm:spPr/>
    </dgm:pt>
    <dgm:pt modelId="{E0AB302D-BA26-40D6-AE71-336D6F208C45}" type="pres">
      <dgm:prSet presAssocID="{B21241FB-0AA8-4F3C-8209-14B70D3CE2BD}" presName="LevelTwoTextNode" presStyleLbl="node4" presStyleIdx="2" presStyleCnt="7" custScaleX="210502" custScaleY="159718" custLinFactNeighborX="33990">
        <dgm:presLayoutVars>
          <dgm:chPref val="3"/>
        </dgm:presLayoutVars>
      </dgm:prSet>
      <dgm:spPr/>
    </dgm:pt>
    <dgm:pt modelId="{234ABC6C-12B3-4900-85E8-E9DD7532AED4}" type="pres">
      <dgm:prSet presAssocID="{B21241FB-0AA8-4F3C-8209-14B70D3CE2BD}" presName="level3hierChild" presStyleCnt="0"/>
      <dgm:spPr/>
    </dgm:pt>
    <dgm:pt modelId="{ACBDEABD-2B6C-4A4E-AEFF-AD65C2B6FF60}" type="pres">
      <dgm:prSet presAssocID="{44D8EC73-5FD3-46C2-AFD9-347A2A32EC60}" presName="conn2-1" presStyleLbl="parChTrans1D4" presStyleIdx="3" presStyleCnt="7"/>
      <dgm:spPr/>
    </dgm:pt>
    <dgm:pt modelId="{5E791768-951F-4DA8-B9C6-13B95DDB2EF3}" type="pres">
      <dgm:prSet presAssocID="{44D8EC73-5FD3-46C2-AFD9-347A2A32EC60}" presName="connTx" presStyleLbl="parChTrans1D4" presStyleIdx="3" presStyleCnt="7"/>
      <dgm:spPr/>
    </dgm:pt>
    <dgm:pt modelId="{8CEBDAA6-4AA5-499C-AEC9-AA315EE362E6}" type="pres">
      <dgm:prSet presAssocID="{94E9D308-C0F7-4F52-B2EE-41B666D41424}" presName="root2" presStyleCnt="0"/>
      <dgm:spPr/>
    </dgm:pt>
    <dgm:pt modelId="{67A847B4-788F-494E-8C4C-20F0D07A3D89}" type="pres">
      <dgm:prSet presAssocID="{94E9D308-C0F7-4F52-B2EE-41B666D41424}" presName="LevelTwoTextNode" presStyleLbl="node4" presStyleIdx="3" presStyleCnt="7" custScaleX="209904" custScaleY="115211" custLinFactNeighborX="35468" custLinFactNeighborY="-8867">
        <dgm:presLayoutVars>
          <dgm:chPref val="3"/>
        </dgm:presLayoutVars>
      </dgm:prSet>
      <dgm:spPr/>
    </dgm:pt>
    <dgm:pt modelId="{B1A5151E-E75C-43D2-8036-56846B8DB8AC}" type="pres">
      <dgm:prSet presAssocID="{94E9D308-C0F7-4F52-B2EE-41B666D41424}" presName="level3hierChild" presStyleCnt="0"/>
      <dgm:spPr/>
    </dgm:pt>
    <dgm:pt modelId="{8BF52F4B-7793-4CD0-BBB3-DED868AD0B8F}" type="pres">
      <dgm:prSet presAssocID="{C6402B76-BBF4-49CE-8BBF-FB92DF0B8799}" presName="conn2-1" presStyleLbl="parChTrans1D4" presStyleIdx="4" presStyleCnt="7"/>
      <dgm:spPr/>
    </dgm:pt>
    <dgm:pt modelId="{42C34015-3358-40E3-A96A-F4CC8808A612}" type="pres">
      <dgm:prSet presAssocID="{C6402B76-BBF4-49CE-8BBF-FB92DF0B8799}" presName="connTx" presStyleLbl="parChTrans1D4" presStyleIdx="4" presStyleCnt="7"/>
      <dgm:spPr/>
    </dgm:pt>
    <dgm:pt modelId="{94009DC1-C187-4E34-801E-2995D4E4B525}" type="pres">
      <dgm:prSet presAssocID="{EB764B3C-451B-41B2-9CA3-6DA99216AD6C}" presName="root2" presStyleCnt="0"/>
      <dgm:spPr/>
    </dgm:pt>
    <dgm:pt modelId="{0DCC5ED9-ECD8-49B9-B7A9-4999A1EDF6C5}" type="pres">
      <dgm:prSet presAssocID="{EB764B3C-451B-41B2-9CA3-6DA99216AD6C}" presName="LevelTwoTextNode" presStyleLbl="node4" presStyleIdx="4" presStyleCnt="7" custScaleX="212964" custScaleY="154081" custLinFactNeighborX="32512">
        <dgm:presLayoutVars>
          <dgm:chPref val="3"/>
        </dgm:presLayoutVars>
      </dgm:prSet>
      <dgm:spPr/>
    </dgm:pt>
    <dgm:pt modelId="{8AB8E67B-8CDA-47BA-B4AD-19DC6BD7989E}" type="pres">
      <dgm:prSet presAssocID="{EB764B3C-451B-41B2-9CA3-6DA99216AD6C}" presName="level3hierChild" presStyleCnt="0"/>
      <dgm:spPr/>
    </dgm:pt>
    <dgm:pt modelId="{9AA82969-A8D4-4798-9214-0D16F7C9BB6D}" type="pres">
      <dgm:prSet presAssocID="{70907835-1796-4698-99E1-11798BFDC748}" presName="conn2-1" presStyleLbl="parChTrans1D3" presStyleIdx="5" presStyleCnt="11"/>
      <dgm:spPr/>
    </dgm:pt>
    <dgm:pt modelId="{9813C1B6-F15D-497C-B4D4-CAA70274EEF4}" type="pres">
      <dgm:prSet presAssocID="{70907835-1796-4698-99E1-11798BFDC748}" presName="connTx" presStyleLbl="parChTrans1D3" presStyleIdx="5" presStyleCnt="11"/>
      <dgm:spPr/>
    </dgm:pt>
    <dgm:pt modelId="{D17A8876-3154-4F0C-A96B-DF28D4C51B6C}" type="pres">
      <dgm:prSet presAssocID="{DA8EAC53-7B92-4342-86E8-D9754103189B}" presName="root2" presStyleCnt="0"/>
      <dgm:spPr/>
    </dgm:pt>
    <dgm:pt modelId="{3BD68F0E-4735-40BD-AC21-5CEEA25A5E56}" type="pres">
      <dgm:prSet presAssocID="{DA8EAC53-7B92-4342-86E8-D9754103189B}" presName="LevelTwoTextNode" presStyleLbl="node3" presStyleIdx="5" presStyleCnt="11" custScaleX="149040" custScaleY="106603" custLinFactNeighborX="26600" custLinFactNeighborY="2956">
        <dgm:presLayoutVars>
          <dgm:chPref val="3"/>
        </dgm:presLayoutVars>
      </dgm:prSet>
      <dgm:spPr/>
    </dgm:pt>
    <dgm:pt modelId="{85D75420-A68B-4371-98B3-62B67FC9CA61}" type="pres">
      <dgm:prSet presAssocID="{DA8EAC53-7B92-4342-86E8-D9754103189B}" presName="level3hierChild" presStyleCnt="0"/>
      <dgm:spPr/>
    </dgm:pt>
    <dgm:pt modelId="{D8ABBE0D-18E7-4D7B-B556-306D827B3E00}" type="pres">
      <dgm:prSet presAssocID="{D0296041-2A08-4CDB-B920-55E617CED178}" presName="conn2-1" presStyleLbl="parChTrans1D2" presStyleIdx="2" presStyleCnt="4"/>
      <dgm:spPr/>
    </dgm:pt>
    <dgm:pt modelId="{E6A2C64B-FDE8-44F6-BE60-CFFB98C8AADB}" type="pres">
      <dgm:prSet presAssocID="{D0296041-2A08-4CDB-B920-55E617CED178}" presName="connTx" presStyleLbl="parChTrans1D2" presStyleIdx="2" presStyleCnt="4"/>
      <dgm:spPr/>
    </dgm:pt>
    <dgm:pt modelId="{53316C44-4D1C-499E-9212-47BEE41E03B2}" type="pres">
      <dgm:prSet presAssocID="{B254C52C-9583-4700-95A8-11CAF80DAA34}" presName="root2" presStyleCnt="0"/>
      <dgm:spPr/>
    </dgm:pt>
    <dgm:pt modelId="{7926F574-0BD9-4134-BFC4-71E9C120DBC5}" type="pres">
      <dgm:prSet presAssocID="{B254C52C-9583-4700-95A8-11CAF80DAA34}" presName="LevelTwoTextNode" presStyleLbl="node2" presStyleIdx="2" presStyleCnt="4" custScaleX="214749" custScaleY="169656">
        <dgm:presLayoutVars>
          <dgm:chPref val="3"/>
        </dgm:presLayoutVars>
      </dgm:prSet>
      <dgm:spPr/>
    </dgm:pt>
    <dgm:pt modelId="{2B4C1497-8A01-4E3E-AF5B-F2A9AF633273}" type="pres">
      <dgm:prSet presAssocID="{B254C52C-9583-4700-95A8-11CAF80DAA34}" presName="level3hierChild" presStyleCnt="0"/>
      <dgm:spPr/>
    </dgm:pt>
    <dgm:pt modelId="{05050918-9AD9-4099-B6C3-F2D67539C7BA}" type="pres">
      <dgm:prSet presAssocID="{173DB5B9-F031-4028-AAD1-D18C8974E9D4}" presName="conn2-1" presStyleLbl="parChTrans1D3" presStyleIdx="6" presStyleCnt="11"/>
      <dgm:spPr/>
    </dgm:pt>
    <dgm:pt modelId="{F0AF2959-5011-45D7-A3DE-9E2C272FA325}" type="pres">
      <dgm:prSet presAssocID="{173DB5B9-F031-4028-AAD1-D18C8974E9D4}" presName="connTx" presStyleLbl="parChTrans1D3" presStyleIdx="6" presStyleCnt="11"/>
      <dgm:spPr/>
    </dgm:pt>
    <dgm:pt modelId="{67FBB3EE-3EBB-440E-BD83-395A01FC66A4}" type="pres">
      <dgm:prSet presAssocID="{E5F8BCFE-38C4-46ED-9F12-FF055DB0B569}" presName="root2" presStyleCnt="0"/>
      <dgm:spPr/>
    </dgm:pt>
    <dgm:pt modelId="{A53262B9-4CD6-4E3C-8565-7C81B50311B8}" type="pres">
      <dgm:prSet presAssocID="{E5F8BCFE-38C4-46ED-9F12-FF055DB0B569}" presName="LevelTwoTextNode" presStyleLbl="node3" presStyleIdx="6" presStyleCnt="11" custScaleX="151763" custScaleY="113157">
        <dgm:presLayoutVars>
          <dgm:chPref val="3"/>
        </dgm:presLayoutVars>
      </dgm:prSet>
      <dgm:spPr/>
    </dgm:pt>
    <dgm:pt modelId="{E1CEE8AF-1136-4AC8-8259-0F571516C8E1}" type="pres">
      <dgm:prSet presAssocID="{E5F8BCFE-38C4-46ED-9F12-FF055DB0B569}" presName="level3hierChild" presStyleCnt="0"/>
      <dgm:spPr/>
    </dgm:pt>
    <dgm:pt modelId="{898DA885-1071-4EE5-ADE2-4C472541B684}" type="pres">
      <dgm:prSet presAssocID="{FC33937D-55FC-41B2-AE5B-1A843FEDA827}" presName="conn2-1" presStyleLbl="parChTrans1D4" presStyleIdx="5" presStyleCnt="7"/>
      <dgm:spPr/>
    </dgm:pt>
    <dgm:pt modelId="{EBA32539-7B4B-4ACC-A514-5DB9082BB7C6}" type="pres">
      <dgm:prSet presAssocID="{FC33937D-55FC-41B2-AE5B-1A843FEDA827}" presName="connTx" presStyleLbl="parChTrans1D4" presStyleIdx="5" presStyleCnt="7"/>
      <dgm:spPr/>
    </dgm:pt>
    <dgm:pt modelId="{627895F7-10A6-4B94-BE4C-ACED9CA08767}" type="pres">
      <dgm:prSet presAssocID="{41C17BB7-F74D-44EE-88B5-5549EF6FD0E6}" presName="root2" presStyleCnt="0"/>
      <dgm:spPr/>
    </dgm:pt>
    <dgm:pt modelId="{1C23D5BB-AAB9-4924-BC33-3AF5224CC636}" type="pres">
      <dgm:prSet presAssocID="{41C17BB7-F74D-44EE-88B5-5549EF6FD0E6}" presName="LevelTwoTextNode" presStyleLbl="node4" presStyleIdx="5" presStyleCnt="7" custScaleX="160535" custScaleY="146528" custLinFactNeighborX="38423" custLinFactNeighborY="-8867">
        <dgm:presLayoutVars>
          <dgm:chPref val="3"/>
        </dgm:presLayoutVars>
      </dgm:prSet>
      <dgm:spPr/>
    </dgm:pt>
    <dgm:pt modelId="{F52D093C-2E9E-49BA-BB62-F4A16D41780D}" type="pres">
      <dgm:prSet presAssocID="{41C17BB7-F74D-44EE-88B5-5549EF6FD0E6}" presName="level3hierChild" presStyleCnt="0"/>
      <dgm:spPr/>
    </dgm:pt>
    <dgm:pt modelId="{EF711375-B83D-420E-B733-5B552BC1DDA0}" type="pres">
      <dgm:prSet presAssocID="{1319FDCF-6A37-40BA-B670-1AC1003163BD}" presName="conn2-1" presStyleLbl="parChTrans1D4" presStyleIdx="6" presStyleCnt="7"/>
      <dgm:spPr/>
    </dgm:pt>
    <dgm:pt modelId="{23AB540D-FFBD-4686-884C-CCDA5FD9A789}" type="pres">
      <dgm:prSet presAssocID="{1319FDCF-6A37-40BA-B670-1AC1003163BD}" presName="connTx" presStyleLbl="parChTrans1D4" presStyleIdx="6" presStyleCnt="7"/>
      <dgm:spPr/>
    </dgm:pt>
    <dgm:pt modelId="{E3DD3304-72BF-4E93-BEA8-2C006B8248CC}" type="pres">
      <dgm:prSet presAssocID="{5E43886E-FF2A-42BA-8045-E2CEDA35E601}" presName="root2" presStyleCnt="0"/>
      <dgm:spPr/>
    </dgm:pt>
    <dgm:pt modelId="{CD2CE057-2A6D-4E59-ADB2-DF807F30ABBD}" type="pres">
      <dgm:prSet presAssocID="{5E43886E-FF2A-42BA-8045-E2CEDA35E601}" presName="LevelTwoTextNode" presStyleLbl="node4" presStyleIdx="6" presStyleCnt="7" custScaleX="161679" custScaleY="150813" custLinFactNeighborX="35468" custLinFactNeighborY="-8867">
        <dgm:presLayoutVars>
          <dgm:chPref val="3"/>
        </dgm:presLayoutVars>
      </dgm:prSet>
      <dgm:spPr/>
    </dgm:pt>
    <dgm:pt modelId="{AB2C014A-11D6-4021-876B-E9787A10C05A}" type="pres">
      <dgm:prSet presAssocID="{5E43886E-FF2A-42BA-8045-E2CEDA35E601}" presName="level3hierChild" presStyleCnt="0"/>
      <dgm:spPr/>
    </dgm:pt>
    <dgm:pt modelId="{03A7A255-105C-49EA-BEF4-288416930C73}" type="pres">
      <dgm:prSet presAssocID="{112C82E3-2C1C-42AE-9524-BBE5B8ADA7DA}" presName="conn2-1" presStyleLbl="parChTrans1D3" presStyleIdx="7" presStyleCnt="11"/>
      <dgm:spPr/>
    </dgm:pt>
    <dgm:pt modelId="{697BFC9C-2C76-46A7-AF2E-A5BE6A687C67}" type="pres">
      <dgm:prSet presAssocID="{112C82E3-2C1C-42AE-9524-BBE5B8ADA7DA}" presName="connTx" presStyleLbl="parChTrans1D3" presStyleIdx="7" presStyleCnt="11"/>
      <dgm:spPr/>
    </dgm:pt>
    <dgm:pt modelId="{3F66615F-433D-4B29-ABA2-24D9D9428C32}" type="pres">
      <dgm:prSet presAssocID="{7A4F0F9D-4015-486B-A13F-09DF924B3A34}" presName="root2" presStyleCnt="0"/>
      <dgm:spPr/>
    </dgm:pt>
    <dgm:pt modelId="{DF890B27-73CC-419A-A8C5-CBE523C0B56E}" type="pres">
      <dgm:prSet presAssocID="{7A4F0F9D-4015-486B-A13F-09DF924B3A34}" presName="LevelTwoTextNode" presStyleLbl="node3" presStyleIdx="7" presStyleCnt="11" custScaleX="236136" custScaleY="143285">
        <dgm:presLayoutVars>
          <dgm:chPref val="3"/>
        </dgm:presLayoutVars>
      </dgm:prSet>
      <dgm:spPr/>
    </dgm:pt>
    <dgm:pt modelId="{9F64E559-D238-4F2B-AD77-DF6F6FD905F7}" type="pres">
      <dgm:prSet presAssocID="{7A4F0F9D-4015-486B-A13F-09DF924B3A34}" presName="level3hierChild" presStyleCnt="0"/>
      <dgm:spPr/>
    </dgm:pt>
    <dgm:pt modelId="{9BD9B075-BB65-4F5D-91EC-2103B5D04E10}" type="pres">
      <dgm:prSet presAssocID="{088DBB66-1371-4A0D-B8E6-1FBBA18C6E16}" presName="conn2-1" presStyleLbl="parChTrans1D3" presStyleIdx="8" presStyleCnt="11"/>
      <dgm:spPr/>
    </dgm:pt>
    <dgm:pt modelId="{549889F7-1CED-482E-8E74-8EBCE8393F53}" type="pres">
      <dgm:prSet presAssocID="{088DBB66-1371-4A0D-B8E6-1FBBA18C6E16}" presName="connTx" presStyleLbl="parChTrans1D3" presStyleIdx="8" presStyleCnt="11"/>
      <dgm:spPr/>
    </dgm:pt>
    <dgm:pt modelId="{AE02A340-7EA4-41BB-B6F5-B08121ACB059}" type="pres">
      <dgm:prSet presAssocID="{9B7F9A45-F41A-4D1A-8AD9-44102D875E09}" presName="root2" presStyleCnt="0"/>
      <dgm:spPr/>
    </dgm:pt>
    <dgm:pt modelId="{530D912E-48D6-4747-975A-CFFBA8F93DC6}" type="pres">
      <dgm:prSet presAssocID="{9B7F9A45-F41A-4D1A-8AD9-44102D875E09}" presName="LevelTwoTextNode" presStyleLbl="node3" presStyleIdx="8" presStyleCnt="11">
        <dgm:presLayoutVars>
          <dgm:chPref val="3"/>
        </dgm:presLayoutVars>
      </dgm:prSet>
      <dgm:spPr/>
    </dgm:pt>
    <dgm:pt modelId="{BE1F2E25-840D-4982-B96B-4C4720C73EDE}" type="pres">
      <dgm:prSet presAssocID="{9B7F9A45-F41A-4D1A-8AD9-44102D875E09}" presName="level3hierChild" presStyleCnt="0"/>
      <dgm:spPr/>
    </dgm:pt>
    <dgm:pt modelId="{4E68E72B-739F-4CFB-854A-3CCCE76908CE}" type="pres">
      <dgm:prSet presAssocID="{2B1F0956-5AB9-481D-AD7C-EE38D895B9A4}" presName="conn2-1" presStyleLbl="parChTrans1D2" presStyleIdx="3" presStyleCnt="4"/>
      <dgm:spPr/>
    </dgm:pt>
    <dgm:pt modelId="{DC95E066-AA1B-44D0-B011-EBF7087A647F}" type="pres">
      <dgm:prSet presAssocID="{2B1F0956-5AB9-481D-AD7C-EE38D895B9A4}" presName="connTx" presStyleLbl="parChTrans1D2" presStyleIdx="3" presStyleCnt="4"/>
      <dgm:spPr/>
    </dgm:pt>
    <dgm:pt modelId="{3C143B49-849C-4DD8-9D8A-C00B08AF6EAF}" type="pres">
      <dgm:prSet presAssocID="{55D7858B-E3E3-4CC9-9CCB-A7CACA14A761}" presName="root2" presStyleCnt="0"/>
      <dgm:spPr/>
    </dgm:pt>
    <dgm:pt modelId="{A579E38B-6CCE-4856-A26D-A88F6792D9DD}" type="pres">
      <dgm:prSet presAssocID="{55D7858B-E3E3-4CC9-9CCB-A7CACA14A761}" presName="LevelTwoTextNode" presStyleLbl="node2" presStyleIdx="3" presStyleCnt="4" custScaleX="216369" custScaleY="160534">
        <dgm:presLayoutVars>
          <dgm:chPref val="3"/>
        </dgm:presLayoutVars>
      </dgm:prSet>
      <dgm:spPr/>
    </dgm:pt>
    <dgm:pt modelId="{EB24A982-9BD7-42FA-8D3B-1276E1FF3368}" type="pres">
      <dgm:prSet presAssocID="{55D7858B-E3E3-4CC9-9CCB-A7CACA14A761}" presName="level3hierChild" presStyleCnt="0"/>
      <dgm:spPr/>
    </dgm:pt>
    <dgm:pt modelId="{058F604B-8643-46AC-9B73-6D872AF238B2}" type="pres">
      <dgm:prSet presAssocID="{34A7D7F5-6F4F-4917-9815-F4CBF75A88CC}" presName="conn2-1" presStyleLbl="parChTrans1D3" presStyleIdx="9" presStyleCnt="11"/>
      <dgm:spPr/>
    </dgm:pt>
    <dgm:pt modelId="{6B6D3B08-0C3C-49D8-8F4E-E9C6281F6B5D}" type="pres">
      <dgm:prSet presAssocID="{34A7D7F5-6F4F-4917-9815-F4CBF75A88CC}" presName="connTx" presStyleLbl="parChTrans1D3" presStyleIdx="9" presStyleCnt="11"/>
      <dgm:spPr/>
    </dgm:pt>
    <dgm:pt modelId="{E5E29132-7867-4260-B8EE-F1BBDAE04D75}" type="pres">
      <dgm:prSet presAssocID="{C5C8AD82-6CDA-4A05-AE06-6E3CB4D3F849}" presName="root2" presStyleCnt="0"/>
      <dgm:spPr/>
    </dgm:pt>
    <dgm:pt modelId="{7ACDF4C6-9572-47B9-AC3C-B44C1F375EAE}" type="pres">
      <dgm:prSet presAssocID="{C5C8AD82-6CDA-4A05-AE06-6E3CB4D3F849}" presName="LevelTwoTextNode" presStyleLbl="node3" presStyleIdx="9" presStyleCnt="11" custLinFactNeighborX="-4901" custLinFactNeighborY="-2450">
        <dgm:presLayoutVars>
          <dgm:chPref val="3"/>
        </dgm:presLayoutVars>
      </dgm:prSet>
      <dgm:spPr/>
    </dgm:pt>
    <dgm:pt modelId="{4684CD9F-DFB5-421E-A70F-1AAFD1B7ACA7}" type="pres">
      <dgm:prSet presAssocID="{C5C8AD82-6CDA-4A05-AE06-6E3CB4D3F849}" presName="level3hierChild" presStyleCnt="0"/>
      <dgm:spPr/>
    </dgm:pt>
    <dgm:pt modelId="{30B0B562-3477-4F62-9A3D-206F87AF6B18}" type="pres">
      <dgm:prSet presAssocID="{AB698831-572F-41C0-B9EA-87B91FFEAC89}" presName="conn2-1" presStyleLbl="parChTrans1D3" presStyleIdx="10" presStyleCnt="11"/>
      <dgm:spPr/>
    </dgm:pt>
    <dgm:pt modelId="{A9D5A222-DE8C-4423-B3A8-73E67FA0F482}" type="pres">
      <dgm:prSet presAssocID="{AB698831-572F-41C0-B9EA-87B91FFEAC89}" presName="connTx" presStyleLbl="parChTrans1D3" presStyleIdx="10" presStyleCnt="11"/>
      <dgm:spPr/>
    </dgm:pt>
    <dgm:pt modelId="{3465BC83-7318-4F11-8BB3-9142A2801849}" type="pres">
      <dgm:prSet presAssocID="{46FF59AB-3ADA-4188-A51C-2E553E7C7873}" presName="root2" presStyleCnt="0"/>
      <dgm:spPr/>
    </dgm:pt>
    <dgm:pt modelId="{41AE953D-88D1-4BE3-8FCA-9B06434D3361}" type="pres">
      <dgm:prSet presAssocID="{46FF59AB-3ADA-4188-A51C-2E553E7C7873}" presName="LevelTwoTextNode" presStyleLbl="node3" presStyleIdx="10" presStyleCnt="11" custScaleX="194713" custLinFactNeighborX="16256" custLinFactNeighborY="-5911">
        <dgm:presLayoutVars>
          <dgm:chPref val="3"/>
        </dgm:presLayoutVars>
      </dgm:prSet>
      <dgm:spPr/>
    </dgm:pt>
    <dgm:pt modelId="{EE2BA4B2-0E81-4D89-9325-9A4C5095FACE}" type="pres">
      <dgm:prSet presAssocID="{46FF59AB-3ADA-4188-A51C-2E553E7C7873}" presName="level3hierChild" presStyleCnt="0"/>
      <dgm:spPr/>
    </dgm:pt>
  </dgm:ptLst>
  <dgm:cxnLst>
    <dgm:cxn modelId="{4556CD02-7779-4EDD-9A58-AE71FB698A43}" srcId="{AFF205C4-38B2-48CB-A2F7-E1BFABE85D88}" destId="{55D7858B-E3E3-4CC9-9CCB-A7CACA14A761}" srcOrd="3" destOrd="0" parTransId="{2B1F0956-5AB9-481D-AD7C-EE38D895B9A4}" sibTransId="{23B8FBCB-80EC-42EA-BA55-01F964B7A492}"/>
    <dgm:cxn modelId="{93F48406-E6B3-40A1-BC9A-333E6C0E1E60}" type="presOf" srcId="{173DB5B9-F031-4028-AAD1-D18C8974E9D4}" destId="{F0AF2959-5011-45D7-A3DE-9E2C272FA325}" srcOrd="1" destOrd="0" presId="urn:microsoft.com/office/officeart/2005/8/layout/hierarchy2#1"/>
    <dgm:cxn modelId="{7C9E4508-846F-4B2F-8BD2-BB0B32FB7319}" type="presOf" srcId="{7705506D-A039-49AF-A60E-287C16523C4F}" destId="{C912DBC8-66E8-48C8-B9D4-1936878930D5}" srcOrd="0" destOrd="0" presId="urn:microsoft.com/office/officeart/2005/8/layout/hierarchy2#1"/>
    <dgm:cxn modelId="{4D1A6D0C-704F-4D55-88DC-F134BB3854E4}" srcId="{7705506D-A039-49AF-A60E-287C16523C4F}" destId="{DA8EAC53-7B92-4342-86E8-D9754103189B}" srcOrd="2" destOrd="0" parTransId="{70907835-1796-4698-99E1-11798BFDC748}" sibTransId="{5B5476CC-A912-4CD9-BC73-FD8326B32296}"/>
    <dgm:cxn modelId="{D7453612-9EAF-4954-9626-49A4BBE2E260}" type="presOf" srcId="{34A7D7F5-6F4F-4917-9815-F4CBF75A88CC}" destId="{6B6D3B08-0C3C-49D8-8F4E-E9C6281F6B5D}" srcOrd="1" destOrd="0" presId="urn:microsoft.com/office/officeart/2005/8/layout/hierarchy2#1"/>
    <dgm:cxn modelId="{7DCC1513-F20B-44E6-B35C-B59FBC1F0044}" type="presOf" srcId="{AB698831-572F-41C0-B9EA-87B91FFEAC89}" destId="{A9D5A222-DE8C-4423-B3A8-73E67FA0F482}" srcOrd="1" destOrd="0" presId="urn:microsoft.com/office/officeart/2005/8/layout/hierarchy2#1"/>
    <dgm:cxn modelId="{E8398A13-9770-418A-B4C3-AFA4062FBF91}" type="presOf" srcId="{B21241FB-0AA8-4F3C-8209-14B70D3CE2BD}" destId="{E0AB302D-BA26-40D6-AE71-336D6F208C45}" srcOrd="0" destOrd="0" presId="urn:microsoft.com/office/officeart/2005/8/layout/hierarchy2#1"/>
    <dgm:cxn modelId="{6731A716-0554-4A9A-A32C-2BF709E06D4A}" srcId="{A6805813-5A82-4E6C-B445-374716F6854B}" destId="{53C4D499-191A-4FD3-8AF3-C1219C42BD19}" srcOrd="2" destOrd="0" parTransId="{D66BF119-CB2B-4B4A-9F37-2E515AAC77FE}" sibTransId="{FA5D46DA-0F8F-43D4-A06F-5A2969326EDC}"/>
    <dgm:cxn modelId="{4342B718-F0BF-40DF-8DC2-DA0CDA81E267}" type="presOf" srcId="{8623C9F8-BE69-4633-A0FA-BE5AEAC3AE0D}" destId="{67D9A56C-4458-446F-A8E8-B2F074315D6B}" srcOrd="0" destOrd="0" presId="urn:microsoft.com/office/officeart/2005/8/layout/hierarchy2#1"/>
    <dgm:cxn modelId="{B9C0DD1B-6BB8-42AA-96C6-5AC52220F120}" type="presOf" srcId="{B254C52C-9583-4700-95A8-11CAF80DAA34}" destId="{7926F574-0BD9-4134-BFC4-71E9C120DBC5}" srcOrd="0" destOrd="0" presId="urn:microsoft.com/office/officeart/2005/8/layout/hierarchy2#1"/>
    <dgm:cxn modelId="{5C9BBA1C-3FB1-4DEF-A73E-059A76ABCA26}" srcId="{3C632E11-E99D-4D79-82AE-9A0FBFE72A50}" destId="{AFF205C4-38B2-48CB-A2F7-E1BFABE85D88}" srcOrd="0" destOrd="0" parTransId="{D474D34A-9489-417B-A3E4-1F39DE39F2DE}" sibTransId="{6BE5F0B7-0861-456E-88B6-1DB11C86E86C}"/>
    <dgm:cxn modelId="{2C52DB1D-2E1C-44A4-9B6B-D22CB207EC2A}" type="presOf" srcId="{53C4D499-191A-4FD3-8AF3-C1219C42BD19}" destId="{4496CDD3-4F4D-4306-A13C-600BAD36E836}" srcOrd="0" destOrd="0" presId="urn:microsoft.com/office/officeart/2005/8/layout/hierarchy2#1"/>
    <dgm:cxn modelId="{33F09E23-6358-478B-99EC-0F0FDEA44426}" type="presOf" srcId="{A94DFEFA-1667-4E3A-9398-D00E290047E7}" destId="{60BD975C-847C-4A0F-94A7-A0D47A1E5345}" srcOrd="0" destOrd="0" presId="urn:microsoft.com/office/officeart/2005/8/layout/hierarchy2#1"/>
    <dgm:cxn modelId="{D5F27128-FC68-4147-9716-0EE2FA051841}" srcId="{B254C52C-9583-4700-95A8-11CAF80DAA34}" destId="{7A4F0F9D-4015-486B-A13F-09DF924B3A34}" srcOrd="1" destOrd="0" parTransId="{112C82E3-2C1C-42AE-9524-BBE5B8ADA7DA}" sibTransId="{14444D00-741B-4675-8893-8A96910BF627}"/>
    <dgm:cxn modelId="{A3A49D28-1AEB-4B08-8072-230B8A2AC52E}" type="presOf" srcId="{FC33937D-55FC-41B2-AE5B-1A843FEDA827}" destId="{898DA885-1071-4EE5-ADE2-4C472541B684}" srcOrd="0" destOrd="0" presId="urn:microsoft.com/office/officeart/2005/8/layout/hierarchy2#1"/>
    <dgm:cxn modelId="{4BEC212A-5AEF-4680-8435-FA1DF1DA76FF}" type="presOf" srcId="{D04BD2AF-6CE1-4942-A2A3-D0AA29047777}" destId="{21AFDBD4-AAFA-4156-A25C-1C10690F1927}" srcOrd="1" destOrd="0" presId="urn:microsoft.com/office/officeart/2005/8/layout/hierarchy2#1"/>
    <dgm:cxn modelId="{CD9DC032-0839-4020-93CE-5B9472D8F17A}" srcId="{A6805813-5A82-4E6C-B445-374716F6854B}" destId="{CB92FD28-7A7D-4993-9A9D-E700E7EBD2F3}" srcOrd="0" destOrd="0" parTransId="{CAF12E2A-13A1-4357-B0B8-25EE84120DB8}" sibTransId="{1EE1227F-051A-494B-9123-3C40C584A9C6}"/>
    <dgm:cxn modelId="{1441A033-38EC-4CC7-BB8D-F4B081A69F09}" type="presOf" srcId="{73B99935-0546-47FF-B0F3-4EEB270507FB}" destId="{90EAADCF-9D67-4269-8E92-0BD0998179CD}" srcOrd="0" destOrd="0" presId="urn:microsoft.com/office/officeart/2005/8/layout/hierarchy2#1"/>
    <dgm:cxn modelId="{C8083135-7870-4C31-B9F2-245E1A869081}" type="presOf" srcId="{C5C8AD82-6CDA-4A05-AE06-6E3CB4D3F849}" destId="{7ACDF4C6-9572-47B9-AC3C-B44C1F375EAE}" srcOrd="0" destOrd="0" presId="urn:microsoft.com/office/officeart/2005/8/layout/hierarchy2#1"/>
    <dgm:cxn modelId="{7A898235-B2F4-4B01-8B09-BEA8EDA95D6E}" type="presOf" srcId="{2B1F0956-5AB9-481D-AD7C-EE38D895B9A4}" destId="{4E68E72B-739F-4CFB-854A-3CCCE76908CE}" srcOrd="0" destOrd="0" presId="urn:microsoft.com/office/officeart/2005/8/layout/hierarchy2#1"/>
    <dgm:cxn modelId="{CE23AA3B-A104-49F0-A52C-C991A923EC5C}" type="presOf" srcId="{5A5551B5-1CA9-4C1E-8BDA-0BE335C11BF6}" destId="{40724955-0B3F-4C15-84C2-D19F924E5F5F}" srcOrd="1" destOrd="0" presId="urn:microsoft.com/office/officeart/2005/8/layout/hierarchy2#1"/>
    <dgm:cxn modelId="{3E9AF33F-5D0C-453B-9E56-EEA3CF6DA8DE}" type="presOf" srcId="{A94DFEFA-1667-4E3A-9398-D00E290047E7}" destId="{E1A40E77-2B6B-47B6-B09F-C2466016F47D}" srcOrd="1" destOrd="0" presId="urn:microsoft.com/office/officeart/2005/8/layout/hierarchy2#1"/>
    <dgm:cxn modelId="{B05BAA40-DB38-46CD-B7EE-F2F5933EBB17}" type="presOf" srcId="{5A5551B5-1CA9-4C1E-8BDA-0BE335C11BF6}" destId="{60AB2BF5-F4B5-4435-9F9C-07E5A797BAD8}" srcOrd="0" destOrd="0" presId="urn:microsoft.com/office/officeart/2005/8/layout/hierarchy2#1"/>
    <dgm:cxn modelId="{98C1945B-1865-418E-B7DE-44E7F265180C}" type="presOf" srcId="{4AF2C54F-5AA8-40B7-8B00-B33F26504318}" destId="{0FC8205A-63DD-41CB-B48A-838E82058172}" srcOrd="1" destOrd="0" presId="urn:microsoft.com/office/officeart/2005/8/layout/hierarchy2#1"/>
    <dgm:cxn modelId="{55094D5C-DE96-4550-8EED-2DD277A45E6B}" srcId="{AFF205C4-38B2-48CB-A2F7-E1BFABE85D88}" destId="{7705506D-A039-49AF-A60E-287C16523C4F}" srcOrd="1" destOrd="0" parTransId="{04865D33-E061-4E33-86CA-731061852C8D}" sibTransId="{F0CE0F41-E6F1-49AD-B3D9-BFD9353E49A0}"/>
    <dgm:cxn modelId="{F0401841-149B-4AC9-BE6B-468445871EA6}" type="presOf" srcId="{D66BF119-CB2B-4B4A-9F37-2E515AAC77FE}" destId="{D300B131-1EB7-4EF6-87B3-351976113C08}" srcOrd="1" destOrd="0" presId="urn:microsoft.com/office/officeart/2005/8/layout/hierarchy2#1"/>
    <dgm:cxn modelId="{FFED9545-69C1-46A1-88F9-337ADCF858F9}" type="presOf" srcId="{A6805813-5A82-4E6C-B445-374716F6854B}" destId="{4E42E3BF-D0E8-4844-B917-D2BFD8D4EA83}" srcOrd="0" destOrd="0" presId="urn:microsoft.com/office/officeart/2005/8/layout/hierarchy2#1"/>
    <dgm:cxn modelId="{4B9BC445-DA54-4CCC-BC63-F4D6C01D9A06}" type="presOf" srcId="{AA8C708C-7EB3-4350-86EF-4DA98AAA2ECF}" destId="{261793F2-E5B7-44B6-82BA-8758E5C7590B}" srcOrd="0" destOrd="0" presId="urn:microsoft.com/office/officeart/2005/8/layout/hierarchy2#1"/>
    <dgm:cxn modelId="{A2BEF646-6A6A-4E02-8FD4-5E52FFAFE180}" type="presOf" srcId="{DA8EAC53-7B92-4342-86E8-D9754103189B}" destId="{3BD68F0E-4735-40BD-AC21-5CEEA25A5E56}" srcOrd="0" destOrd="0" presId="urn:microsoft.com/office/officeart/2005/8/layout/hierarchy2#1"/>
    <dgm:cxn modelId="{F89ECA67-131C-418D-89B8-5DC34AE907DC}" type="presOf" srcId="{94E9D308-C0F7-4F52-B2EE-41B666D41424}" destId="{67A847B4-788F-494E-8C4C-20F0D07A3D89}" srcOrd="0" destOrd="0" presId="urn:microsoft.com/office/officeart/2005/8/layout/hierarchy2#1"/>
    <dgm:cxn modelId="{587D4C48-B2A9-4464-9052-69204BF0359F}" srcId="{BA335748-80A9-499A-B874-B4109AE55F24}" destId="{B21241FB-0AA8-4F3C-8209-14B70D3CE2BD}" srcOrd="0" destOrd="0" parTransId="{12E530CB-42B6-4DA3-8EEC-86492F1B8109}" sibTransId="{A081623E-9BAA-44A2-B968-517B0B67246A}"/>
    <dgm:cxn modelId="{6CDD9C6C-854E-4F3E-87C0-B9EBBC5BAE89}" type="presOf" srcId="{04865D33-E061-4E33-86CA-731061852C8D}" destId="{0990E7BF-2779-4D66-9D60-44E66A9A7BA9}" srcOrd="0" destOrd="0" presId="urn:microsoft.com/office/officeart/2005/8/layout/hierarchy2#1"/>
    <dgm:cxn modelId="{04DDA94C-DBF2-4DBD-94FC-33360BF00745}" type="presOf" srcId="{C6402B76-BBF4-49CE-8BBF-FB92DF0B8799}" destId="{42C34015-3358-40E3-A96A-F4CC8808A612}" srcOrd="1" destOrd="0" presId="urn:microsoft.com/office/officeart/2005/8/layout/hierarchy2#1"/>
    <dgm:cxn modelId="{8F45C16C-8144-4905-A7CF-3333F4A989C6}" type="presOf" srcId="{EB764B3C-451B-41B2-9CA3-6DA99216AD6C}" destId="{0DCC5ED9-ECD8-49B9-B7A9-4999A1EDF6C5}" srcOrd="0" destOrd="0" presId="urn:microsoft.com/office/officeart/2005/8/layout/hierarchy2#1"/>
    <dgm:cxn modelId="{083AB86F-DC04-4FE4-8F2E-7A1DF8BF35A1}" type="presOf" srcId="{46FF59AB-3ADA-4188-A51C-2E553E7C7873}" destId="{41AE953D-88D1-4BE3-8FCA-9B06434D3361}" srcOrd="0" destOrd="0" presId="urn:microsoft.com/office/officeart/2005/8/layout/hierarchy2#1"/>
    <dgm:cxn modelId="{C26D1073-9E63-4003-86C4-C2988CD9B8A6}" srcId="{52540E90-C8AB-410A-A626-DAC4CCDED6B4}" destId="{803F2987-BF19-4C33-81EA-93E4A10BE31F}" srcOrd="0" destOrd="0" parTransId="{8623C9F8-BE69-4633-A0FA-BE5AEAC3AE0D}" sibTransId="{761C2188-3D30-47A8-A5FA-3F313CBE286A}"/>
    <dgm:cxn modelId="{D15E6353-3777-41E0-9C6C-DCFFEF8C533D}" type="presOf" srcId="{9B7F9A45-F41A-4D1A-8AD9-44102D875E09}" destId="{530D912E-48D6-4747-975A-CFFBA8F93DC6}" srcOrd="0" destOrd="0" presId="urn:microsoft.com/office/officeart/2005/8/layout/hierarchy2#1"/>
    <dgm:cxn modelId="{7D845954-227D-4D2C-86A7-CBDC8E7A2F75}" type="presOf" srcId="{BA335748-80A9-499A-B874-B4109AE55F24}" destId="{F79398DE-AECE-40C9-B120-7959DF19F71C}" srcOrd="0" destOrd="0" presId="urn:microsoft.com/office/officeart/2005/8/layout/hierarchy2#1"/>
    <dgm:cxn modelId="{A8DE3955-BA3C-476A-A33B-E3F12813801B}" type="presOf" srcId="{70907835-1796-4698-99E1-11798BFDC748}" destId="{9813C1B6-F15D-497C-B4D4-CAA70274EEF4}" srcOrd="1" destOrd="0" presId="urn:microsoft.com/office/officeart/2005/8/layout/hierarchy2#1"/>
    <dgm:cxn modelId="{C6728075-D2A1-473D-BFE3-931AF85E738A}" srcId="{E5F8BCFE-38C4-46ED-9F12-FF055DB0B569}" destId="{41C17BB7-F74D-44EE-88B5-5549EF6FD0E6}" srcOrd="0" destOrd="0" parTransId="{FC33937D-55FC-41B2-AE5B-1A843FEDA827}" sibTransId="{48AB8A4D-9082-4F04-9523-3516EC0BDF71}"/>
    <dgm:cxn modelId="{844A2279-B7B7-4830-916F-DD08CCE9BA8E}" type="presOf" srcId="{C6402B76-BBF4-49CE-8BBF-FB92DF0B8799}" destId="{8BF52F4B-7793-4CD0-BBB3-DED868AD0B8F}" srcOrd="0" destOrd="0" presId="urn:microsoft.com/office/officeart/2005/8/layout/hierarchy2#1"/>
    <dgm:cxn modelId="{6C6C485A-2D25-4F18-A434-89D5613B4A15}" type="presOf" srcId="{088DBB66-1371-4A0D-B8E6-1FBBA18C6E16}" destId="{9BD9B075-BB65-4F5D-91EC-2103B5D04E10}" srcOrd="0" destOrd="0" presId="urn:microsoft.com/office/officeart/2005/8/layout/hierarchy2#1"/>
    <dgm:cxn modelId="{502A197C-3725-4934-A1E0-0BF0809DBD4B}" type="presOf" srcId="{41C17BB7-F74D-44EE-88B5-5549EF6FD0E6}" destId="{1C23D5BB-AAB9-4924-BC33-3AF5224CC636}" srcOrd="0" destOrd="0" presId="urn:microsoft.com/office/officeart/2005/8/layout/hierarchy2#1"/>
    <dgm:cxn modelId="{153E987D-A8CE-4402-894D-B0ADADA9F08C}" type="presOf" srcId="{4AF2C54F-5AA8-40B7-8B00-B33F26504318}" destId="{4ADE1F7F-8384-4336-B124-76331D07AD72}" srcOrd="0" destOrd="0" presId="urn:microsoft.com/office/officeart/2005/8/layout/hierarchy2#1"/>
    <dgm:cxn modelId="{E935097E-33A9-4817-9010-94BA896E30E6}" type="presOf" srcId="{CB92FD28-7A7D-4993-9A9D-E700E7EBD2F3}" destId="{C320EEB5-FBFE-4D0E-81EB-02A40B2EECD7}" srcOrd="0" destOrd="0" presId="urn:microsoft.com/office/officeart/2005/8/layout/hierarchy2#1"/>
    <dgm:cxn modelId="{0AD72880-5710-443E-AA09-BB46D9511A52}" type="presOf" srcId="{AFF205C4-38B2-48CB-A2F7-E1BFABE85D88}" destId="{49CEE7A8-5CFA-43EB-A927-BA4748F040DD}" srcOrd="0" destOrd="0" presId="urn:microsoft.com/office/officeart/2005/8/layout/hierarchy2#1"/>
    <dgm:cxn modelId="{BD67A880-16FE-4E0B-AA41-F6EB83EA33D8}" type="presOf" srcId="{D04BD2AF-6CE1-4942-A2A3-D0AA29047777}" destId="{4C521EE0-1FDD-44DA-B5A7-9805FBA5FE7E}" srcOrd="0" destOrd="0" presId="urn:microsoft.com/office/officeart/2005/8/layout/hierarchy2#1"/>
    <dgm:cxn modelId="{61901F85-05C6-4842-8D02-DCE64F440776}" type="presOf" srcId="{D66BF119-CB2B-4B4A-9F37-2E515AAC77FE}" destId="{7678C76E-7BA3-45CD-AB8A-280FB5D70E72}" srcOrd="0" destOrd="0" presId="urn:microsoft.com/office/officeart/2005/8/layout/hierarchy2#1"/>
    <dgm:cxn modelId="{DECF3A85-E735-4F98-A3E4-9C1248C8DEB5}" type="presOf" srcId="{8623C9F8-BE69-4633-A0FA-BE5AEAC3AE0D}" destId="{AB117737-FDB2-48A0-9B6F-6A34492D40C8}" srcOrd="1" destOrd="0" presId="urn:microsoft.com/office/officeart/2005/8/layout/hierarchy2#1"/>
    <dgm:cxn modelId="{BDB38A85-960E-400B-8206-A4A3EB1EC083}" type="presOf" srcId="{52540E90-C8AB-410A-A626-DAC4CCDED6B4}" destId="{51944144-D1E0-4506-9527-14262BAC119B}" srcOrd="0" destOrd="0" presId="urn:microsoft.com/office/officeart/2005/8/layout/hierarchy2#1"/>
    <dgm:cxn modelId="{A2CDA185-034A-4875-B242-A738E0360FBB}" srcId="{E5F8BCFE-38C4-46ED-9F12-FF055DB0B569}" destId="{5E43886E-FF2A-42BA-8045-E2CEDA35E601}" srcOrd="1" destOrd="0" parTransId="{1319FDCF-6A37-40BA-B670-1AC1003163BD}" sibTransId="{3814F3A6-41FB-4B24-8928-3DB703035C9E}"/>
    <dgm:cxn modelId="{C117A78A-5D13-41F0-872B-5B5D60BF59E3}" type="presOf" srcId="{04865D33-E061-4E33-86CA-731061852C8D}" destId="{6B0389C5-9F31-46BF-B442-ECB205B9C7F9}" srcOrd="1" destOrd="0" presId="urn:microsoft.com/office/officeart/2005/8/layout/hierarchy2#1"/>
    <dgm:cxn modelId="{EC30B38F-184A-4B17-8DC8-2A5A9E73BFC7}" srcId="{7705506D-A039-49AF-A60E-287C16523C4F}" destId="{52540E90-C8AB-410A-A626-DAC4CCDED6B4}" srcOrd="0" destOrd="0" parTransId="{5A5551B5-1CA9-4C1E-8BDA-0BE335C11BF6}" sibTransId="{1727C971-702F-429C-BB4A-EE8453A5D1B0}"/>
    <dgm:cxn modelId="{48A1CD94-C87E-461A-BCD1-C96DE6E0BBBB}" type="presOf" srcId="{5E43886E-FF2A-42BA-8045-E2CEDA35E601}" destId="{CD2CE057-2A6D-4E59-ADB2-DF807F30ABBD}" srcOrd="0" destOrd="0" presId="urn:microsoft.com/office/officeart/2005/8/layout/hierarchy2#1"/>
    <dgm:cxn modelId="{08D2579B-4910-4B0A-96E6-2E61A5EE9D69}" type="presOf" srcId="{E5F8BCFE-38C4-46ED-9F12-FF055DB0B569}" destId="{A53262B9-4CD6-4E3C-8565-7C81B50311B8}" srcOrd="0" destOrd="0" presId="urn:microsoft.com/office/officeart/2005/8/layout/hierarchy2#1"/>
    <dgm:cxn modelId="{0175D3A0-AC2A-4FFD-8C6A-ECF95FB3E786}" type="presOf" srcId="{12E530CB-42B6-4DA3-8EEC-86492F1B8109}" destId="{A6BE3A85-3452-4A91-BB08-CC5D05DF8B55}" srcOrd="1" destOrd="0" presId="urn:microsoft.com/office/officeart/2005/8/layout/hierarchy2#1"/>
    <dgm:cxn modelId="{2E375FA2-2075-4233-AFF1-213C3A78039C}" srcId="{A6805813-5A82-4E6C-B445-374716F6854B}" destId="{73B99935-0546-47FF-B0F3-4EEB270507FB}" srcOrd="1" destOrd="0" parTransId="{AA8C708C-7EB3-4350-86EF-4DA98AAA2ECF}" sibTransId="{5FAFECB7-3E1E-4B7E-B6A5-A243959C8A6A}"/>
    <dgm:cxn modelId="{D3294FA2-CFE5-4830-A749-4BBC1D48FE53}" type="presOf" srcId="{44D8EC73-5FD3-46C2-AFD9-347A2A32EC60}" destId="{5E791768-951F-4DA8-B9C6-13B95DDB2EF3}" srcOrd="1" destOrd="0" presId="urn:microsoft.com/office/officeart/2005/8/layout/hierarchy2#1"/>
    <dgm:cxn modelId="{02E7E5A2-ADC7-416F-A6A9-F550C3042DB2}" type="presOf" srcId="{803F2987-BF19-4C33-81EA-93E4A10BE31F}" destId="{58D0F021-23B3-4FEF-BF30-BCC7E37D4AC9}" srcOrd="0" destOrd="0" presId="urn:microsoft.com/office/officeart/2005/8/layout/hierarchy2#1"/>
    <dgm:cxn modelId="{11049EA4-31B7-48D4-8F8C-7ECFB62681CD}" srcId="{B254C52C-9583-4700-95A8-11CAF80DAA34}" destId="{E5F8BCFE-38C4-46ED-9F12-FF055DB0B569}" srcOrd="0" destOrd="0" parTransId="{173DB5B9-F031-4028-AAD1-D18C8974E9D4}" sibTransId="{F2FD0CB5-E379-4DC2-9BF1-6616ACEEE89A}"/>
    <dgm:cxn modelId="{D3BE30A5-B91C-4B25-91D8-DA1357279BC5}" type="presOf" srcId="{3C632E11-E99D-4D79-82AE-9A0FBFE72A50}" destId="{F778688C-2E11-4360-BDE1-83A669B3B6EC}" srcOrd="0" destOrd="0" presId="urn:microsoft.com/office/officeart/2005/8/layout/hierarchy2#1"/>
    <dgm:cxn modelId="{706C5BA8-2BB5-4A0A-B7B4-353A012132CC}" type="presOf" srcId="{AB698831-572F-41C0-B9EA-87B91FFEAC89}" destId="{30B0B562-3477-4F62-9A3D-206F87AF6B18}" srcOrd="0" destOrd="0" presId="urn:microsoft.com/office/officeart/2005/8/layout/hierarchy2#1"/>
    <dgm:cxn modelId="{87348AA8-3181-490B-8A5D-744247CEA125}" type="presOf" srcId="{7A4F0F9D-4015-486B-A13F-09DF924B3A34}" destId="{DF890B27-73CC-419A-A8C5-CBE523C0B56E}" srcOrd="0" destOrd="0" presId="urn:microsoft.com/office/officeart/2005/8/layout/hierarchy2#1"/>
    <dgm:cxn modelId="{66D445AD-92D2-45EB-A30F-7E7C71C37DE6}" srcId="{B254C52C-9583-4700-95A8-11CAF80DAA34}" destId="{9B7F9A45-F41A-4D1A-8AD9-44102D875E09}" srcOrd="2" destOrd="0" parTransId="{088DBB66-1371-4A0D-B8E6-1FBBA18C6E16}" sibTransId="{7D595C8B-B246-4C5E-A388-4E1738D5E9C6}"/>
    <dgm:cxn modelId="{73BAD7B1-9F0D-4170-A23F-067D31454BE2}" type="presOf" srcId="{55D7858B-E3E3-4CC9-9CCB-A7CACA14A761}" destId="{A579E38B-6CCE-4856-A26D-A88F6792D9DD}" srcOrd="0" destOrd="0" presId="urn:microsoft.com/office/officeart/2005/8/layout/hierarchy2#1"/>
    <dgm:cxn modelId="{77EE10B2-B266-4A19-909C-E5A8AB7E9BEA}" srcId="{BA335748-80A9-499A-B874-B4109AE55F24}" destId="{94E9D308-C0F7-4F52-B2EE-41B666D41424}" srcOrd="1" destOrd="0" parTransId="{44D8EC73-5FD3-46C2-AFD9-347A2A32EC60}" sibTransId="{F0C1B123-0405-49D0-A91A-81361C3CDA86}"/>
    <dgm:cxn modelId="{129F4DB4-8E41-4119-BA36-5EE84E69096C}" type="presOf" srcId="{D0296041-2A08-4CDB-B920-55E617CED178}" destId="{D8ABBE0D-18E7-4D7B-B556-306D827B3E00}" srcOrd="0" destOrd="0" presId="urn:microsoft.com/office/officeart/2005/8/layout/hierarchy2#1"/>
    <dgm:cxn modelId="{2C399BB5-B2B0-4612-9705-DD68C1927B1A}" type="presOf" srcId="{AA8C708C-7EB3-4350-86EF-4DA98AAA2ECF}" destId="{7C3CAF2D-38FA-4E6A-B5AD-AFB2FD8913DF}" srcOrd="1" destOrd="0" presId="urn:microsoft.com/office/officeart/2005/8/layout/hierarchy2#1"/>
    <dgm:cxn modelId="{A0E7FDB7-3820-4BEA-B913-7EE827D30DB6}" type="presOf" srcId="{1319FDCF-6A37-40BA-B670-1AC1003163BD}" destId="{EF711375-B83D-420E-B733-5B552BC1DDA0}" srcOrd="0" destOrd="0" presId="urn:microsoft.com/office/officeart/2005/8/layout/hierarchy2#1"/>
    <dgm:cxn modelId="{287454BA-CA35-47EF-8F9E-2789974ABBAB}" type="presOf" srcId="{44D8EC73-5FD3-46C2-AFD9-347A2A32EC60}" destId="{ACBDEABD-2B6C-4A4E-AEFF-AD65C2B6FF60}" srcOrd="0" destOrd="0" presId="urn:microsoft.com/office/officeart/2005/8/layout/hierarchy2#1"/>
    <dgm:cxn modelId="{A0053FBE-8389-42A0-9A69-F0E13FC32F3F}" type="presOf" srcId="{CAF12E2A-13A1-4357-B0B8-25EE84120DB8}" destId="{FFA7EE46-DF7D-4533-AE46-6FC32A5A84E4}" srcOrd="1" destOrd="0" presId="urn:microsoft.com/office/officeart/2005/8/layout/hierarchy2#1"/>
    <dgm:cxn modelId="{B552B3BE-0077-4A3E-99D0-A3F6F544272D}" type="presOf" srcId="{FC33937D-55FC-41B2-AE5B-1A843FEDA827}" destId="{EBA32539-7B4B-4ACC-A514-5DB9082BB7C6}" srcOrd="1" destOrd="0" presId="urn:microsoft.com/office/officeart/2005/8/layout/hierarchy2#1"/>
    <dgm:cxn modelId="{60FCBCBF-3E89-4637-9B7D-73B63DB8C8BD}" type="presOf" srcId="{088DBB66-1371-4A0D-B8E6-1FBBA18C6E16}" destId="{549889F7-1CED-482E-8E74-8EBCE8393F53}" srcOrd="1" destOrd="0" presId="urn:microsoft.com/office/officeart/2005/8/layout/hierarchy2#1"/>
    <dgm:cxn modelId="{71D5A0C4-B037-41A3-B8C6-FD493703D206}" type="presOf" srcId="{173DB5B9-F031-4028-AAD1-D18C8974E9D4}" destId="{05050918-9AD9-4099-B6C3-F2D67539C7BA}" srcOrd="0" destOrd="0" presId="urn:microsoft.com/office/officeart/2005/8/layout/hierarchy2#1"/>
    <dgm:cxn modelId="{633635CC-24CC-4781-985A-FC44F86D2C60}" type="presOf" srcId="{D0296041-2A08-4CDB-B920-55E617CED178}" destId="{E6A2C64B-FDE8-44F6-BE60-CFFB98C8AADB}" srcOrd="1" destOrd="0" presId="urn:microsoft.com/office/officeart/2005/8/layout/hierarchy2#1"/>
    <dgm:cxn modelId="{5A6C72CD-D5DB-4928-9829-EABF0A7D29E6}" type="presOf" srcId="{70907835-1796-4698-99E1-11798BFDC748}" destId="{9AA82969-A8D4-4798-9214-0D16F7C9BB6D}" srcOrd="0" destOrd="0" presId="urn:microsoft.com/office/officeart/2005/8/layout/hierarchy2#1"/>
    <dgm:cxn modelId="{9C5D99CF-714A-40B3-AB30-58E5D8338475}" srcId="{AFF205C4-38B2-48CB-A2F7-E1BFABE85D88}" destId="{A6805813-5A82-4E6C-B445-374716F6854B}" srcOrd="0" destOrd="0" parTransId="{A94DFEFA-1667-4E3A-9398-D00E290047E7}" sibTransId="{6B8A9EE1-322B-459B-BFEA-A5691795E673}"/>
    <dgm:cxn modelId="{14B59CD1-479C-4CA8-B11E-CF8A063F21A3}" srcId="{55D7858B-E3E3-4CC9-9CCB-A7CACA14A761}" destId="{46FF59AB-3ADA-4188-A51C-2E553E7C7873}" srcOrd="1" destOrd="0" parTransId="{AB698831-572F-41C0-B9EA-87B91FFEAC89}" sibTransId="{4B4423CA-7124-42D0-936F-3180332732B5}"/>
    <dgm:cxn modelId="{995A33D2-06ED-4C97-92BF-497D5DFF2F44}" srcId="{55D7858B-E3E3-4CC9-9CCB-A7CACA14A761}" destId="{C5C8AD82-6CDA-4A05-AE06-6E3CB4D3F849}" srcOrd="0" destOrd="0" parTransId="{34A7D7F5-6F4F-4917-9815-F4CBF75A88CC}" sibTransId="{B7526398-C5D5-4DC5-BC5D-DF1B42C231C1}"/>
    <dgm:cxn modelId="{BC6883D2-8714-479F-9132-DD968E77DBF5}" srcId="{AFF205C4-38B2-48CB-A2F7-E1BFABE85D88}" destId="{B254C52C-9583-4700-95A8-11CAF80DAA34}" srcOrd="2" destOrd="0" parTransId="{D0296041-2A08-4CDB-B920-55E617CED178}" sibTransId="{173D215F-D963-4688-B25A-FB7938102814}"/>
    <dgm:cxn modelId="{577C04D7-68D2-439E-8E6D-679A2245E94E}" type="presOf" srcId="{112C82E3-2C1C-42AE-9524-BBE5B8ADA7DA}" destId="{03A7A255-105C-49EA-BEF4-288416930C73}" srcOrd="0" destOrd="0" presId="urn:microsoft.com/office/officeart/2005/8/layout/hierarchy2#1"/>
    <dgm:cxn modelId="{DE4737D7-2C79-4995-B0FD-787156379B72}" srcId="{52540E90-C8AB-410A-A626-DAC4CCDED6B4}" destId="{96EC2E5C-1CD3-472A-8B81-1B306F78A5B4}" srcOrd="1" destOrd="0" parTransId="{4AF2C54F-5AA8-40B7-8B00-B33F26504318}" sibTransId="{9A6FAF79-E963-4AE9-A74C-B144CC9234DC}"/>
    <dgm:cxn modelId="{D55D6BD7-3708-49D1-A042-A582D11E53C4}" type="presOf" srcId="{112C82E3-2C1C-42AE-9524-BBE5B8ADA7DA}" destId="{697BFC9C-2C76-46A7-AF2E-A5BE6A687C67}" srcOrd="1" destOrd="0" presId="urn:microsoft.com/office/officeart/2005/8/layout/hierarchy2#1"/>
    <dgm:cxn modelId="{90E56CD9-C32F-4D14-87C9-41FB0B0A3B31}" type="presOf" srcId="{34A7D7F5-6F4F-4917-9815-F4CBF75A88CC}" destId="{058F604B-8643-46AC-9B73-6D872AF238B2}" srcOrd="0" destOrd="0" presId="urn:microsoft.com/office/officeart/2005/8/layout/hierarchy2#1"/>
    <dgm:cxn modelId="{C63F99E4-2EDF-4119-A0B9-774DB8683D9B}" type="presOf" srcId="{2B1F0956-5AB9-481D-AD7C-EE38D895B9A4}" destId="{DC95E066-AA1B-44D0-B011-EBF7087A647F}" srcOrd="1" destOrd="0" presId="urn:microsoft.com/office/officeart/2005/8/layout/hierarchy2#1"/>
    <dgm:cxn modelId="{7FDCD4EA-42EB-445B-9095-03838A8D2CE2}" type="presOf" srcId="{CAF12E2A-13A1-4357-B0B8-25EE84120DB8}" destId="{2232C1A2-980F-4327-815C-1F46FB90CAEF}" srcOrd="0" destOrd="0" presId="urn:microsoft.com/office/officeart/2005/8/layout/hierarchy2#1"/>
    <dgm:cxn modelId="{8B7373EB-4FE0-43B6-99A0-AF13C7FBCA3F}" type="presOf" srcId="{12E530CB-42B6-4DA3-8EEC-86492F1B8109}" destId="{B2B434E0-C5FC-4826-BF9D-8CB3490639AD}" srcOrd="0" destOrd="0" presId="urn:microsoft.com/office/officeart/2005/8/layout/hierarchy2#1"/>
    <dgm:cxn modelId="{A194AFEB-1D20-4D1A-86B0-48C35063338B}" type="presOf" srcId="{96EC2E5C-1CD3-472A-8B81-1B306F78A5B4}" destId="{1F428FBE-15CF-415C-AF5C-E46B9114553E}" srcOrd="0" destOrd="0" presId="urn:microsoft.com/office/officeart/2005/8/layout/hierarchy2#1"/>
    <dgm:cxn modelId="{348054ED-3A77-4882-A55A-2F47B6D71555}" srcId="{BA335748-80A9-499A-B874-B4109AE55F24}" destId="{EB764B3C-451B-41B2-9CA3-6DA99216AD6C}" srcOrd="2" destOrd="0" parTransId="{C6402B76-BBF4-49CE-8BBF-FB92DF0B8799}" sibTransId="{8840F3D0-1FFF-4461-BCE1-A10976731157}"/>
    <dgm:cxn modelId="{39571EF5-5259-46CB-BA5E-A0FB9A538F8A}" type="presOf" srcId="{1319FDCF-6A37-40BA-B670-1AC1003163BD}" destId="{23AB540D-FFBD-4686-884C-CCDA5FD9A789}" srcOrd="1" destOrd="0" presId="urn:microsoft.com/office/officeart/2005/8/layout/hierarchy2#1"/>
    <dgm:cxn modelId="{D907BEFD-0603-430B-A7E7-58533B36ED05}" srcId="{7705506D-A039-49AF-A60E-287C16523C4F}" destId="{BA335748-80A9-499A-B874-B4109AE55F24}" srcOrd="1" destOrd="0" parTransId="{D04BD2AF-6CE1-4942-A2A3-D0AA29047777}" sibTransId="{A58D33FC-B3B9-40FA-B758-C75A3E6E5477}"/>
    <dgm:cxn modelId="{03DDF04D-B2CC-4717-90C1-1D4F191DE8C7}" type="presParOf" srcId="{F778688C-2E11-4360-BDE1-83A669B3B6EC}" destId="{B2E48500-C8C5-425F-85EA-C3489C07FD92}" srcOrd="0" destOrd="0" presId="urn:microsoft.com/office/officeart/2005/8/layout/hierarchy2#1"/>
    <dgm:cxn modelId="{CD284A27-CD64-4A13-A7C9-006EF8CB7DE2}" type="presParOf" srcId="{B2E48500-C8C5-425F-85EA-C3489C07FD92}" destId="{49CEE7A8-5CFA-43EB-A927-BA4748F040DD}" srcOrd="0" destOrd="0" presId="urn:microsoft.com/office/officeart/2005/8/layout/hierarchy2#1"/>
    <dgm:cxn modelId="{2E2EAE09-075D-43E9-A285-6D76F91E211B}" type="presParOf" srcId="{B2E48500-C8C5-425F-85EA-C3489C07FD92}" destId="{6CBE777B-53EC-4C97-9572-BABEB1AC06C7}" srcOrd="1" destOrd="0" presId="urn:microsoft.com/office/officeart/2005/8/layout/hierarchy2#1"/>
    <dgm:cxn modelId="{870EC7B2-1056-4B4D-8D4C-EFA3C3D502F7}" type="presParOf" srcId="{6CBE777B-53EC-4C97-9572-BABEB1AC06C7}" destId="{60BD975C-847C-4A0F-94A7-A0D47A1E5345}" srcOrd="0" destOrd="0" presId="urn:microsoft.com/office/officeart/2005/8/layout/hierarchy2#1"/>
    <dgm:cxn modelId="{FB99FBAA-0113-43A0-9746-86431A978F9B}" type="presParOf" srcId="{60BD975C-847C-4A0F-94A7-A0D47A1E5345}" destId="{E1A40E77-2B6B-47B6-B09F-C2466016F47D}" srcOrd="0" destOrd="0" presId="urn:microsoft.com/office/officeart/2005/8/layout/hierarchy2#1"/>
    <dgm:cxn modelId="{B7D8C046-2F2A-458F-98C0-C37AAF2831EF}" type="presParOf" srcId="{6CBE777B-53EC-4C97-9572-BABEB1AC06C7}" destId="{14249A2C-7F21-4A96-A164-07244B52EBE6}" srcOrd="1" destOrd="0" presId="urn:microsoft.com/office/officeart/2005/8/layout/hierarchy2#1"/>
    <dgm:cxn modelId="{A9370A5C-50CB-4200-8BD5-DC037A4A2F6E}" type="presParOf" srcId="{14249A2C-7F21-4A96-A164-07244B52EBE6}" destId="{4E42E3BF-D0E8-4844-B917-D2BFD8D4EA83}" srcOrd="0" destOrd="0" presId="urn:microsoft.com/office/officeart/2005/8/layout/hierarchy2#1"/>
    <dgm:cxn modelId="{7F3D4006-5722-4E63-B312-407A23030D51}" type="presParOf" srcId="{14249A2C-7F21-4A96-A164-07244B52EBE6}" destId="{0EA5387A-D9F1-42E0-B1CC-8E1DED17F575}" srcOrd="1" destOrd="0" presId="urn:microsoft.com/office/officeart/2005/8/layout/hierarchy2#1"/>
    <dgm:cxn modelId="{B7290E03-4B47-472D-B626-70E94845BA6E}" type="presParOf" srcId="{0EA5387A-D9F1-42E0-B1CC-8E1DED17F575}" destId="{2232C1A2-980F-4327-815C-1F46FB90CAEF}" srcOrd="0" destOrd="0" presId="urn:microsoft.com/office/officeart/2005/8/layout/hierarchy2#1"/>
    <dgm:cxn modelId="{88CE97DA-F34F-4FA9-AC4F-5772796775A6}" type="presParOf" srcId="{2232C1A2-980F-4327-815C-1F46FB90CAEF}" destId="{FFA7EE46-DF7D-4533-AE46-6FC32A5A84E4}" srcOrd="0" destOrd="0" presId="urn:microsoft.com/office/officeart/2005/8/layout/hierarchy2#1"/>
    <dgm:cxn modelId="{17EC00B6-A8D7-4648-9EF7-F4C786414F62}" type="presParOf" srcId="{0EA5387A-D9F1-42E0-B1CC-8E1DED17F575}" destId="{4A9E7D42-95CA-4C0A-8C83-E03BD15EC74C}" srcOrd="1" destOrd="0" presId="urn:microsoft.com/office/officeart/2005/8/layout/hierarchy2#1"/>
    <dgm:cxn modelId="{68BA34EC-D751-473E-82E4-38D5401AD8BA}" type="presParOf" srcId="{4A9E7D42-95CA-4C0A-8C83-E03BD15EC74C}" destId="{C320EEB5-FBFE-4D0E-81EB-02A40B2EECD7}" srcOrd="0" destOrd="0" presId="urn:microsoft.com/office/officeart/2005/8/layout/hierarchy2#1"/>
    <dgm:cxn modelId="{8A38441D-7686-4C0F-8E51-500558EED57B}" type="presParOf" srcId="{4A9E7D42-95CA-4C0A-8C83-E03BD15EC74C}" destId="{B2C47366-1479-4A12-A55F-E06931D69AB9}" srcOrd="1" destOrd="0" presId="urn:microsoft.com/office/officeart/2005/8/layout/hierarchy2#1"/>
    <dgm:cxn modelId="{624FCAF3-DC80-4C8B-80C0-C1D61B9B6722}" type="presParOf" srcId="{0EA5387A-D9F1-42E0-B1CC-8E1DED17F575}" destId="{261793F2-E5B7-44B6-82BA-8758E5C7590B}" srcOrd="2" destOrd="0" presId="urn:microsoft.com/office/officeart/2005/8/layout/hierarchy2#1"/>
    <dgm:cxn modelId="{DBA72502-7549-48F7-BD92-8D2C4E07EA07}" type="presParOf" srcId="{261793F2-E5B7-44B6-82BA-8758E5C7590B}" destId="{7C3CAF2D-38FA-4E6A-B5AD-AFB2FD8913DF}" srcOrd="0" destOrd="0" presId="urn:microsoft.com/office/officeart/2005/8/layout/hierarchy2#1"/>
    <dgm:cxn modelId="{D9E4057E-7CF8-4B86-BACD-11AC684317F0}" type="presParOf" srcId="{0EA5387A-D9F1-42E0-B1CC-8E1DED17F575}" destId="{BF28542A-A421-4A6B-AE0B-DBBAB82EFE0C}" srcOrd="3" destOrd="0" presId="urn:microsoft.com/office/officeart/2005/8/layout/hierarchy2#1"/>
    <dgm:cxn modelId="{9ADFC3E5-24CD-44F0-9BD6-C43A6DF37DD4}" type="presParOf" srcId="{BF28542A-A421-4A6B-AE0B-DBBAB82EFE0C}" destId="{90EAADCF-9D67-4269-8E92-0BD0998179CD}" srcOrd="0" destOrd="0" presId="urn:microsoft.com/office/officeart/2005/8/layout/hierarchy2#1"/>
    <dgm:cxn modelId="{70862CA2-50BE-4AB9-AF67-169345FC8646}" type="presParOf" srcId="{BF28542A-A421-4A6B-AE0B-DBBAB82EFE0C}" destId="{31E5B96F-104F-411D-836A-73C4CCB26411}" srcOrd="1" destOrd="0" presId="urn:microsoft.com/office/officeart/2005/8/layout/hierarchy2#1"/>
    <dgm:cxn modelId="{1F72E47A-9530-437D-ADF2-EF99FA92AABC}" type="presParOf" srcId="{0EA5387A-D9F1-42E0-B1CC-8E1DED17F575}" destId="{7678C76E-7BA3-45CD-AB8A-280FB5D70E72}" srcOrd="4" destOrd="0" presId="urn:microsoft.com/office/officeart/2005/8/layout/hierarchy2#1"/>
    <dgm:cxn modelId="{10B02C97-7129-4285-8472-FD600D0B075B}" type="presParOf" srcId="{7678C76E-7BA3-45CD-AB8A-280FB5D70E72}" destId="{D300B131-1EB7-4EF6-87B3-351976113C08}" srcOrd="0" destOrd="0" presId="urn:microsoft.com/office/officeart/2005/8/layout/hierarchy2#1"/>
    <dgm:cxn modelId="{517D242E-AB19-4115-9959-1361281A76ED}" type="presParOf" srcId="{0EA5387A-D9F1-42E0-B1CC-8E1DED17F575}" destId="{50B222E1-B9AB-4EF1-9077-3E84F2AB0FDE}" srcOrd="5" destOrd="0" presId="urn:microsoft.com/office/officeart/2005/8/layout/hierarchy2#1"/>
    <dgm:cxn modelId="{B2B3A147-09D7-4777-8052-E578DC5411BC}" type="presParOf" srcId="{50B222E1-B9AB-4EF1-9077-3E84F2AB0FDE}" destId="{4496CDD3-4F4D-4306-A13C-600BAD36E836}" srcOrd="0" destOrd="0" presId="urn:microsoft.com/office/officeart/2005/8/layout/hierarchy2#1"/>
    <dgm:cxn modelId="{7713DB7C-8BCF-49E4-8EE0-F961DA9A2B09}" type="presParOf" srcId="{50B222E1-B9AB-4EF1-9077-3E84F2AB0FDE}" destId="{462D20F2-2615-4E3A-902C-987BAF4A26E5}" srcOrd="1" destOrd="0" presId="urn:microsoft.com/office/officeart/2005/8/layout/hierarchy2#1"/>
    <dgm:cxn modelId="{B639746A-AE2B-406F-86B4-3FF5E04D690B}" type="presParOf" srcId="{6CBE777B-53EC-4C97-9572-BABEB1AC06C7}" destId="{0990E7BF-2779-4D66-9D60-44E66A9A7BA9}" srcOrd="2" destOrd="0" presId="urn:microsoft.com/office/officeart/2005/8/layout/hierarchy2#1"/>
    <dgm:cxn modelId="{6C173219-26EA-4276-9F8E-56D8FAE95D68}" type="presParOf" srcId="{0990E7BF-2779-4D66-9D60-44E66A9A7BA9}" destId="{6B0389C5-9F31-46BF-B442-ECB205B9C7F9}" srcOrd="0" destOrd="0" presId="urn:microsoft.com/office/officeart/2005/8/layout/hierarchy2#1"/>
    <dgm:cxn modelId="{33CAD4A1-A355-4258-A55C-E1451B80E8D2}" type="presParOf" srcId="{6CBE777B-53EC-4C97-9572-BABEB1AC06C7}" destId="{1E6C2AA7-23F0-4FED-B4D7-ECA96280A3EB}" srcOrd="3" destOrd="0" presId="urn:microsoft.com/office/officeart/2005/8/layout/hierarchy2#1"/>
    <dgm:cxn modelId="{A5CAFE40-ACD5-4007-8D9C-F13143F8F266}" type="presParOf" srcId="{1E6C2AA7-23F0-4FED-B4D7-ECA96280A3EB}" destId="{C912DBC8-66E8-48C8-B9D4-1936878930D5}" srcOrd="0" destOrd="0" presId="urn:microsoft.com/office/officeart/2005/8/layout/hierarchy2#1"/>
    <dgm:cxn modelId="{F978F820-A61C-4C90-A4F1-1D1EAC183C7A}" type="presParOf" srcId="{1E6C2AA7-23F0-4FED-B4D7-ECA96280A3EB}" destId="{56972789-FC6A-450C-B1B1-9B5AED4D11E8}" srcOrd="1" destOrd="0" presId="urn:microsoft.com/office/officeart/2005/8/layout/hierarchy2#1"/>
    <dgm:cxn modelId="{C9B27864-315E-4550-BB5A-2038D279E95F}" type="presParOf" srcId="{56972789-FC6A-450C-B1B1-9B5AED4D11E8}" destId="{60AB2BF5-F4B5-4435-9F9C-07E5A797BAD8}" srcOrd="0" destOrd="0" presId="urn:microsoft.com/office/officeart/2005/8/layout/hierarchy2#1"/>
    <dgm:cxn modelId="{CD5237BD-6D7E-47DC-A2F9-F04828BD108C}" type="presParOf" srcId="{60AB2BF5-F4B5-4435-9F9C-07E5A797BAD8}" destId="{40724955-0B3F-4C15-84C2-D19F924E5F5F}" srcOrd="0" destOrd="0" presId="urn:microsoft.com/office/officeart/2005/8/layout/hierarchy2#1"/>
    <dgm:cxn modelId="{9B7D9433-451E-4BC1-9980-4BFD227BF76E}" type="presParOf" srcId="{56972789-FC6A-450C-B1B1-9B5AED4D11E8}" destId="{4E2025CB-2169-4247-88A0-858A8C36B373}" srcOrd="1" destOrd="0" presId="urn:microsoft.com/office/officeart/2005/8/layout/hierarchy2#1"/>
    <dgm:cxn modelId="{08AA11B4-8FF5-4D0F-BC9A-8BBC327D3066}" type="presParOf" srcId="{4E2025CB-2169-4247-88A0-858A8C36B373}" destId="{51944144-D1E0-4506-9527-14262BAC119B}" srcOrd="0" destOrd="0" presId="urn:microsoft.com/office/officeart/2005/8/layout/hierarchy2#1"/>
    <dgm:cxn modelId="{2DFA495E-3877-4396-85F4-04408E6BB3F7}" type="presParOf" srcId="{4E2025CB-2169-4247-88A0-858A8C36B373}" destId="{050AF05B-72C2-480B-9BB6-F9B1E32277BE}" srcOrd="1" destOrd="0" presId="urn:microsoft.com/office/officeart/2005/8/layout/hierarchy2#1"/>
    <dgm:cxn modelId="{59C56CA2-36BD-49C2-868D-6CBF632FC824}" type="presParOf" srcId="{050AF05B-72C2-480B-9BB6-F9B1E32277BE}" destId="{67D9A56C-4458-446F-A8E8-B2F074315D6B}" srcOrd="0" destOrd="0" presId="urn:microsoft.com/office/officeart/2005/8/layout/hierarchy2#1"/>
    <dgm:cxn modelId="{93D7E56F-029C-45E8-A013-6BCA5532F843}" type="presParOf" srcId="{67D9A56C-4458-446F-A8E8-B2F074315D6B}" destId="{AB117737-FDB2-48A0-9B6F-6A34492D40C8}" srcOrd="0" destOrd="0" presId="urn:microsoft.com/office/officeart/2005/8/layout/hierarchy2#1"/>
    <dgm:cxn modelId="{06AA9A48-DC97-4C97-A17D-1FDB7064603C}" type="presParOf" srcId="{050AF05B-72C2-480B-9BB6-F9B1E32277BE}" destId="{67F294B8-DE57-4454-9343-06445ED00E03}" srcOrd="1" destOrd="0" presId="urn:microsoft.com/office/officeart/2005/8/layout/hierarchy2#1"/>
    <dgm:cxn modelId="{6CE34478-6B5D-475E-8CC7-7CE809DF2E43}" type="presParOf" srcId="{67F294B8-DE57-4454-9343-06445ED00E03}" destId="{58D0F021-23B3-4FEF-BF30-BCC7E37D4AC9}" srcOrd="0" destOrd="0" presId="urn:microsoft.com/office/officeart/2005/8/layout/hierarchy2#1"/>
    <dgm:cxn modelId="{CA864F8D-819A-4608-8114-273C824D3D96}" type="presParOf" srcId="{67F294B8-DE57-4454-9343-06445ED00E03}" destId="{D42A6368-0A3A-473E-B56E-B2E89AC32E35}" srcOrd="1" destOrd="0" presId="urn:microsoft.com/office/officeart/2005/8/layout/hierarchy2#1"/>
    <dgm:cxn modelId="{58EC963C-D30C-4A58-B4F0-EEC125A42DFC}" type="presParOf" srcId="{050AF05B-72C2-480B-9BB6-F9B1E32277BE}" destId="{4ADE1F7F-8384-4336-B124-76331D07AD72}" srcOrd="2" destOrd="0" presId="urn:microsoft.com/office/officeart/2005/8/layout/hierarchy2#1"/>
    <dgm:cxn modelId="{0B496622-6055-49A6-BA08-2DF5D30FEB7E}" type="presParOf" srcId="{4ADE1F7F-8384-4336-B124-76331D07AD72}" destId="{0FC8205A-63DD-41CB-B48A-838E82058172}" srcOrd="0" destOrd="0" presId="urn:microsoft.com/office/officeart/2005/8/layout/hierarchy2#1"/>
    <dgm:cxn modelId="{2F065D50-B6BF-4C14-B424-C565E9148CBC}" type="presParOf" srcId="{050AF05B-72C2-480B-9BB6-F9B1E32277BE}" destId="{ED73CCFD-B627-4C9C-A7B1-2C28930CD723}" srcOrd="3" destOrd="0" presId="urn:microsoft.com/office/officeart/2005/8/layout/hierarchy2#1"/>
    <dgm:cxn modelId="{2063AA6A-E982-4301-BAB9-6FB2675B3DCE}" type="presParOf" srcId="{ED73CCFD-B627-4C9C-A7B1-2C28930CD723}" destId="{1F428FBE-15CF-415C-AF5C-E46B9114553E}" srcOrd="0" destOrd="0" presId="urn:microsoft.com/office/officeart/2005/8/layout/hierarchy2#1"/>
    <dgm:cxn modelId="{1489252D-9AB0-4A04-88D4-A24507BE898A}" type="presParOf" srcId="{ED73CCFD-B627-4C9C-A7B1-2C28930CD723}" destId="{5913AB05-F767-423A-9B25-4A11BBE461F5}" srcOrd="1" destOrd="0" presId="urn:microsoft.com/office/officeart/2005/8/layout/hierarchy2#1"/>
    <dgm:cxn modelId="{0B653B4F-C3F1-410B-9194-AA1252E5A3E7}" type="presParOf" srcId="{56972789-FC6A-450C-B1B1-9B5AED4D11E8}" destId="{4C521EE0-1FDD-44DA-B5A7-9805FBA5FE7E}" srcOrd="2" destOrd="0" presId="urn:microsoft.com/office/officeart/2005/8/layout/hierarchy2#1"/>
    <dgm:cxn modelId="{A21C411A-B52E-4E26-A967-50E40F417A8D}" type="presParOf" srcId="{4C521EE0-1FDD-44DA-B5A7-9805FBA5FE7E}" destId="{21AFDBD4-AAFA-4156-A25C-1C10690F1927}" srcOrd="0" destOrd="0" presId="urn:microsoft.com/office/officeart/2005/8/layout/hierarchy2#1"/>
    <dgm:cxn modelId="{16CA88F7-297F-4DBF-810D-A39A3DCB7FE3}" type="presParOf" srcId="{56972789-FC6A-450C-B1B1-9B5AED4D11E8}" destId="{300C9712-4397-4333-9E5F-414FC9C0902B}" srcOrd="3" destOrd="0" presId="urn:microsoft.com/office/officeart/2005/8/layout/hierarchy2#1"/>
    <dgm:cxn modelId="{995434CB-0E83-40D4-877D-B02906342FAC}" type="presParOf" srcId="{300C9712-4397-4333-9E5F-414FC9C0902B}" destId="{F79398DE-AECE-40C9-B120-7959DF19F71C}" srcOrd="0" destOrd="0" presId="urn:microsoft.com/office/officeart/2005/8/layout/hierarchy2#1"/>
    <dgm:cxn modelId="{CB2AE505-F2AF-49E8-8DF5-A330B20E44D7}" type="presParOf" srcId="{300C9712-4397-4333-9E5F-414FC9C0902B}" destId="{38BA6E68-E509-4723-9539-A663273EF14E}" srcOrd="1" destOrd="0" presId="urn:microsoft.com/office/officeart/2005/8/layout/hierarchy2#1"/>
    <dgm:cxn modelId="{23429CAF-7A60-4448-9384-37D39C640B32}" type="presParOf" srcId="{38BA6E68-E509-4723-9539-A663273EF14E}" destId="{B2B434E0-C5FC-4826-BF9D-8CB3490639AD}" srcOrd="0" destOrd="0" presId="urn:microsoft.com/office/officeart/2005/8/layout/hierarchy2#1"/>
    <dgm:cxn modelId="{87825AA6-8A08-4F31-8F04-4B7D74413BD2}" type="presParOf" srcId="{B2B434E0-C5FC-4826-BF9D-8CB3490639AD}" destId="{A6BE3A85-3452-4A91-BB08-CC5D05DF8B55}" srcOrd="0" destOrd="0" presId="urn:microsoft.com/office/officeart/2005/8/layout/hierarchy2#1"/>
    <dgm:cxn modelId="{E9AEACC9-7145-4312-9C9F-EAB2BF89F29A}" type="presParOf" srcId="{38BA6E68-E509-4723-9539-A663273EF14E}" destId="{A90098BF-28B7-4056-A96E-58F0D08D30A4}" srcOrd="1" destOrd="0" presId="urn:microsoft.com/office/officeart/2005/8/layout/hierarchy2#1"/>
    <dgm:cxn modelId="{5CB3D3B2-45DF-4EE2-BACB-0F88CA777F60}" type="presParOf" srcId="{A90098BF-28B7-4056-A96E-58F0D08D30A4}" destId="{E0AB302D-BA26-40D6-AE71-336D6F208C45}" srcOrd="0" destOrd="0" presId="urn:microsoft.com/office/officeart/2005/8/layout/hierarchy2#1"/>
    <dgm:cxn modelId="{15D0DCC8-493D-4CAD-80F2-3CB13371145F}" type="presParOf" srcId="{A90098BF-28B7-4056-A96E-58F0D08D30A4}" destId="{234ABC6C-12B3-4900-85E8-E9DD7532AED4}" srcOrd="1" destOrd="0" presId="urn:microsoft.com/office/officeart/2005/8/layout/hierarchy2#1"/>
    <dgm:cxn modelId="{94A680DA-13A5-4DF4-8D2C-E8DAF612C019}" type="presParOf" srcId="{38BA6E68-E509-4723-9539-A663273EF14E}" destId="{ACBDEABD-2B6C-4A4E-AEFF-AD65C2B6FF60}" srcOrd="2" destOrd="0" presId="urn:microsoft.com/office/officeart/2005/8/layout/hierarchy2#1"/>
    <dgm:cxn modelId="{BBB619FC-71A6-4C7B-AA82-7FDCB254FB01}" type="presParOf" srcId="{ACBDEABD-2B6C-4A4E-AEFF-AD65C2B6FF60}" destId="{5E791768-951F-4DA8-B9C6-13B95DDB2EF3}" srcOrd="0" destOrd="0" presId="urn:microsoft.com/office/officeart/2005/8/layout/hierarchy2#1"/>
    <dgm:cxn modelId="{0FEB8898-AD13-4ABB-830E-D3D91B68B1CD}" type="presParOf" srcId="{38BA6E68-E509-4723-9539-A663273EF14E}" destId="{8CEBDAA6-4AA5-499C-AEC9-AA315EE362E6}" srcOrd="3" destOrd="0" presId="urn:microsoft.com/office/officeart/2005/8/layout/hierarchy2#1"/>
    <dgm:cxn modelId="{E0725DB5-A330-4BF0-AC70-23D362409384}" type="presParOf" srcId="{8CEBDAA6-4AA5-499C-AEC9-AA315EE362E6}" destId="{67A847B4-788F-494E-8C4C-20F0D07A3D89}" srcOrd="0" destOrd="0" presId="urn:microsoft.com/office/officeart/2005/8/layout/hierarchy2#1"/>
    <dgm:cxn modelId="{D1027AA3-AC6B-42AD-9F4A-B78F64670B0F}" type="presParOf" srcId="{8CEBDAA6-4AA5-499C-AEC9-AA315EE362E6}" destId="{B1A5151E-E75C-43D2-8036-56846B8DB8AC}" srcOrd="1" destOrd="0" presId="urn:microsoft.com/office/officeart/2005/8/layout/hierarchy2#1"/>
    <dgm:cxn modelId="{15FFBEAA-A680-4819-B31E-F876B66E632D}" type="presParOf" srcId="{38BA6E68-E509-4723-9539-A663273EF14E}" destId="{8BF52F4B-7793-4CD0-BBB3-DED868AD0B8F}" srcOrd="4" destOrd="0" presId="urn:microsoft.com/office/officeart/2005/8/layout/hierarchy2#1"/>
    <dgm:cxn modelId="{5AB70243-FC1F-4216-BE5D-26CF1CF8D2FF}" type="presParOf" srcId="{8BF52F4B-7793-4CD0-BBB3-DED868AD0B8F}" destId="{42C34015-3358-40E3-A96A-F4CC8808A612}" srcOrd="0" destOrd="0" presId="urn:microsoft.com/office/officeart/2005/8/layout/hierarchy2#1"/>
    <dgm:cxn modelId="{F848F43D-82EA-40A4-AECD-7AE55BBC7236}" type="presParOf" srcId="{38BA6E68-E509-4723-9539-A663273EF14E}" destId="{94009DC1-C187-4E34-801E-2995D4E4B525}" srcOrd="5" destOrd="0" presId="urn:microsoft.com/office/officeart/2005/8/layout/hierarchy2#1"/>
    <dgm:cxn modelId="{83690034-BE75-42A7-A72F-B4004B3F02A5}" type="presParOf" srcId="{94009DC1-C187-4E34-801E-2995D4E4B525}" destId="{0DCC5ED9-ECD8-49B9-B7A9-4999A1EDF6C5}" srcOrd="0" destOrd="0" presId="urn:microsoft.com/office/officeart/2005/8/layout/hierarchy2#1"/>
    <dgm:cxn modelId="{451AA5E4-37F1-40AD-B30E-9E1C89FCBCE5}" type="presParOf" srcId="{94009DC1-C187-4E34-801E-2995D4E4B525}" destId="{8AB8E67B-8CDA-47BA-B4AD-19DC6BD7989E}" srcOrd="1" destOrd="0" presId="urn:microsoft.com/office/officeart/2005/8/layout/hierarchy2#1"/>
    <dgm:cxn modelId="{54FDACBB-982C-4AA5-A876-4FB7FDE59AD8}" type="presParOf" srcId="{56972789-FC6A-450C-B1B1-9B5AED4D11E8}" destId="{9AA82969-A8D4-4798-9214-0D16F7C9BB6D}" srcOrd="4" destOrd="0" presId="urn:microsoft.com/office/officeart/2005/8/layout/hierarchy2#1"/>
    <dgm:cxn modelId="{5EC41C4A-0699-4D83-AA19-AB86C53BDDF1}" type="presParOf" srcId="{9AA82969-A8D4-4798-9214-0D16F7C9BB6D}" destId="{9813C1B6-F15D-497C-B4D4-CAA70274EEF4}" srcOrd="0" destOrd="0" presId="urn:microsoft.com/office/officeart/2005/8/layout/hierarchy2#1"/>
    <dgm:cxn modelId="{6228C875-71B4-4841-951E-7135B604C9FD}" type="presParOf" srcId="{56972789-FC6A-450C-B1B1-9B5AED4D11E8}" destId="{D17A8876-3154-4F0C-A96B-DF28D4C51B6C}" srcOrd="5" destOrd="0" presId="urn:microsoft.com/office/officeart/2005/8/layout/hierarchy2#1"/>
    <dgm:cxn modelId="{6FB326F5-5AD7-4EDC-9001-E371FFD11B87}" type="presParOf" srcId="{D17A8876-3154-4F0C-A96B-DF28D4C51B6C}" destId="{3BD68F0E-4735-40BD-AC21-5CEEA25A5E56}" srcOrd="0" destOrd="0" presId="urn:microsoft.com/office/officeart/2005/8/layout/hierarchy2#1"/>
    <dgm:cxn modelId="{7FF621B8-152A-4ED2-A0F3-3F98D9802C53}" type="presParOf" srcId="{D17A8876-3154-4F0C-A96B-DF28D4C51B6C}" destId="{85D75420-A68B-4371-98B3-62B67FC9CA61}" srcOrd="1" destOrd="0" presId="urn:microsoft.com/office/officeart/2005/8/layout/hierarchy2#1"/>
    <dgm:cxn modelId="{15F63A88-4A20-49B5-9B51-85FDE42EB0A5}" type="presParOf" srcId="{6CBE777B-53EC-4C97-9572-BABEB1AC06C7}" destId="{D8ABBE0D-18E7-4D7B-B556-306D827B3E00}" srcOrd="4" destOrd="0" presId="urn:microsoft.com/office/officeart/2005/8/layout/hierarchy2#1"/>
    <dgm:cxn modelId="{B00D4F25-1361-4FD1-8E88-2654CAA3538A}" type="presParOf" srcId="{D8ABBE0D-18E7-4D7B-B556-306D827B3E00}" destId="{E6A2C64B-FDE8-44F6-BE60-CFFB98C8AADB}" srcOrd="0" destOrd="0" presId="urn:microsoft.com/office/officeart/2005/8/layout/hierarchy2#1"/>
    <dgm:cxn modelId="{F04EB71A-39C6-4360-9D63-D0B8616441B2}" type="presParOf" srcId="{6CBE777B-53EC-4C97-9572-BABEB1AC06C7}" destId="{53316C44-4D1C-499E-9212-47BEE41E03B2}" srcOrd="5" destOrd="0" presId="urn:microsoft.com/office/officeart/2005/8/layout/hierarchy2#1"/>
    <dgm:cxn modelId="{9BF6A120-D586-4A3E-BBC6-AB29F9F54A93}" type="presParOf" srcId="{53316C44-4D1C-499E-9212-47BEE41E03B2}" destId="{7926F574-0BD9-4134-BFC4-71E9C120DBC5}" srcOrd="0" destOrd="0" presId="urn:microsoft.com/office/officeart/2005/8/layout/hierarchy2#1"/>
    <dgm:cxn modelId="{CC01CD67-6F8D-4830-96C8-19921CC8266A}" type="presParOf" srcId="{53316C44-4D1C-499E-9212-47BEE41E03B2}" destId="{2B4C1497-8A01-4E3E-AF5B-F2A9AF633273}" srcOrd="1" destOrd="0" presId="urn:microsoft.com/office/officeart/2005/8/layout/hierarchy2#1"/>
    <dgm:cxn modelId="{1CBBF837-E324-4186-9F45-BAF2C7062923}" type="presParOf" srcId="{2B4C1497-8A01-4E3E-AF5B-F2A9AF633273}" destId="{05050918-9AD9-4099-B6C3-F2D67539C7BA}" srcOrd="0" destOrd="0" presId="urn:microsoft.com/office/officeart/2005/8/layout/hierarchy2#1"/>
    <dgm:cxn modelId="{E8E45CF3-B401-4E95-9B56-F0A56BCB26C8}" type="presParOf" srcId="{05050918-9AD9-4099-B6C3-F2D67539C7BA}" destId="{F0AF2959-5011-45D7-A3DE-9E2C272FA325}" srcOrd="0" destOrd="0" presId="urn:microsoft.com/office/officeart/2005/8/layout/hierarchy2#1"/>
    <dgm:cxn modelId="{39AD45A2-6F00-4CDA-A232-2E0DC70A8D71}" type="presParOf" srcId="{2B4C1497-8A01-4E3E-AF5B-F2A9AF633273}" destId="{67FBB3EE-3EBB-440E-BD83-395A01FC66A4}" srcOrd="1" destOrd="0" presId="urn:microsoft.com/office/officeart/2005/8/layout/hierarchy2#1"/>
    <dgm:cxn modelId="{0C2125E5-AD02-4322-8550-C983B3DB7C6B}" type="presParOf" srcId="{67FBB3EE-3EBB-440E-BD83-395A01FC66A4}" destId="{A53262B9-4CD6-4E3C-8565-7C81B50311B8}" srcOrd="0" destOrd="0" presId="urn:microsoft.com/office/officeart/2005/8/layout/hierarchy2#1"/>
    <dgm:cxn modelId="{B41E3623-4D3A-4C91-B83A-EBE46FD90360}" type="presParOf" srcId="{67FBB3EE-3EBB-440E-BD83-395A01FC66A4}" destId="{E1CEE8AF-1136-4AC8-8259-0F571516C8E1}" srcOrd="1" destOrd="0" presId="urn:microsoft.com/office/officeart/2005/8/layout/hierarchy2#1"/>
    <dgm:cxn modelId="{10B4790E-2E51-4DEB-B9E6-A80FAA296BAB}" type="presParOf" srcId="{E1CEE8AF-1136-4AC8-8259-0F571516C8E1}" destId="{898DA885-1071-4EE5-ADE2-4C472541B684}" srcOrd="0" destOrd="0" presId="urn:microsoft.com/office/officeart/2005/8/layout/hierarchy2#1"/>
    <dgm:cxn modelId="{70AD9843-3930-46C6-86A4-3CBAC04132F4}" type="presParOf" srcId="{898DA885-1071-4EE5-ADE2-4C472541B684}" destId="{EBA32539-7B4B-4ACC-A514-5DB9082BB7C6}" srcOrd="0" destOrd="0" presId="urn:microsoft.com/office/officeart/2005/8/layout/hierarchy2#1"/>
    <dgm:cxn modelId="{8AA625D1-95D7-4D3A-B84A-76865A218E04}" type="presParOf" srcId="{E1CEE8AF-1136-4AC8-8259-0F571516C8E1}" destId="{627895F7-10A6-4B94-BE4C-ACED9CA08767}" srcOrd="1" destOrd="0" presId="urn:microsoft.com/office/officeart/2005/8/layout/hierarchy2#1"/>
    <dgm:cxn modelId="{358C8206-7AE8-4F18-BBDF-C361D0FAF829}" type="presParOf" srcId="{627895F7-10A6-4B94-BE4C-ACED9CA08767}" destId="{1C23D5BB-AAB9-4924-BC33-3AF5224CC636}" srcOrd="0" destOrd="0" presId="urn:microsoft.com/office/officeart/2005/8/layout/hierarchy2#1"/>
    <dgm:cxn modelId="{27D11991-875A-444B-ADAE-B16B0995F464}" type="presParOf" srcId="{627895F7-10A6-4B94-BE4C-ACED9CA08767}" destId="{F52D093C-2E9E-49BA-BB62-F4A16D41780D}" srcOrd="1" destOrd="0" presId="urn:microsoft.com/office/officeart/2005/8/layout/hierarchy2#1"/>
    <dgm:cxn modelId="{62157174-2C0A-4CEF-8107-E9992CE49D07}" type="presParOf" srcId="{E1CEE8AF-1136-4AC8-8259-0F571516C8E1}" destId="{EF711375-B83D-420E-B733-5B552BC1DDA0}" srcOrd="2" destOrd="0" presId="urn:microsoft.com/office/officeart/2005/8/layout/hierarchy2#1"/>
    <dgm:cxn modelId="{A54F4B4F-DD77-4CA2-91B5-10FE391F03DC}" type="presParOf" srcId="{EF711375-B83D-420E-B733-5B552BC1DDA0}" destId="{23AB540D-FFBD-4686-884C-CCDA5FD9A789}" srcOrd="0" destOrd="0" presId="urn:microsoft.com/office/officeart/2005/8/layout/hierarchy2#1"/>
    <dgm:cxn modelId="{600E765B-5A52-4A7B-81EE-B8FDAE991280}" type="presParOf" srcId="{E1CEE8AF-1136-4AC8-8259-0F571516C8E1}" destId="{E3DD3304-72BF-4E93-BEA8-2C006B8248CC}" srcOrd="3" destOrd="0" presId="urn:microsoft.com/office/officeart/2005/8/layout/hierarchy2#1"/>
    <dgm:cxn modelId="{458C7E06-AE2D-4033-A0F1-7D225DD90450}" type="presParOf" srcId="{E3DD3304-72BF-4E93-BEA8-2C006B8248CC}" destId="{CD2CE057-2A6D-4E59-ADB2-DF807F30ABBD}" srcOrd="0" destOrd="0" presId="urn:microsoft.com/office/officeart/2005/8/layout/hierarchy2#1"/>
    <dgm:cxn modelId="{7259A02A-1A48-46ED-854B-84C682D95B27}" type="presParOf" srcId="{E3DD3304-72BF-4E93-BEA8-2C006B8248CC}" destId="{AB2C014A-11D6-4021-876B-E9787A10C05A}" srcOrd="1" destOrd="0" presId="urn:microsoft.com/office/officeart/2005/8/layout/hierarchy2#1"/>
    <dgm:cxn modelId="{5FB410EC-E0B2-4884-8018-C74076F9C837}" type="presParOf" srcId="{2B4C1497-8A01-4E3E-AF5B-F2A9AF633273}" destId="{03A7A255-105C-49EA-BEF4-288416930C73}" srcOrd="2" destOrd="0" presId="urn:microsoft.com/office/officeart/2005/8/layout/hierarchy2#1"/>
    <dgm:cxn modelId="{D21BFC67-A7B3-46F2-B7F5-76BBA888830C}" type="presParOf" srcId="{03A7A255-105C-49EA-BEF4-288416930C73}" destId="{697BFC9C-2C76-46A7-AF2E-A5BE6A687C67}" srcOrd="0" destOrd="0" presId="urn:microsoft.com/office/officeart/2005/8/layout/hierarchy2#1"/>
    <dgm:cxn modelId="{99F12673-D9E1-404E-883E-1E09F3A9B9F2}" type="presParOf" srcId="{2B4C1497-8A01-4E3E-AF5B-F2A9AF633273}" destId="{3F66615F-433D-4B29-ABA2-24D9D9428C32}" srcOrd="3" destOrd="0" presId="urn:microsoft.com/office/officeart/2005/8/layout/hierarchy2#1"/>
    <dgm:cxn modelId="{CCCE2695-47CD-4BFE-B204-F4BBF2A76FE4}" type="presParOf" srcId="{3F66615F-433D-4B29-ABA2-24D9D9428C32}" destId="{DF890B27-73CC-419A-A8C5-CBE523C0B56E}" srcOrd="0" destOrd="0" presId="urn:microsoft.com/office/officeart/2005/8/layout/hierarchy2#1"/>
    <dgm:cxn modelId="{F1F9F6AE-B11E-47AF-8AE1-6DC401847D1A}" type="presParOf" srcId="{3F66615F-433D-4B29-ABA2-24D9D9428C32}" destId="{9F64E559-D238-4F2B-AD77-DF6F6FD905F7}" srcOrd="1" destOrd="0" presId="urn:microsoft.com/office/officeart/2005/8/layout/hierarchy2#1"/>
    <dgm:cxn modelId="{E587E587-E942-4E18-AF30-E3162E6A476B}" type="presParOf" srcId="{2B4C1497-8A01-4E3E-AF5B-F2A9AF633273}" destId="{9BD9B075-BB65-4F5D-91EC-2103B5D04E10}" srcOrd="4" destOrd="0" presId="urn:microsoft.com/office/officeart/2005/8/layout/hierarchy2#1"/>
    <dgm:cxn modelId="{80ACF60A-52B5-4DEC-B0DC-B190CAB53365}" type="presParOf" srcId="{9BD9B075-BB65-4F5D-91EC-2103B5D04E10}" destId="{549889F7-1CED-482E-8E74-8EBCE8393F53}" srcOrd="0" destOrd="0" presId="urn:microsoft.com/office/officeart/2005/8/layout/hierarchy2#1"/>
    <dgm:cxn modelId="{9D6232EC-DABC-4987-A448-4B5A2F14C315}" type="presParOf" srcId="{2B4C1497-8A01-4E3E-AF5B-F2A9AF633273}" destId="{AE02A340-7EA4-41BB-B6F5-B08121ACB059}" srcOrd="5" destOrd="0" presId="urn:microsoft.com/office/officeart/2005/8/layout/hierarchy2#1"/>
    <dgm:cxn modelId="{F34B90DA-EC91-4F56-BE44-03B3D762F121}" type="presParOf" srcId="{AE02A340-7EA4-41BB-B6F5-B08121ACB059}" destId="{530D912E-48D6-4747-975A-CFFBA8F93DC6}" srcOrd="0" destOrd="0" presId="urn:microsoft.com/office/officeart/2005/8/layout/hierarchy2#1"/>
    <dgm:cxn modelId="{70DC61C0-3D1B-49FD-8998-20BF66B3A365}" type="presParOf" srcId="{AE02A340-7EA4-41BB-B6F5-B08121ACB059}" destId="{BE1F2E25-840D-4982-B96B-4C4720C73EDE}" srcOrd="1" destOrd="0" presId="urn:microsoft.com/office/officeart/2005/8/layout/hierarchy2#1"/>
    <dgm:cxn modelId="{C82C3820-1588-4845-9A79-CF0A7F3DF87A}" type="presParOf" srcId="{6CBE777B-53EC-4C97-9572-BABEB1AC06C7}" destId="{4E68E72B-739F-4CFB-854A-3CCCE76908CE}" srcOrd="6" destOrd="0" presId="urn:microsoft.com/office/officeart/2005/8/layout/hierarchy2#1"/>
    <dgm:cxn modelId="{7E8ACA63-3850-4500-801C-733E1C3EA2D8}" type="presParOf" srcId="{4E68E72B-739F-4CFB-854A-3CCCE76908CE}" destId="{DC95E066-AA1B-44D0-B011-EBF7087A647F}" srcOrd="0" destOrd="0" presId="urn:microsoft.com/office/officeart/2005/8/layout/hierarchy2#1"/>
    <dgm:cxn modelId="{43B60BAB-7E14-4B79-8D8D-69FF59950419}" type="presParOf" srcId="{6CBE777B-53EC-4C97-9572-BABEB1AC06C7}" destId="{3C143B49-849C-4DD8-9D8A-C00B08AF6EAF}" srcOrd="7" destOrd="0" presId="urn:microsoft.com/office/officeart/2005/8/layout/hierarchy2#1"/>
    <dgm:cxn modelId="{458B448A-3C74-4068-97AE-47BFE70C30F3}" type="presParOf" srcId="{3C143B49-849C-4DD8-9D8A-C00B08AF6EAF}" destId="{A579E38B-6CCE-4856-A26D-A88F6792D9DD}" srcOrd="0" destOrd="0" presId="urn:microsoft.com/office/officeart/2005/8/layout/hierarchy2#1"/>
    <dgm:cxn modelId="{0D978DC1-F062-40AF-9F1D-1D96C854B5FE}" type="presParOf" srcId="{3C143B49-849C-4DD8-9D8A-C00B08AF6EAF}" destId="{EB24A982-9BD7-42FA-8D3B-1276E1FF3368}" srcOrd="1" destOrd="0" presId="urn:microsoft.com/office/officeart/2005/8/layout/hierarchy2#1"/>
    <dgm:cxn modelId="{3C891A8C-0441-4BC3-A51A-20A318343890}" type="presParOf" srcId="{EB24A982-9BD7-42FA-8D3B-1276E1FF3368}" destId="{058F604B-8643-46AC-9B73-6D872AF238B2}" srcOrd="0" destOrd="0" presId="urn:microsoft.com/office/officeart/2005/8/layout/hierarchy2#1"/>
    <dgm:cxn modelId="{E72B3E39-0B87-492B-8231-DEC0E7A99126}" type="presParOf" srcId="{058F604B-8643-46AC-9B73-6D872AF238B2}" destId="{6B6D3B08-0C3C-49D8-8F4E-E9C6281F6B5D}" srcOrd="0" destOrd="0" presId="urn:microsoft.com/office/officeart/2005/8/layout/hierarchy2#1"/>
    <dgm:cxn modelId="{F5EED08D-0215-4E05-8635-5E9014F918B4}" type="presParOf" srcId="{EB24A982-9BD7-42FA-8D3B-1276E1FF3368}" destId="{E5E29132-7867-4260-B8EE-F1BBDAE04D75}" srcOrd="1" destOrd="0" presId="urn:microsoft.com/office/officeart/2005/8/layout/hierarchy2#1"/>
    <dgm:cxn modelId="{5B8BF654-561E-4EB8-B8D2-5967729A7D09}" type="presParOf" srcId="{E5E29132-7867-4260-B8EE-F1BBDAE04D75}" destId="{7ACDF4C6-9572-47B9-AC3C-B44C1F375EAE}" srcOrd="0" destOrd="0" presId="urn:microsoft.com/office/officeart/2005/8/layout/hierarchy2#1"/>
    <dgm:cxn modelId="{3B64D00D-089D-4BDD-816C-8F96A806391A}" type="presParOf" srcId="{E5E29132-7867-4260-B8EE-F1BBDAE04D75}" destId="{4684CD9F-DFB5-421E-A70F-1AAFD1B7ACA7}" srcOrd="1" destOrd="0" presId="urn:microsoft.com/office/officeart/2005/8/layout/hierarchy2#1"/>
    <dgm:cxn modelId="{1EC20178-DFA3-428F-9FE0-56730A6674F5}" type="presParOf" srcId="{EB24A982-9BD7-42FA-8D3B-1276E1FF3368}" destId="{30B0B562-3477-4F62-9A3D-206F87AF6B18}" srcOrd="2" destOrd="0" presId="urn:microsoft.com/office/officeart/2005/8/layout/hierarchy2#1"/>
    <dgm:cxn modelId="{4FDFBB29-29BB-4C22-B7D3-8DEBC8AA59C5}" type="presParOf" srcId="{30B0B562-3477-4F62-9A3D-206F87AF6B18}" destId="{A9D5A222-DE8C-4423-B3A8-73E67FA0F482}" srcOrd="0" destOrd="0" presId="urn:microsoft.com/office/officeart/2005/8/layout/hierarchy2#1"/>
    <dgm:cxn modelId="{72544801-A66B-45C1-A3BC-7D5348F1F9D9}" type="presParOf" srcId="{EB24A982-9BD7-42FA-8D3B-1276E1FF3368}" destId="{3465BC83-7318-4F11-8BB3-9142A2801849}" srcOrd="3" destOrd="0" presId="urn:microsoft.com/office/officeart/2005/8/layout/hierarchy2#1"/>
    <dgm:cxn modelId="{FB2BDAF4-D47E-4DBE-9452-9344AE78D950}" type="presParOf" srcId="{3465BC83-7318-4F11-8BB3-9142A2801849}" destId="{41AE953D-88D1-4BE3-8FCA-9B06434D3361}" srcOrd="0" destOrd="0" presId="urn:microsoft.com/office/officeart/2005/8/layout/hierarchy2#1"/>
    <dgm:cxn modelId="{216E92F6-5B5B-424F-805A-37F03684F842}" type="presParOf" srcId="{3465BC83-7318-4F11-8BB3-9142A2801849}" destId="{EE2BA4B2-0E81-4D89-9325-9A4C5095FACE}" srcOrd="1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EE7A8-5CFA-43EB-A927-BA4748F040DD}">
      <dsp:nvSpPr>
        <dsp:cNvPr id="0" name=""/>
        <dsp:cNvSpPr/>
      </dsp:nvSpPr>
      <dsp:spPr bwMode="white">
        <a:xfrm>
          <a:off x="771258" y="2744903"/>
          <a:ext cx="1694723" cy="7214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黑体" panose="02010609060101010101" pitchFamily="2" charset="-122"/>
              <a:ea typeface="黑体" panose="02010609060101010101" pitchFamily="2" charset="-122"/>
            </a:rPr>
            <a:t>机械设计</a:t>
          </a:r>
        </a:p>
      </dsp:txBody>
      <dsp:txXfrm>
        <a:off x="792389" y="2766034"/>
        <a:ext cx="1652461" cy="679213"/>
      </dsp:txXfrm>
    </dsp:sp>
    <dsp:sp modelId="{60BD975C-847C-4A0F-94A7-A0D47A1E5345}">
      <dsp:nvSpPr>
        <dsp:cNvPr id="0" name=""/>
        <dsp:cNvSpPr/>
      </dsp:nvSpPr>
      <dsp:spPr bwMode="white">
        <a:xfrm rot="16982665">
          <a:off x="1499306" y="1884709"/>
          <a:ext cx="2496922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2496922" y="4686"/>
              </a:lnTo>
            </a:path>
          </a:pathLst>
        </a:cu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2685344" y="1826972"/>
        <a:ext cx="124846" cy="124846"/>
      </dsp:txXfrm>
    </dsp:sp>
    <dsp:sp modelId="{4E42E3BF-D0E8-4844-B917-D2BFD8D4EA83}">
      <dsp:nvSpPr>
        <dsp:cNvPr id="0" name=""/>
        <dsp:cNvSpPr/>
      </dsp:nvSpPr>
      <dsp:spPr bwMode="white">
        <a:xfrm>
          <a:off x="3029553" y="503910"/>
          <a:ext cx="1256890" cy="338480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连接</a:t>
          </a:r>
        </a:p>
      </dsp:txBody>
      <dsp:txXfrm>
        <a:off x="3039467" y="513824"/>
        <a:ext cx="1237062" cy="318652"/>
      </dsp:txXfrm>
    </dsp:sp>
    <dsp:sp modelId="{2232C1A2-980F-4327-815C-1F46FB90CAEF}">
      <dsp:nvSpPr>
        <dsp:cNvPr id="0" name=""/>
        <dsp:cNvSpPr/>
      </dsp:nvSpPr>
      <dsp:spPr bwMode="white">
        <a:xfrm rot="18778525">
          <a:off x="4193172" y="454083"/>
          <a:ext cx="586024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586024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471534" y="444118"/>
        <a:ext cx="29301" cy="29301"/>
      </dsp:txXfrm>
    </dsp:sp>
    <dsp:sp modelId="{C320EEB5-FBFE-4D0E-81EB-02A40B2EECD7}">
      <dsp:nvSpPr>
        <dsp:cNvPr id="0" name=""/>
        <dsp:cNvSpPr/>
      </dsp:nvSpPr>
      <dsp:spPr bwMode="white">
        <a:xfrm>
          <a:off x="4685926" y="3698"/>
          <a:ext cx="911132" cy="481379"/>
        </a:xfrm>
        <a:prstGeom prst="roundRect">
          <a:avLst>
            <a:gd name="adj" fmla="val 10000"/>
          </a:avLst>
        </a:prstGeom>
        <a:solidFill>
          <a:srgbClr val="C00000"/>
        </a:solidFill>
        <a:ln w="38100">
          <a:noFill/>
          <a:prstDash val="dash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螺纹连接</a:t>
          </a:r>
        </a:p>
      </dsp:txBody>
      <dsp:txXfrm>
        <a:off x="4700025" y="17797"/>
        <a:ext cx="882934" cy="453181"/>
      </dsp:txXfrm>
    </dsp:sp>
    <dsp:sp modelId="{261793F2-E5B7-44B6-82BA-8758E5C7590B}">
      <dsp:nvSpPr>
        <dsp:cNvPr id="0" name=""/>
        <dsp:cNvSpPr/>
      </dsp:nvSpPr>
      <dsp:spPr bwMode="white">
        <a:xfrm rot="356067">
          <a:off x="4285314" y="690238"/>
          <a:ext cx="421198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421198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485384" y="684394"/>
        <a:ext cx="21059" cy="21059"/>
      </dsp:txXfrm>
    </dsp:sp>
    <dsp:sp modelId="{90EAADCF-9D67-4269-8E92-0BD0998179CD}">
      <dsp:nvSpPr>
        <dsp:cNvPr id="0" name=""/>
        <dsp:cNvSpPr/>
      </dsp:nvSpPr>
      <dsp:spPr bwMode="white">
        <a:xfrm>
          <a:off x="4705384" y="534446"/>
          <a:ext cx="895262" cy="364504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键连接</a:t>
          </a:r>
        </a:p>
      </dsp:txBody>
      <dsp:txXfrm>
        <a:off x="4716060" y="545122"/>
        <a:ext cx="873910" cy="343152"/>
      </dsp:txXfrm>
    </dsp:sp>
    <dsp:sp modelId="{7678C76E-7BA3-45CD-AB8A-280FB5D70E72}">
      <dsp:nvSpPr>
        <dsp:cNvPr id="0" name=""/>
        <dsp:cNvSpPr/>
      </dsp:nvSpPr>
      <dsp:spPr bwMode="white">
        <a:xfrm rot="3114159">
          <a:off x="4171510" y="904619"/>
          <a:ext cx="600168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600168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456590" y="894301"/>
        <a:ext cx="30008" cy="30008"/>
      </dsp:txXfrm>
    </dsp:sp>
    <dsp:sp modelId="{4496CDD3-4F4D-4306-A13C-600BAD36E836}">
      <dsp:nvSpPr>
        <dsp:cNvPr id="0" name=""/>
        <dsp:cNvSpPr/>
      </dsp:nvSpPr>
      <dsp:spPr bwMode="white">
        <a:xfrm>
          <a:off x="4656746" y="948319"/>
          <a:ext cx="893313" cy="394283"/>
        </a:xfrm>
        <a:prstGeom prst="roundRect">
          <a:avLst>
            <a:gd name="adj" fmla="val 10000"/>
          </a:avLst>
        </a:prstGeom>
        <a:solidFill>
          <a:srgbClr val="C000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销连接</a:t>
          </a:r>
        </a:p>
      </dsp:txBody>
      <dsp:txXfrm>
        <a:off x="4668294" y="959867"/>
        <a:ext cx="870217" cy="371187"/>
      </dsp:txXfrm>
    </dsp:sp>
    <dsp:sp modelId="{0990E7BF-2779-4D66-9D60-44E66A9A7BA9}">
      <dsp:nvSpPr>
        <dsp:cNvPr id="0" name=""/>
        <dsp:cNvSpPr/>
      </dsp:nvSpPr>
      <dsp:spPr bwMode="white">
        <a:xfrm rot="18506926">
          <a:off x="2294600" y="2746050"/>
          <a:ext cx="906333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906333" y="4686"/>
              </a:lnTo>
            </a:path>
          </a:pathLst>
        </a:cu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725108" y="2728078"/>
        <a:ext cx="45316" cy="45316"/>
      </dsp:txXfrm>
    </dsp:sp>
    <dsp:sp modelId="{C912DBC8-66E8-48C8-B9D4-1936878930D5}">
      <dsp:nvSpPr>
        <dsp:cNvPr id="0" name=""/>
        <dsp:cNvSpPr/>
      </dsp:nvSpPr>
      <dsp:spPr bwMode="white">
        <a:xfrm>
          <a:off x="3029553" y="2231270"/>
          <a:ext cx="1187695" cy="32912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solidFill>
            <a:srgbClr val="002060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机械传动</a:t>
          </a:r>
        </a:p>
      </dsp:txBody>
      <dsp:txXfrm>
        <a:off x="3039193" y="2240910"/>
        <a:ext cx="1168415" cy="309843"/>
      </dsp:txXfrm>
    </dsp:sp>
    <dsp:sp modelId="{60AB2BF5-F4B5-4435-9F9C-07E5A797BAD8}">
      <dsp:nvSpPr>
        <dsp:cNvPr id="0" name=""/>
        <dsp:cNvSpPr/>
      </dsp:nvSpPr>
      <dsp:spPr bwMode="white">
        <a:xfrm rot="17972992">
          <a:off x="3996989" y="2013083"/>
          <a:ext cx="869181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869181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409850" y="1996040"/>
        <a:ext cx="43459" cy="43459"/>
      </dsp:txXfrm>
    </dsp:sp>
    <dsp:sp modelId="{51944144-D1E0-4506-9527-14262BAC119B}">
      <dsp:nvSpPr>
        <dsp:cNvPr id="0" name=""/>
        <dsp:cNvSpPr/>
      </dsp:nvSpPr>
      <dsp:spPr bwMode="white">
        <a:xfrm>
          <a:off x="4645912" y="1430880"/>
          <a:ext cx="927891" cy="417654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solidFill>
            <a:srgbClr val="002060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挠性传动</a:t>
          </a:r>
        </a:p>
      </dsp:txBody>
      <dsp:txXfrm>
        <a:off x="4658145" y="1443113"/>
        <a:ext cx="903425" cy="393188"/>
      </dsp:txXfrm>
    </dsp:sp>
    <dsp:sp modelId="{67D9A56C-4458-446F-A8E8-B2F074315D6B}">
      <dsp:nvSpPr>
        <dsp:cNvPr id="0" name=""/>
        <dsp:cNvSpPr/>
      </dsp:nvSpPr>
      <dsp:spPr bwMode="white">
        <a:xfrm rot="19329153">
          <a:off x="5527072" y="1498714"/>
          <a:ext cx="444315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444315" y="4686"/>
              </a:lnTo>
            </a:path>
          </a:pathLst>
        </a:cu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738122" y="1492292"/>
        <a:ext cx="22215" cy="22215"/>
      </dsp:txXfrm>
    </dsp:sp>
    <dsp:sp modelId="{58D0F021-23B3-4FEF-BF30-BCC7E37D4AC9}">
      <dsp:nvSpPr>
        <dsp:cNvPr id="0" name=""/>
        <dsp:cNvSpPr/>
      </dsp:nvSpPr>
      <dsp:spPr bwMode="white">
        <a:xfrm>
          <a:off x="5924656" y="1149565"/>
          <a:ext cx="904984" cy="435055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带传动</a:t>
          </a:r>
        </a:p>
      </dsp:txBody>
      <dsp:txXfrm>
        <a:off x="5937398" y="1162307"/>
        <a:ext cx="879500" cy="409571"/>
      </dsp:txXfrm>
    </dsp:sp>
    <dsp:sp modelId="{4ADE1F7F-8384-4336-B124-76331D07AD72}">
      <dsp:nvSpPr>
        <dsp:cNvPr id="0" name=""/>
        <dsp:cNvSpPr/>
      </dsp:nvSpPr>
      <dsp:spPr bwMode="white">
        <a:xfrm rot="1902400">
          <a:off x="5542174" y="1746400"/>
          <a:ext cx="423839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423839" y="4686"/>
              </a:lnTo>
            </a:path>
          </a:pathLst>
        </a:cu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743498" y="1740490"/>
        <a:ext cx="21191" cy="21191"/>
      </dsp:txXfrm>
    </dsp:sp>
    <dsp:sp modelId="{1F428FBE-15CF-415C-AF5C-E46B9114553E}">
      <dsp:nvSpPr>
        <dsp:cNvPr id="0" name=""/>
        <dsp:cNvSpPr/>
      </dsp:nvSpPr>
      <dsp:spPr bwMode="white">
        <a:xfrm>
          <a:off x="5934385" y="1682627"/>
          <a:ext cx="876686" cy="359676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链传动</a:t>
          </a:r>
        </a:p>
      </dsp:txBody>
      <dsp:txXfrm>
        <a:off x="5944920" y="1693162"/>
        <a:ext cx="855616" cy="338606"/>
      </dsp:txXfrm>
    </dsp:sp>
    <dsp:sp modelId="{4C521EE0-1FDD-44DA-B5A7-9805FBA5FE7E}">
      <dsp:nvSpPr>
        <dsp:cNvPr id="0" name=""/>
        <dsp:cNvSpPr/>
      </dsp:nvSpPr>
      <dsp:spPr bwMode="white">
        <a:xfrm rot="2560049">
          <a:off x="4134837" y="2602151"/>
          <a:ext cx="622672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622672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430606" y="2591271"/>
        <a:ext cx="31133" cy="31133"/>
      </dsp:txXfrm>
    </dsp:sp>
    <dsp:sp modelId="{F79398DE-AECE-40C9-B120-7959DF19F71C}">
      <dsp:nvSpPr>
        <dsp:cNvPr id="0" name=""/>
        <dsp:cNvSpPr/>
      </dsp:nvSpPr>
      <dsp:spPr bwMode="white">
        <a:xfrm>
          <a:off x="4675098" y="2645947"/>
          <a:ext cx="911909" cy="343792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solidFill>
            <a:srgbClr val="002060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齿轮传动</a:t>
          </a:r>
        </a:p>
      </dsp:txBody>
      <dsp:txXfrm>
        <a:off x="4685167" y="2656016"/>
        <a:ext cx="891771" cy="323654"/>
      </dsp:txXfrm>
    </dsp:sp>
    <dsp:sp modelId="{B2B434E0-C5FC-4826-BF9D-8CB3490639AD}">
      <dsp:nvSpPr>
        <dsp:cNvPr id="0" name=""/>
        <dsp:cNvSpPr/>
      </dsp:nvSpPr>
      <dsp:spPr bwMode="white">
        <a:xfrm rot="18072504">
          <a:off x="5451012" y="2571761"/>
          <a:ext cx="564477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564477" y="4686"/>
              </a:lnTo>
            </a:path>
          </a:pathLst>
        </a:cu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719139" y="2562336"/>
        <a:ext cx="28223" cy="28223"/>
      </dsp:txXfrm>
    </dsp:sp>
    <dsp:sp modelId="{E0AB302D-BA26-40D6-AE71-336D6F208C45}">
      <dsp:nvSpPr>
        <dsp:cNvPr id="0" name=""/>
        <dsp:cNvSpPr/>
      </dsp:nvSpPr>
      <dsp:spPr bwMode="white">
        <a:xfrm>
          <a:off x="5879493" y="2072217"/>
          <a:ext cx="1385623" cy="525669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圆柱直齿齿轮</a:t>
          </a:r>
        </a:p>
      </dsp:txBody>
      <dsp:txXfrm>
        <a:off x="5894889" y="2087613"/>
        <a:ext cx="1354831" cy="494877"/>
      </dsp:txXfrm>
    </dsp:sp>
    <dsp:sp modelId="{ACBDEABD-2B6C-4A4E-AEFF-AD65C2B6FF60}">
      <dsp:nvSpPr>
        <dsp:cNvPr id="0" name=""/>
        <dsp:cNvSpPr/>
      </dsp:nvSpPr>
      <dsp:spPr bwMode="white">
        <a:xfrm rot="21484265">
          <a:off x="5586922" y="2808068"/>
          <a:ext cx="302385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302385" y="4686"/>
              </a:lnTo>
            </a:path>
          </a:pathLst>
        </a:cu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730555" y="2805195"/>
        <a:ext cx="15119" cy="15119"/>
      </dsp:txXfrm>
    </dsp:sp>
    <dsp:sp modelId="{67A847B4-788F-494E-8C4C-20F0D07A3D89}">
      <dsp:nvSpPr>
        <dsp:cNvPr id="0" name=""/>
        <dsp:cNvSpPr/>
      </dsp:nvSpPr>
      <dsp:spPr bwMode="white">
        <a:xfrm>
          <a:off x="5889222" y="2618072"/>
          <a:ext cx="1381687" cy="379186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solidFill>
            <a:srgbClr val="002060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圆柱斜齿轮</a:t>
          </a:r>
        </a:p>
      </dsp:txBody>
      <dsp:txXfrm>
        <a:off x="5900328" y="2629178"/>
        <a:ext cx="1359475" cy="356974"/>
      </dsp:txXfrm>
    </dsp:sp>
    <dsp:sp modelId="{8BF52F4B-7793-4CD0-BBB3-DED868AD0B8F}">
      <dsp:nvSpPr>
        <dsp:cNvPr id="0" name=""/>
        <dsp:cNvSpPr/>
      </dsp:nvSpPr>
      <dsp:spPr bwMode="white">
        <a:xfrm rot="3664046">
          <a:off x="5436149" y="3068920"/>
          <a:ext cx="584473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584473" y="4686"/>
              </a:lnTo>
            </a:path>
          </a:pathLst>
        </a:cu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713774" y="3058994"/>
        <a:ext cx="29223" cy="29223"/>
      </dsp:txXfrm>
    </dsp:sp>
    <dsp:sp modelId="{0DCC5ED9-ECD8-49B9-B7A9-4999A1EDF6C5}">
      <dsp:nvSpPr>
        <dsp:cNvPr id="0" name=""/>
        <dsp:cNvSpPr/>
      </dsp:nvSpPr>
      <dsp:spPr bwMode="white">
        <a:xfrm>
          <a:off x="5869764" y="3075810"/>
          <a:ext cx="1401829" cy="507116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直齿锥齿轮</a:t>
          </a:r>
        </a:p>
      </dsp:txBody>
      <dsp:txXfrm>
        <a:off x="5884617" y="3090663"/>
        <a:ext cx="1372123" cy="477410"/>
      </dsp:txXfrm>
    </dsp:sp>
    <dsp:sp modelId="{9AA82969-A8D4-4798-9214-0D16F7C9BB6D}">
      <dsp:nvSpPr>
        <dsp:cNvPr id="0" name=""/>
        <dsp:cNvSpPr/>
      </dsp:nvSpPr>
      <dsp:spPr bwMode="white">
        <a:xfrm rot="3743316">
          <a:off x="3963500" y="2810226"/>
          <a:ext cx="945887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945887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412797" y="2791266"/>
        <a:ext cx="47294" cy="47294"/>
      </dsp:txXfrm>
    </dsp:sp>
    <dsp:sp modelId="{3BD68F0E-4735-40BD-AC21-5CEEA25A5E56}">
      <dsp:nvSpPr>
        <dsp:cNvPr id="0" name=""/>
        <dsp:cNvSpPr/>
      </dsp:nvSpPr>
      <dsp:spPr bwMode="white">
        <a:xfrm>
          <a:off x="4655641" y="3058566"/>
          <a:ext cx="981051" cy="350855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solidFill>
            <a:srgbClr val="002060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蜗杆传动</a:t>
          </a:r>
        </a:p>
      </dsp:txBody>
      <dsp:txXfrm>
        <a:off x="4665917" y="3068842"/>
        <a:ext cx="960499" cy="330303"/>
      </dsp:txXfrm>
    </dsp:sp>
    <dsp:sp modelId="{D8ABBE0D-18E7-4D7B-B556-306D827B3E00}">
      <dsp:nvSpPr>
        <dsp:cNvPr id="0" name=""/>
        <dsp:cNvSpPr/>
      </dsp:nvSpPr>
      <dsp:spPr bwMode="white">
        <a:xfrm rot="4271228">
          <a:off x="1873954" y="3928085"/>
          <a:ext cx="1747626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1747626" y="4686"/>
              </a:lnTo>
            </a:path>
          </a:pathLst>
        </a:cu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2704076" y="3889081"/>
        <a:ext cx="87381" cy="87381"/>
      </dsp:txXfrm>
    </dsp:sp>
    <dsp:sp modelId="{7926F574-0BD9-4134-BFC4-71E9C120DBC5}">
      <dsp:nvSpPr>
        <dsp:cNvPr id="0" name=""/>
        <dsp:cNvSpPr/>
      </dsp:nvSpPr>
      <dsp:spPr bwMode="white">
        <a:xfrm>
          <a:off x="3029553" y="4480714"/>
          <a:ext cx="1413579" cy="558377"/>
        </a:xfrm>
        <a:prstGeom prst="roundRect">
          <a:avLst>
            <a:gd name="adj" fmla="val 10000"/>
          </a:avLst>
        </a:prstGeom>
        <a:solidFill>
          <a:srgbClr val="FF9900"/>
        </a:solidFill>
        <a:ln>
          <a:solidFill>
            <a:schemeClr val="accent2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轴系零、部件</a:t>
          </a:r>
        </a:p>
      </dsp:txBody>
      <dsp:txXfrm>
        <a:off x="3045907" y="4497068"/>
        <a:ext cx="1380871" cy="525669"/>
      </dsp:txXfrm>
    </dsp:sp>
    <dsp:sp modelId="{05050918-9AD9-4099-B6C3-F2D67539C7BA}">
      <dsp:nvSpPr>
        <dsp:cNvPr id="0" name=""/>
        <dsp:cNvSpPr/>
      </dsp:nvSpPr>
      <dsp:spPr bwMode="white">
        <a:xfrm rot="17593438">
          <a:off x="4240922" y="4448410"/>
          <a:ext cx="667718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667718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558088" y="4436404"/>
        <a:ext cx="33385" cy="33385"/>
      </dsp:txXfrm>
    </dsp:sp>
    <dsp:sp modelId="{A53262B9-4CD6-4E3C-8565-7C81B50311B8}">
      <dsp:nvSpPr>
        <dsp:cNvPr id="0" name=""/>
        <dsp:cNvSpPr/>
      </dsp:nvSpPr>
      <dsp:spPr bwMode="white">
        <a:xfrm>
          <a:off x="4706431" y="3960077"/>
          <a:ext cx="998975" cy="372426"/>
        </a:xfrm>
        <a:prstGeom prst="roundRect">
          <a:avLst>
            <a:gd name="adj" fmla="val 10000"/>
          </a:avLst>
        </a:prstGeom>
        <a:solidFill>
          <a:srgbClr val="FF99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轴承</a:t>
          </a:r>
        </a:p>
      </dsp:txBody>
      <dsp:txXfrm>
        <a:off x="4717339" y="3970985"/>
        <a:ext cx="977159" cy="350610"/>
      </dsp:txXfrm>
    </dsp:sp>
    <dsp:sp modelId="{898DA885-1071-4EE5-ADE2-4C472541B684}">
      <dsp:nvSpPr>
        <dsp:cNvPr id="0" name=""/>
        <dsp:cNvSpPr/>
      </dsp:nvSpPr>
      <dsp:spPr bwMode="white">
        <a:xfrm rot="19780038">
          <a:off x="5664470" y="3990579"/>
          <a:ext cx="598091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598091" y="4686"/>
              </a:lnTo>
            </a:path>
          </a:pathLst>
        </a:cu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948563" y="3980314"/>
        <a:ext cx="29904" cy="29904"/>
      </dsp:txXfrm>
    </dsp:sp>
    <dsp:sp modelId="{1C23D5BB-AAB9-4924-BC33-3AF5224CC636}">
      <dsp:nvSpPr>
        <dsp:cNvPr id="0" name=""/>
        <dsp:cNvSpPr/>
      </dsp:nvSpPr>
      <dsp:spPr bwMode="white">
        <a:xfrm>
          <a:off x="6221624" y="3603113"/>
          <a:ext cx="1056717" cy="482258"/>
        </a:xfrm>
        <a:prstGeom prst="roundRect">
          <a:avLst>
            <a:gd name="adj" fmla="val 10000"/>
          </a:avLst>
        </a:prstGeom>
        <a:solidFill>
          <a:srgbClr val="FF99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滑动轴承</a:t>
          </a:r>
        </a:p>
      </dsp:txBody>
      <dsp:txXfrm>
        <a:off x="6235749" y="3617238"/>
        <a:ext cx="1028467" cy="454008"/>
      </dsp:txXfrm>
    </dsp:sp>
    <dsp:sp modelId="{EF711375-B83D-420E-B733-5B552BC1DDA0}">
      <dsp:nvSpPr>
        <dsp:cNvPr id="0" name=""/>
        <dsp:cNvSpPr/>
      </dsp:nvSpPr>
      <dsp:spPr bwMode="white">
        <a:xfrm rot="1528222">
          <a:off x="5678667" y="4259918"/>
          <a:ext cx="550245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550245" y="4686"/>
              </a:lnTo>
            </a:path>
          </a:pathLst>
        </a:cu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5940034" y="4250849"/>
        <a:ext cx="27512" cy="27512"/>
      </dsp:txXfrm>
    </dsp:sp>
    <dsp:sp modelId="{CD2CE057-2A6D-4E59-ADB2-DF807F30ABBD}">
      <dsp:nvSpPr>
        <dsp:cNvPr id="0" name=""/>
        <dsp:cNvSpPr/>
      </dsp:nvSpPr>
      <dsp:spPr bwMode="white">
        <a:xfrm>
          <a:off x="6202173" y="4134739"/>
          <a:ext cx="1064247" cy="496361"/>
        </a:xfrm>
        <a:prstGeom prst="roundRect">
          <a:avLst>
            <a:gd name="adj" fmla="val 10000"/>
          </a:avLst>
        </a:prstGeom>
        <a:solidFill>
          <a:srgbClr val="FF99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滚动轴承</a:t>
          </a:r>
        </a:p>
      </dsp:txBody>
      <dsp:txXfrm>
        <a:off x="6216711" y="4149277"/>
        <a:ext cx="1035171" cy="467285"/>
      </dsp:txXfrm>
    </dsp:sp>
    <dsp:sp modelId="{03A7A255-105C-49EA-BEF4-288416930C73}">
      <dsp:nvSpPr>
        <dsp:cNvPr id="0" name=""/>
        <dsp:cNvSpPr/>
      </dsp:nvSpPr>
      <dsp:spPr bwMode="white">
        <a:xfrm rot="2110298">
          <a:off x="4413729" y="4847988"/>
          <a:ext cx="322105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322105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566729" y="4844621"/>
        <a:ext cx="16105" cy="16105"/>
      </dsp:txXfrm>
    </dsp:sp>
    <dsp:sp modelId="{DF890B27-73CC-419A-A8C5-CBE523C0B56E}">
      <dsp:nvSpPr>
        <dsp:cNvPr id="0" name=""/>
        <dsp:cNvSpPr/>
      </dsp:nvSpPr>
      <dsp:spPr bwMode="white">
        <a:xfrm>
          <a:off x="4706431" y="4709653"/>
          <a:ext cx="1554358" cy="471584"/>
        </a:xfrm>
        <a:prstGeom prst="roundRect">
          <a:avLst>
            <a:gd name="adj" fmla="val 10000"/>
          </a:avLst>
        </a:prstGeom>
        <a:solidFill>
          <a:srgbClr val="FF99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联轴器和离合器</a:t>
          </a:r>
        </a:p>
      </dsp:txBody>
      <dsp:txXfrm>
        <a:off x="4720243" y="4723465"/>
        <a:ext cx="1526734" cy="443960"/>
      </dsp:txXfrm>
    </dsp:sp>
    <dsp:sp modelId="{9BD9B075-BB65-4F5D-91EC-2103B5D04E10}">
      <dsp:nvSpPr>
        <dsp:cNvPr id="0" name=""/>
        <dsp:cNvSpPr/>
      </dsp:nvSpPr>
      <dsp:spPr bwMode="white">
        <a:xfrm rot="4049244">
          <a:off x="4230947" y="5072849"/>
          <a:ext cx="687668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687668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557590" y="5060344"/>
        <a:ext cx="34383" cy="34383"/>
      </dsp:txXfrm>
    </dsp:sp>
    <dsp:sp modelId="{530D912E-48D6-4747-975A-CFFBA8F93DC6}">
      <dsp:nvSpPr>
        <dsp:cNvPr id="0" name=""/>
        <dsp:cNvSpPr/>
      </dsp:nvSpPr>
      <dsp:spPr bwMode="white">
        <a:xfrm>
          <a:off x="4706431" y="5230606"/>
          <a:ext cx="658247" cy="329123"/>
        </a:xfrm>
        <a:prstGeom prst="roundRect">
          <a:avLst>
            <a:gd name="adj" fmla="val 10000"/>
          </a:avLst>
        </a:prstGeom>
        <a:solidFill>
          <a:srgbClr val="FF990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轴</a:t>
          </a:r>
        </a:p>
      </dsp:txBody>
      <dsp:txXfrm>
        <a:off x="4716071" y="5240246"/>
        <a:ext cx="638967" cy="309843"/>
      </dsp:txXfrm>
    </dsp:sp>
    <dsp:sp modelId="{4E68E72B-739F-4CFB-854A-3CCCE76908CE}">
      <dsp:nvSpPr>
        <dsp:cNvPr id="0" name=""/>
        <dsp:cNvSpPr/>
      </dsp:nvSpPr>
      <dsp:spPr bwMode="white">
        <a:xfrm rot="4730527">
          <a:off x="1291609" y="4529587"/>
          <a:ext cx="2912314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2912314" y="4686"/>
              </a:lnTo>
            </a:path>
          </a:pathLst>
        </a:custGeom>
        <a:noFill/>
        <a:ln w="12700" cap="flat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2674959" y="4461465"/>
        <a:ext cx="145615" cy="145615"/>
      </dsp:txXfrm>
    </dsp:sp>
    <dsp:sp modelId="{A579E38B-6CCE-4856-A26D-A88F6792D9DD}">
      <dsp:nvSpPr>
        <dsp:cNvPr id="0" name=""/>
        <dsp:cNvSpPr/>
      </dsp:nvSpPr>
      <dsp:spPr bwMode="white">
        <a:xfrm>
          <a:off x="3029553" y="5698728"/>
          <a:ext cx="1424243" cy="528355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其他零、部件</a:t>
          </a:r>
        </a:p>
      </dsp:txBody>
      <dsp:txXfrm>
        <a:off x="3045028" y="5714203"/>
        <a:ext cx="1393293" cy="497405"/>
      </dsp:txXfrm>
    </dsp:sp>
    <dsp:sp modelId="{058F604B-8643-46AC-9B73-6D872AF238B2}">
      <dsp:nvSpPr>
        <dsp:cNvPr id="0" name=""/>
        <dsp:cNvSpPr/>
      </dsp:nvSpPr>
      <dsp:spPr bwMode="white">
        <a:xfrm rot="19170135">
          <a:off x="4417402" y="5859565"/>
          <a:ext cx="303825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303825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561719" y="5856656"/>
        <a:ext cx="15191" cy="15191"/>
      </dsp:txXfrm>
    </dsp:sp>
    <dsp:sp modelId="{7ACDF4C6-9572-47B9-AC3C-B44C1F375EAE}">
      <dsp:nvSpPr>
        <dsp:cNvPr id="0" name=""/>
        <dsp:cNvSpPr/>
      </dsp:nvSpPr>
      <dsp:spPr bwMode="white">
        <a:xfrm>
          <a:off x="4684834" y="5601035"/>
          <a:ext cx="658247" cy="329123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弹簧</a:t>
          </a:r>
        </a:p>
      </dsp:txBody>
      <dsp:txXfrm>
        <a:off x="4694474" y="5610675"/>
        <a:ext cx="638967" cy="309843"/>
      </dsp:txXfrm>
    </dsp:sp>
    <dsp:sp modelId="{30B0B562-3477-4F62-9A3D-206F87AF6B18}">
      <dsp:nvSpPr>
        <dsp:cNvPr id="0" name=""/>
        <dsp:cNvSpPr/>
      </dsp:nvSpPr>
      <dsp:spPr bwMode="white">
        <a:xfrm rot="1477944">
          <a:off x="4435260" y="6043115"/>
          <a:ext cx="407374" cy="9373"/>
        </a:xfrm>
        <a:custGeom>
          <a:avLst/>
          <a:gdLst/>
          <a:ahLst/>
          <a:cxnLst/>
          <a:rect l="0" t="0" r="0" b="0"/>
          <a:pathLst>
            <a:path>
              <a:moveTo>
                <a:pt x="0" y="4686"/>
              </a:moveTo>
              <a:lnTo>
                <a:pt x="407374" y="4686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628763" y="6037617"/>
        <a:ext cx="20368" cy="20368"/>
      </dsp:txXfrm>
    </dsp:sp>
    <dsp:sp modelId="{41AE953D-88D1-4BE3-8FCA-9B06434D3361}">
      <dsp:nvSpPr>
        <dsp:cNvPr id="0" name=""/>
        <dsp:cNvSpPr/>
      </dsp:nvSpPr>
      <dsp:spPr bwMode="white">
        <a:xfrm>
          <a:off x="4824099" y="5968136"/>
          <a:ext cx="1281692" cy="329123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latin typeface="黑体" panose="02010609060101010101" pitchFamily="2" charset="-122"/>
              <a:ea typeface="黑体" panose="02010609060101010101" pitchFamily="2" charset="-122"/>
            </a:rPr>
            <a:t>机座和箱体</a:t>
          </a:r>
        </a:p>
      </dsp:txBody>
      <dsp:txXfrm>
        <a:off x="4833739" y="5977776"/>
        <a:ext cx="1262412" cy="30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13:42:40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13:42:43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1T13:42:46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页眉占位符 7782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>
              <a:spcBef>
                <a:spcPct val="50000"/>
              </a:spcBef>
            </a:pP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77827" name="日期占位符 77826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>
              <a:spcBef>
                <a:spcPct val="50000"/>
              </a:spcBef>
            </a:pP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77828" name="幻灯片图像占位符 77827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7829" name="文本占位符 77828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7830" name="页脚占位符 7782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>
              <a:spcBef>
                <a:spcPct val="50000"/>
              </a:spcBef>
            </a:pP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77831" name="灯片编号占位符 77830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‹#›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2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3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4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5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DADA59-9C63-4194-9A25-9FFEB27A9990}" type="slidenum">
              <a:rPr lang="en-US" altLang="zh-CN"/>
              <a:t>6</a:t>
            </a:fld>
            <a:endParaRPr lang="en-US" altLang="zh-CN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神州十八号载人飞船、飞机、火车、数控车、挖掘机、带式输送机、点焊机器人、服务机器人，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7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327682" name="幻灯片图像占位符 32768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683" name="文本占位符 32768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人们通过长期的生产实践，由石器、铁器、发展到后来的各种机器，机器也由简单手工的发展到电动、全自动化的。在现代生产和日常生活中机器已经成为代替或减轻人类劳动、提高劳动生产率的主要手段，使用机器的水平是衡量一个国家现代化程度的重要标志。</a:t>
            </a:r>
          </a:p>
          <a:p>
            <a:pPr lvl="0"/>
            <a:endParaRPr lang="zh-CN" altLang="en-US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smtClean="0">
                <a:solidFill>
                  <a:schemeClr val="bg1"/>
                </a:solidFill>
              </a:rPr>
              <a:t>8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smtClean="0">
                <a:solidFill>
                  <a:schemeClr val="bg1"/>
                </a:solidFill>
              </a:rPr>
              <a:t>11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smtClean="0">
                <a:solidFill>
                  <a:schemeClr val="bg1"/>
                </a:solidFill>
              </a:rPr>
              <a:t>12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注重基本概念的理解和基本设计方法的掌握，不强调系统的理论分析；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16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17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 algn="r">
              <a:spcBef>
                <a:spcPct val="50000"/>
              </a:spcBef>
            </a:pPr>
            <a:fld id="{9A0DB2DC-4C9A-4742-B13C-FB6460FD3503}" type="slidenum">
              <a:rPr lang="zh-CN" altLang="en-US" sz="1200" b="1" dirty="0">
                <a:solidFill>
                  <a:schemeClr val="bg1"/>
                </a:solidFill>
              </a:rPr>
              <a:t>18</a:t>
            </a:fld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标题 31744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17443" name="文本占位符 317442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17445" name="页脚占位符 31744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7446" name="灯片编号占位符 31744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标题 31744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17443" name="文本占位符 317442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17445" name="页脚占位符 31744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7446" name="灯片编号占位符 31744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e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0&#20869;&#29123;&#26426;.avi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997" name="Picture 3" descr="m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6735"/>
            <a:ext cx="9144000" cy="939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1002" name="矩形 341001" descr="再生纸"/>
          <p:cNvSpPr/>
          <p:nvPr/>
        </p:nvSpPr>
        <p:spPr>
          <a:xfrm>
            <a:off x="1705610" y="1675765"/>
            <a:ext cx="5684520" cy="114236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Right">
                <a:rot lat="0" lon="0" rev="0"/>
              </a:camera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lstStyle/>
          <a:p>
            <a:pPr algn="ctr">
              <a:spcAft>
                <a:spcPts val="0"/>
              </a:spcAft>
            </a:pPr>
            <a:r>
              <a:rPr lang="zh-CN" altLang="en-US" sz="4000" dirty="0">
                <a:solidFill>
                  <a:schemeClr val="accent6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机械设计</a:t>
            </a:r>
          </a:p>
        </p:txBody>
      </p:sp>
      <p:sp>
        <p:nvSpPr>
          <p:cNvPr id="341003" name="文本框 341002"/>
          <p:cNvSpPr txBox="1"/>
          <p:nvPr/>
        </p:nvSpPr>
        <p:spPr>
          <a:xfrm>
            <a:off x="1746354" y="3286551"/>
            <a:ext cx="5765800" cy="4603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中国矿业大学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（北京）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</a:rPr>
              <a:t>机械与电气学院</a:t>
            </a:r>
          </a:p>
        </p:txBody>
      </p:sp>
      <p:grpSp>
        <p:nvGrpSpPr>
          <p:cNvPr id="13317" name="组合 3"/>
          <p:cNvGrpSpPr/>
          <p:nvPr/>
        </p:nvGrpSpPr>
        <p:grpSpPr>
          <a:xfrm>
            <a:off x="0" y="124066"/>
            <a:ext cx="5194300" cy="827087"/>
            <a:chOff x="204" y="0"/>
            <a:chExt cx="8180" cy="1302"/>
          </a:xfrm>
        </p:grpSpPr>
        <p:sp>
          <p:nvSpPr>
            <p:cNvPr id="13321" name="文本框 1073742869"/>
            <p:cNvSpPr txBox="1">
              <a:spLocks noChangeAspect="1"/>
            </p:cNvSpPr>
            <p:nvPr/>
          </p:nvSpPr>
          <p:spPr>
            <a:xfrm>
              <a:off x="204" y="699"/>
              <a:ext cx="8180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3322" name="图片 10737428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2" y="180"/>
              <a:ext cx="3348" cy="51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323" name="图片 1073742872" descr="44303071dc0a1f9688d599dbc999570副本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5" y="0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文本框 1"/>
          <p:cNvSpPr txBox="1"/>
          <p:nvPr/>
        </p:nvSpPr>
        <p:spPr>
          <a:xfrm>
            <a:off x="2442273" y="4201529"/>
            <a:ext cx="41700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授课教师：董芩华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4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文本框 293889"/>
          <p:cNvSpPr txBox="1"/>
          <p:nvPr/>
        </p:nvSpPr>
        <p:spPr>
          <a:xfrm>
            <a:off x="1313939" y="1919165"/>
            <a:ext cx="6475413" cy="829945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篇   机械设计总论</a:t>
            </a:r>
          </a:p>
        </p:txBody>
      </p:sp>
      <p:grpSp>
        <p:nvGrpSpPr>
          <p:cNvPr id="6153" name="组合 1"/>
          <p:cNvGrpSpPr/>
          <p:nvPr/>
        </p:nvGrpSpPr>
        <p:grpSpPr>
          <a:xfrm>
            <a:off x="6072188" y="5896293"/>
            <a:ext cx="2630487" cy="827087"/>
            <a:chOff x="10088" y="9497"/>
            <a:chExt cx="4141" cy="1302"/>
          </a:xfrm>
        </p:grpSpPr>
        <p:sp>
          <p:nvSpPr>
            <p:cNvPr id="6154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6155" name="图片 1073742872" descr="44303071dc0a1f9688d599dbc999570副本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" name="文本框 5"/>
          <p:cNvSpPr txBox="1"/>
          <p:nvPr/>
        </p:nvSpPr>
        <p:spPr>
          <a:xfrm>
            <a:off x="1314574" y="3161225"/>
            <a:ext cx="6475413" cy="829945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篇   设计一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05049" y="4434400"/>
            <a:ext cx="6475413" cy="829945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篇   设计二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1010" y="264160"/>
            <a:ext cx="4979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>
                <a:solidFill>
                  <a:schemeClr val="accent2">
                    <a:lumMod val="50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机械设计</a:t>
            </a:r>
          </a:p>
        </p:txBody>
      </p:sp>
      <p:sp>
        <p:nvSpPr>
          <p:cNvPr id="9" name="矩形 8"/>
          <p:cNvSpPr/>
          <p:nvPr/>
        </p:nvSpPr>
        <p:spPr>
          <a:xfrm>
            <a:off x="28575" y="861695"/>
            <a:ext cx="9126855" cy="76200"/>
          </a:xfrm>
          <a:prstGeom prst="rect">
            <a:avLst/>
          </a:prstGeom>
          <a:solidFill>
            <a:srgbClr val="C0000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 bldLvl="0" animBg="1"/>
      <p:bldP spid="6" grpId="0" bldLvl="0" animBg="1"/>
      <p:bldP spid="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文本框 293889"/>
          <p:cNvSpPr txBox="1"/>
          <p:nvPr/>
        </p:nvSpPr>
        <p:spPr>
          <a:xfrm>
            <a:off x="1333624" y="523435"/>
            <a:ext cx="6475413" cy="829945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篇   机械设计总论</a:t>
            </a:r>
          </a:p>
        </p:txBody>
      </p:sp>
      <p:sp>
        <p:nvSpPr>
          <p:cNvPr id="293891" name="文本框 293890">
            <a:hlinkClick r:id="" action="ppaction://hlinkshowjump?jump=nextslide"/>
          </p:cNvPr>
          <p:cNvSpPr txBox="1"/>
          <p:nvPr/>
        </p:nvSpPr>
        <p:spPr>
          <a:xfrm>
            <a:off x="562069" y="1758485"/>
            <a:ext cx="8019239" cy="58356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1.1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章 绪论</a:t>
            </a:r>
          </a:p>
        </p:txBody>
      </p:sp>
      <p:grpSp>
        <p:nvGrpSpPr>
          <p:cNvPr id="6153" name="组合 1"/>
          <p:cNvGrpSpPr/>
          <p:nvPr/>
        </p:nvGrpSpPr>
        <p:grpSpPr>
          <a:xfrm>
            <a:off x="6072188" y="5896293"/>
            <a:ext cx="2630487" cy="827087"/>
            <a:chOff x="10088" y="9497"/>
            <a:chExt cx="4141" cy="1302"/>
          </a:xfrm>
        </p:grpSpPr>
        <p:sp>
          <p:nvSpPr>
            <p:cNvPr id="6154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6155" name="图片 1073742872" descr="44303071dc0a1f9688d599dbc999570副本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文本框 1">
            <a:hlinkClick r:id="" action="ppaction://hlinkshowjump?jump=nextslide"/>
          </p:cNvPr>
          <p:cNvSpPr txBox="1"/>
          <p:nvPr/>
        </p:nvSpPr>
        <p:spPr>
          <a:xfrm>
            <a:off x="562069" y="2634785"/>
            <a:ext cx="8019239" cy="58356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1.2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章 机械设计概论</a:t>
            </a:r>
          </a:p>
        </p:txBody>
      </p:sp>
      <p:sp>
        <p:nvSpPr>
          <p:cNvPr id="3" name="文本框 2">
            <a:hlinkClick r:id="" action="ppaction://hlinkshowjump?jump=nextslide"/>
          </p:cNvPr>
          <p:cNvSpPr txBox="1"/>
          <p:nvPr/>
        </p:nvSpPr>
        <p:spPr>
          <a:xfrm>
            <a:off x="562069" y="3506005"/>
            <a:ext cx="8019239" cy="58356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1.3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章 机械零件的强度</a:t>
            </a:r>
            <a:endParaRPr lang="en-US" altLang="zh-CN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文本框 3">
            <a:hlinkClick r:id="" action="ppaction://hlinkshowjump?jump=nextslide"/>
          </p:cNvPr>
          <p:cNvSpPr txBox="1"/>
          <p:nvPr/>
        </p:nvSpPr>
        <p:spPr>
          <a:xfrm>
            <a:off x="562069" y="4323885"/>
            <a:ext cx="8019239" cy="58356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1.4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章 机械系统概述</a:t>
            </a:r>
            <a:endParaRPr lang="en-US" altLang="zh-CN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文本框 4">
            <a:hlinkClick r:id="" action="ppaction://hlinkshowjump?jump=nextslide"/>
          </p:cNvPr>
          <p:cNvSpPr txBox="1"/>
          <p:nvPr/>
        </p:nvSpPr>
        <p:spPr>
          <a:xfrm>
            <a:off x="563339" y="5110650"/>
            <a:ext cx="8019239" cy="58356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1.5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章 </a:t>
            </a:r>
            <a:r>
              <a:rPr 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摩擦、磨损与润滑概述</a:t>
            </a:r>
          </a:p>
        </p:txBody>
      </p:sp>
    </p:spTree>
  </p:cSld>
  <p:clrMapOvr>
    <a:masterClrMapping/>
  </p:clrMapOvr>
  <p:transition spd="med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 bldLvl="0" animBg="1"/>
      <p:bldP spid="293891" grpId="0" bldLvl="0" animBg="1"/>
      <p:bldP spid="2" grpId="0" bldLvl="0" animBg="1"/>
      <p:bldP spid="3" grpId="0" bldLvl="0" animBg="1"/>
      <p:bldP spid="4" grpId="0" bldLvl="0" animBg="1"/>
      <p:bldP spid="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文本框 293889"/>
          <p:cNvSpPr txBox="1"/>
          <p:nvPr/>
        </p:nvSpPr>
        <p:spPr>
          <a:xfrm>
            <a:off x="1301239" y="1074615"/>
            <a:ext cx="6475413" cy="829945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1.1</a:t>
            </a:r>
            <a:r>
              <a:rPr lang="zh-CN" altLang="en-US" sz="480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章   绪   论</a:t>
            </a:r>
          </a:p>
        </p:txBody>
      </p:sp>
      <p:sp>
        <p:nvSpPr>
          <p:cNvPr id="293891" name="文本框 293890">
            <a:hlinkClick r:id="" action="ppaction://hlinkshowjump?jump=nextslide"/>
          </p:cNvPr>
          <p:cNvSpPr txBox="1"/>
          <p:nvPr/>
        </p:nvSpPr>
        <p:spPr>
          <a:xfrm>
            <a:off x="663034" y="2648120"/>
            <a:ext cx="8019239" cy="58356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2" charset="-122"/>
              </a:rPr>
              <a:t>1.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1.1  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机械与机械设计的起源与作用</a:t>
            </a:r>
          </a:p>
        </p:txBody>
      </p:sp>
      <p:sp>
        <p:nvSpPr>
          <p:cNvPr id="293892" name="文本框 293891">
            <a:hlinkClick r:id="" action="ppaction://noaction"/>
          </p:cNvPr>
          <p:cNvSpPr txBox="1"/>
          <p:nvPr/>
        </p:nvSpPr>
        <p:spPr>
          <a:xfrm>
            <a:off x="617220" y="3896360"/>
            <a:ext cx="8085455" cy="58356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9525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1.1.2  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本课程的内容、性质与任务</a:t>
            </a:r>
          </a:p>
        </p:txBody>
      </p:sp>
      <p:grpSp>
        <p:nvGrpSpPr>
          <p:cNvPr id="6153" name="组合 1"/>
          <p:cNvGrpSpPr/>
          <p:nvPr/>
        </p:nvGrpSpPr>
        <p:grpSpPr>
          <a:xfrm>
            <a:off x="6072188" y="5896293"/>
            <a:ext cx="2630487" cy="827087"/>
            <a:chOff x="10088" y="9497"/>
            <a:chExt cx="4141" cy="1302"/>
          </a:xfrm>
        </p:grpSpPr>
        <p:sp>
          <p:nvSpPr>
            <p:cNvPr id="6154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6155" name="图片 1073742872" descr="44303071dc0a1f9688d599dbc999570副本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 spd="med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 animBg="1"/>
      <p:bldP spid="293891" grpId="0" bldLvl="0" animBg="1"/>
      <p:bldP spid="29389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3" name="组合 1"/>
          <p:cNvGrpSpPr/>
          <p:nvPr/>
        </p:nvGrpSpPr>
        <p:grpSpPr>
          <a:xfrm>
            <a:off x="6072188" y="5896293"/>
            <a:ext cx="2630487" cy="827087"/>
            <a:chOff x="10088" y="9497"/>
            <a:chExt cx="4141" cy="1302"/>
          </a:xfrm>
        </p:grpSpPr>
        <p:sp>
          <p:nvSpPr>
            <p:cNvPr id="6154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6155" name="图片 1073742872" descr="44303071dc0a1f9688d599dbc999570副本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4341" name="Text Box 9"/>
          <p:cNvSpPr txBox="1"/>
          <p:nvPr/>
        </p:nvSpPr>
        <p:spPr>
          <a:xfrm>
            <a:off x="3289771" y="3504778"/>
            <a:ext cx="3023870" cy="1863090"/>
          </a:xfrm>
          <a:prstGeom prst="rect">
            <a:avLst/>
          </a:prstGeom>
          <a:gradFill>
            <a:gsLst>
              <a:gs pos="66000">
                <a:srgbClr val="FBFB11"/>
              </a:gs>
              <a:gs pos="100000">
                <a:srgbClr val="FFC000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为什么学？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学什么？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怎么学？</a:t>
            </a:r>
          </a:p>
        </p:txBody>
      </p:sp>
      <p:sp>
        <p:nvSpPr>
          <p:cNvPr id="2" name="爆炸形 1 1"/>
          <p:cNvSpPr/>
          <p:nvPr/>
        </p:nvSpPr>
        <p:spPr>
          <a:xfrm>
            <a:off x="1460373" y="3058209"/>
            <a:ext cx="1737360" cy="1014095"/>
          </a:xfrm>
          <a:prstGeom prst="irregularSeal1">
            <a:avLst/>
          </a:prstGeom>
          <a:gradFill>
            <a:gsLst>
              <a:gs pos="0">
                <a:srgbClr val="FECF40"/>
              </a:gs>
              <a:gs pos="100000">
                <a:srgbClr val="C00000"/>
              </a:gs>
            </a:gsLst>
            <a:lin ang="27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重点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81495" y="883807"/>
            <a:ext cx="5866645" cy="1437640"/>
          </a:xfrm>
          <a:prstGeom prst="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机械、机械设计的概念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ts val="3500"/>
              </a:lnSpc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机械的发展与作用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ts val="3500"/>
              </a:lnSpc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机械设计课程的内容、性质和任务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60985" y="1044575"/>
            <a:ext cx="1700530" cy="953135"/>
          </a:xfrm>
          <a:prstGeom prst="rect">
            <a:avLst/>
          </a:prstGeom>
          <a:gradFill flip="none" rotWithShape="1">
            <a:gsLst>
              <a:gs pos="0">
                <a:srgbClr val="FF9900">
                  <a:tint val="66000"/>
                  <a:satMod val="160000"/>
                </a:srgbClr>
              </a:gs>
              <a:gs pos="50000">
                <a:srgbClr val="FF9900">
                  <a:tint val="44500"/>
                  <a:satMod val="160000"/>
                </a:srgbClr>
              </a:gs>
              <a:gs pos="100000">
                <a:srgbClr val="FF9900">
                  <a:tint val="23500"/>
                  <a:satMod val="160000"/>
                </a:srgbClr>
              </a:gs>
            </a:gsLst>
            <a:lin ang="2700000" scaled="1"/>
            <a:tileRect/>
          </a:gra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本章主要内容</a:t>
            </a:r>
          </a:p>
        </p:txBody>
      </p:sp>
    </p:spTree>
  </p:cSld>
  <p:clrMapOvr>
    <a:masterClrMapping/>
  </p:clrMapOvr>
  <p:transition spd="med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bldLvl="0" animBg="1"/>
      <p:bldP spid="2" grpId="0" bldLvl="0" animBg="1"/>
      <p:bldP spid="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166" y="995110"/>
            <a:ext cx="6201295" cy="593725"/>
          </a:xfrm>
        </p:spPr>
        <p:txBody>
          <a:bodyPr/>
          <a:lstStyle/>
          <a:p>
            <a:pPr fontAlgn="ctr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一、机器定义</a:t>
            </a:r>
          </a:p>
          <a:p>
            <a:pPr eaLnBrk="1" hangingPunct="1">
              <a:lnSpc>
                <a:spcPct val="80000"/>
              </a:lnSpc>
            </a:pPr>
            <a:endParaRPr lang="en-US" altLang="zh-CN" sz="1600" dirty="0"/>
          </a:p>
        </p:txBody>
      </p:sp>
      <p:sp>
        <p:nvSpPr>
          <p:cNvPr id="15" name="文本框 14">
            <a:hlinkClick r:id="" action="ppaction://hlinkshowjump?jump=nextslide"/>
          </p:cNvPr>
          <p:cNvSpPr txBox="1"/>
          <p:nvPr/>
        </p:nvSpPr>
        <p:spPr>
          <a:xfrm>
            <a:off x="0" y="160579"/>
            <a:ext cx="9144000" cy="645160"/>
          </a:xfrm>
          <a:prstGeom prst="rect">
            <a:avLst/>
          </a:prstGeom>
          <a:gradFill flip="none" rotWithShape="1">
            <a:gsLst>
              <a:gs pos="0">
                <a:srgbClr val="FF6600">
                  <a:tint val="66000"/>
                  <a:satMod val="160000"/>
                </a:srgbClr>
              </a:gs>
              <a:gs pos="50000">
                <a:srgbClr val="FF6600">
                  <a:tint val="44500"/>
                  <a:satMod val="160000"/>
                </a:srgbClr>
              </a:gs>
              <a:gs pos="100000">
                <a:srgbClr val="FF660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1.1.1  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机械与机械设计的起源与作用</a:t>
            </a:r>
          </a:p>
        </p:txBody>
      </p:sp>
      <p:grpSp>
        <p:nvGrpSpPr>
          <p:cNvPr id="16" name="组合 1"/>
          <p:cNvGrpSpPr/>
          <p:nvPr/>
        </p:nvGrpSpPr>
        <p:grpSpPr>
          <a:xfrm>
            <a:off x="6383687" y="6040961"/>
            <a:ext cx="2630487" cy="827087"/>
            <a:chOff x="10088" y="9497"/>
            <a:chExt cx="4141" cy="1302"/>
          </a:xfrm>
        </p:grpSpPr>
        <p:sp>
          <p:nvSpPr>
            <p:cNvPr id="17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8" name="图片 1073742872" descr="44303071dc0a1f9688d599dbc999570副本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圆角矩形 2"/>
          <p:cNvSpPr/>
          <p:nvPr/>
        </p:nvSpPr>
        <p:spPr>
          <a:xfrm>
            <a:off x="673239" y="1446964"/>
            <a:ext cx="7797522" cy="122589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0"/>
              </a:spcAft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机器是用来代替人们体力和脑力劳动的工具，通过将能量、物料和信息等进行传递或转换来为人类做各种有用功。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7" name="Picture 7" descr="wjj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42" y="4701586"/>
            <a:ext cx="151288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12" descr="1220370_182835099_2"/>
          <p:cNvPicPr>
            <a:picLocks noChangeAspect="1" noChangeArrowheads="1"/>
          </p:cNvPicPr>
          <p:nvPr/>
        </p:nvPicPr>
        <p:blipFill>
          <a:blip r:embed="rId5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32" t="54927" r="14568"/>
          <a:stretch>
            <a:fillRect/>
          </a:stretch>
        </p:blipFill>
        <p:spPr bwMode="auto">
          <a:xfrm>
            <a:off x="5380065" y="2811153"/>
            <a:ext cx="1669789" cy="142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13" descr="6"/>
          <p:cNvPicPr>
            <a:picLocks noChangeAspect="1" noChangeArrowheads="1"/>
          </p:cNvPicPr>
          <p:nvPr/>
        </p:nvPicPr>
        <p:blipFill>
          <a:blip r:embed="rId6" cstate="print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" t="10484" r="9843" b="24071"/>
          <a:stretch>
            <a:fillRect/>
          </a:stretch>
        </p:blipFill>
        <p:spPr bwMode="auto">
          <a:xfrm>
            <a:off x="2088979" y="4786246"/>
            <a:ext cx="1512887" cy="118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11" descr="u=65361654,3292865300&amp;fm=52&amp;gp=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815" y="2753960"/>
            <a:ext cx="2023765" cy="164949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475" y="4419100"/>
            <a:ext cx="2665413" cy="170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8934" y="4485835"/>
            <a:ext cx="2496411" cy="166355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" name="图片 99"/>
          <p:cNvPicPr/>
          <p:nvPr/>
        </p:nvPicPr>
        <p:blipFill>
          <a:blip r:embed="rId10"/>
          <a:stretch>
            <a:fillRect/>
          </a:stretch>
        </p:blipFill>
        <p:spPr>
          <a:xfrm>
            <a:off x="254000" y="2811145"/>
            <a:ext cx="2480945" cy="16078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11"/>
          <a:stretch>
            <a:fillRect/>
          </a:stretch>
        </p:blipFill>
        <p:spPr>
          <a:xfrm>
            <a:off x="2780665" y="2934970"/>
            <a:ext cx="2553970" cy="1176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  <p:bldP spid="15" grpId="0" bldLvl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1165" y="471329"/>
            <a:ext cx="76882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机器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具有相同的基本特征：</a:t>
            </a:r>
          </a:p>
        </p:txBody>
      </p:sp>
      <p:sp>
        <p:nvSpPr>
          <p:cNvPr id="9" name="矩形 8"/>
          <p:cNvSpPr/>
          <p:nvPr/>
        </p:nvSpPr>
        <p:spPr>
          <a:xfrm>
            <a:off x="1318532" y="833908"/>
            <a:ext cx="4389438" cy="570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①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人造的实物组合体；</a:t>
            </a:r>
          </a:p>
        </p:txBody>
      </p:sp>
      <p:sp>
        <p:nvSpPr>
          <p:cNvPr id="10" name="矩形 9"/>
          <p:cNvSpPr/>
          <p:nvPr/>
        </p:nvSpPr>
        <p:spPr>
          <a:xfrm>
            <a:off x="1324341" y="1445620"/>
            <a:ext cx="5472112" cy="570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②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各部分有确定的相对运动；</a:t>
            </a:r>
          </a:p>
        </p:txBody>
      </p:sp>
      <p:sp>
        <p:nvSpPr>
          <p:cNvPr id="11" name="矩形 10"/>
          <p:cNvSpPr/>
          <p:nvPr/>
        </p:nvSpPr>
        <p:spPr>
          <a:xfrm>
            <a:off x="1296007" y="2150934"/>
            <a:ext cx="7686675" cy="570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③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代替或减轻人类劳动完成有用功或实现能量的转换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558849" y="4123628"/>
            <a:ext cx="8585151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fontAlgn="ctr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/>
                </a:solidFill>
              </a:rPr>
              <a:t>机械的作用：改善劳动条件、提高生产效率、提高产品质量</a:t>
            </a:r>
          </a:p>
        </p:txBody>
      </p:sp>
      <p:sp>
        <p:nvSpPr>
          <p:cNvPr id="13" name="Text Box 8"/>
          <p:cNvSpPr txBox="1"/>
          <p:nvPr/>
        </p:nvSpPr>
        <p:spPr>
          <a:xfrm>
            <a:off x="2090816" y="4677105"/>
            <a:ext cx="175514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spcAft>
                <a:spcPts val="0"/>
              </a:spcAft>
            </a:pPr>
            <a:r>
              <a:rPr lang="zh-CN" altLang="en-US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机械化</a:t>
            </a:r>
          </a:p>
        </p:txBody>
      </p:sp>
      <p:sp>
        <p:nvSpPr>
          <p:cNvPr id="14" name="Text Box 9"/>
          <p:cNvSpPr txBox="1"/>
          <p:nvPr/>
        </p:nvSpPr>
        <p:spPr>
          <a:xfrm>
            <a:off x="2045731" y="5483238"/>
            <a:ext cx="18002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Aft>
                <a:spcPts val="0"/>
              </a:spcAft>
            </a:pPr>
            <a:r>
              <a:rPr lang="zh-CN" altLang="en-US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自动化</a:t>
            </a:r>
          </a:p>
        </p:txBody>
      </p:sp>
      <p:sp>
        <p:nvSpPr>
          <p:cNvPr id="15" name="AutoShape 10"/>
          <p:cNvSpPr/>
          <p:nvPr/>
        </p:nvSpPr>
        <p:spPr>
          <a:xfrm>
            <a:off x="2280364" y="4864113"/>
            <a:ext cx="76200" cy="914400"/>
          </a:xfrm>
          <a:prstGeom prst="leftBrace">
            <a:avLst>
              <a:gd name="adj1" fmla="val 10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" name="Text Box 11"/>
          <p:cNvSpPr txBox="1"/>
          <p:nvPr/>
        </p:nvSpPr>
        <p:spPr>
          <a:xfrm>
            <a:off x="3680833" y="5022699"/>
            <a:ext cx="43195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Aft>
                <a:spcPts val="0"/>
              </a:spcAft>
            </a:pPr>
            <a:r>
              <a:rPr lang="zh-CN" altLang="en-US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国家工业化水平的标志。</a:t>
            </a:r>
            <a:endParaRPr lang="en-US" altLang="zh-CN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" name="AutoShape 12"/>
          <p:cNvSpPr/>
          <p:nvPr/>
        </p:nvSpPr>
        <p:spPr>
          <a:xfrm>
            <a:off x="3666251" y="4864113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" name="Text Box 7"/>
          <p:cNvSpPr txBox="1"/>
          <p:nvPr/>
        </p:nvSpPr>
        <p:spPr>
          <a:xfrm>
            <a:off x="-404012" y="4968142"/>
            <a:ext cx="34655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Aft>
                <a:spcPts val="0"/>
              </a:spcAft>
            </a:pPr>
            <a:r>
              <a:rPr lang="zh-CN" altLang="en-US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社会生产力</a:t>
            </a:r>
          </a:p>
        </p:txBody>
      </p:sp>
      <p:grpSp>
        <p:nvGrpSpPr>
          <p:cNvPr id="19" name="组合 1"/>
          <p:cNvGrpSpPr/>
          <p:nvPr/>
        </p:nvGrpSpPr>
        <p:grpSpPr>
          <a:xfrm>
            <a:off x="6383687" y="6040961"/>
            <a:ext cx="2630487" cy="827087"/>
            <a:chOff x="10088" y="9497"/>
            <a:chExt cx="4141" cy="1302"/>
          </a:xfrm>
        </p:grpSpPr>
        <p:sp>
          <p:nvSpPr>
            <p:cNvPr id="20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21" name="图片 1073742872" descr="44303071dc0a1f9688d599dbc999570副本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文本框 1"/>
          <p:cNvSpPr txBox="1"/>
          <p:nvPr/>
        </p:nvSpPr>
        <p:spPr>
          <a:xfrm>
            <a:off x="5920105" y="904240"/>
            <a:ext cx="2060575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hlinkClick r:id="rId4" action="ppaction://hlinkfile"/>
              </a:rPr>
              <a:t>内燃机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1490" y="291338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机械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: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：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593850" y="2780665"/>
            <a:ext cx="3247390" cy="8096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机器与机构的总称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bldLvl="0" animBg="1"/>
      <p:bldP spid="16" grpId="0"/>
      <p:bldP spid="17" grpId="0" bldLvl="0" animBg="1"/>
      <p:bldP spid="18" grpId="0"/>
      <p:bldP spid="2" grpId="0"/>
      <p:bldP spid="4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文本框 293890">
            <a:hlinkClick r:id="" action="ppaction://hlinkshowjump?jump=nextslide"/>
          </p:cNvPr>
          <p:cNvSpPr txBox="1"/>
          <p:nvPr/>
        </p:nvSpPr>
        <p:spPr>
          <a:xfrm>
            <a:off x="0" y="223954"/>
            <a:ext cx="9144000" cy="645160"/>
          </a:xfrm>
          <a:prstGeom prst="rect">
            <a:avLst/>
          </a:prstGeom>
          <a:gradFill flip="none" rotWithShape="1">
            <a:gsLst>
              <a:gs pos="0">
                <a:srgbClr val="FF6600">
                  <a:tint val="66000"/>
                  <a:satMod val="160000"/>
                </a:srgbClr>
              </a:gs>
              <a:gs pos="50000">
                <a:srgbClr val="FF6600">
                  <a:tint val="44500"/>
                  <a:satMod val="160000"/>
                </a:srgbClr>
              </a:gs>
              <a:gs pos="100000">
                <a:srgbClr val="FF660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1.1-1  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机械与机械设计在社会发展中的作用</a:t>
            </a:r>
          </a:p>
        </p:txBody>
      </p:sp>
      <p:grpSp>
        <p:nvGrpSpPr>
          <p:cNvPr id="12" name="组合 1"/>
          <p:cNvGrpSpPr/>
          <p:nvPr/>
        </p:nvGrpSpPr>
        <p:grpSpPr>
          <a:xfrm>
            <a:off x="6072188" y="5896293"/>
            <a:ext cx="2630487" cy="827087"/>
            <a:chOff x="10088" y="9497"/>
            <a:chExt cx="4141" cy="1302"/>
          </a:xfrm>
        </p:grpSpPr>
        <p:sp>
          <p:nvSpPr>
            <p:cNvPr id="13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4" name="图片 1073742872" descr="44303071dc0a1f9688d599dbc999570副本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圆角矩形 1"/>
          <p:cNvSpPr/>
          <p:nvPr/>
        </p:nvSpPr>
        <p:spPr>
          <a:xfrm>
            <a:off x="783771" y="1828800"/>
            <a:ext cx="7656844" cy="304465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从市场的需求出发，通过构思、计划和决策，确定机械产品的功能、原理方案、技术参数和结构等，并把设想变为现实，这样一种技术实践活动的过程，就是机械设计，其目的是要得到一种能达到预定功能要求、性能好、成本低、价值最优、能满足市场功能需求的机械产品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" y="1125416"/>
            <a:ext cx="3798277" cy="52197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二、机械设计的定义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813916" y="5094514"/>
            <a:ext cx="8078875" cy="72348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机械设计是影响机械产品性能、质量、成本和企业经济效益的一项重要工作。</a:t>
            </a:r>
            <a:endParaRPr lang="zh-CN" altLang="en-US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bldLvl="0" animBg="1"/>
      <p:bldP spid="2" grpId="0" animBg="1"/>
      <p:bldP spid="3" grpId="0" bldLvl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/>
          <p:nvPr/>
        </p:nvSpPr>
        <p:spPr>
          <a:xfrm>
            <a:off x="435653" y="2579719"/>
            <a:ext cx="85058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课程的任务：</a:t>
            </a:r>
          </a:p>
        </p:txBody>
      </p:sp>
      <p:sp>
        <p:nvSpPr>
          <p:cNvPr id="33795" name="Text Box 3"/>
          <p:cNvSpPr txBox="1"/>
          <p:nvPr/>
        </p:nvSpPr>
        <p:spPr>
          <a:xfrm>
            <a:off x="267620" y="733767"/>
            <a:ext cx="7772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chemeClr val="accent6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一、课程的性质和任务</a:t>
            </a:r>
          </a:p>
        </p:txBody>
      </p:sp>
      <p:sp>
        <p:nvSpPr>
          <p:cNvPr id="33796" name="Text Box 4"/>
          <p:cNvSpPr txBox="1"/>
          <p:nvPr/>
        </p:nvSpPr>
        <p:spPr>
          <a:xfrm>
            <a:off x="474980" y="3108325"/>
            <a:ext cx="8710295" cy="3192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）培养学生具有正确的机械设计理念和完整的设计思路；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）培养学生掌握机械设计的理论、方法和步骤，具有综合运用所学知识设计完整机器或机构的能力；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）培养学生掌握零部件工作能力设计：强度、刚度等设计计算；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4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）培养学生具有零件结构设计能力：构造、工艺等。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5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）培养学生具有运用手册、规范、标准和查阅相关文献资料的能力；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35187" y="1325203"/>
            <a:ext cx="7358254" cy="1080600"/>
            <a:chOff x="405647" y="1514433"/>
            <a:chExt cx="7358254" cy="1080600"/>
          </a:xfrm>
        </p:grpSpPr>
        <p:sp>
          <p:nvSpPr>
            <p:cNvPr id="33797" name="Text Box 5"/>
            <p:cNvSpPr txBox="1"/>
            <p:nvPr/>
          </p:nvSpPr>
          <p:spPr>
            <a:xfrm>
              <a:off x="405647" y="1514433"/>
              <a:ext cx="7358254" cy="10763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0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课程性质：</a:t>
              </a:r>
              <a:r>
                <a:rPr lang="zh-CN" altLang="en-US" b="1" dirty="0">
                  <a:latin typeface="Times New Roman" panose="02020603050405020304" pitchFamily="18" charset="0"/>
                </a:rPr>
                <a:t>设计性课程（</a:t>
              </a:r>
              <a:r>
                <a:rPr lang="zh-CN" altLang="zh-CN" dirty="0">
                  <a:sym typeface="+mn-ea"/>
                </a:rPr>
                <a:t>以机器或机构设计为核心）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pPr algn="l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                       专业必修课（技术基础课）</a:t>
              </a:r>
            </a:p>
          </p:txBody>
        </p:sp>
        <p:sp>
          <p:nvSpPr>
            <p:cNvPr id="33798" name="AutoShape 6"/>
            <p:cNvSpPr/>
            <p:nvPr/>
          </p:nvSpPr>
          <p:spPr>
            <a:xfrm>
              <a:off x="2139528" y="1680633"/>
              <a:ext cx="76200" cy="914400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34340" y="4487545"/>
            <a:ext cx="8620125" cy="198247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670175" y="2647950"/>
            <a:ext cx="6266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培养学生具有完整机械设计概念和设计能力</a:t>
            </a:r>
          </a:p>
        </p:txBody>
      </p:sp>
      <p:sp>
        <p:nvSpPr>
          <p:cNvPr id="293891" name="文本框 293890">
            <a:hlinkClick r:id="" action="ppaction://hlinkshowjump?jump=nextslide"/>
          </p:cNvPr>
          <p:cNvSpPr txBox="1"/>
          <p:nvPr/>
        </p:nvSpPr>
        <p:spPr>
          <a:xfrm>
            <a:off x="58420" y="135689"/>
            <a:ext cx="9144000" cy="645160"/>
          </a:xfrm>
          <a:prstGeom prst="rect">
            <a:avLst/>
          </a:prstGeom>
          <a:gradFill flip="none" rotWithShape="1">
            <a:gsLst>
              <a:gs pos="0">
                <a:srgbClr val="FF6600">
                  <a:tint val="66000"/>
                  <a:satMod val="160000"/>
                </a:srgbClr>
              </a:gs>
              <a:gs pos="50000">
                <a:srgbClr val="FF6600">
                  <a:tint val="44500"/>
                  <a:satMod val="160000"/>
                </a:srgbClr>
              </a:gs>
              <a:gs pos="100000">
                <a:srgbClr val="FF6600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1.1.2 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机械设计课程的内容、性质和任务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5" grpId="0"/>
      <p:bldP spid="33796" grpId="0"/>
      <p:bldP spid="2" grpId="0" bldLvl="0" animBg="1"/>
      <p:bldP spid="4" grpId="0"/>
      <p:bldP spid="29389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Grp="1"/>
          </p:cNvSpPr>
          <p:nvPr>
            <p:ph type="body" idx="4294967295"/>
          </p:nvPr>
        </p:nvSpPr>
        <p:spPr>
          <a:xfrm>
            <a:off x="203368" y="351790"/>
            <a:ext cx="7772400" cy="6281737"/>
          </a:xfrm>
        </p:spPr>
        <p:txBody>
          <a:bodyPr vert="horz" wrap="square" anchor="t"/>
          <a:lstStyle/>
          <a:p>
            <a:pPr marL="762000" indent="-762000" eaLnBrk="1" hangingPunct="1">
              <a:spcAft>
                <a:spcPts val="0"/>
              </a:spcAft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二、课程的主要内容</a:t>
            </a:r>
          </a:p>
          <a:p>
            <a:pPr marL="762000" indent="-762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/>
              <a:t>         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（机械设计理论、设计方法和设计步骤）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762000" indent="-762000" eaLnBrk="1" hangingPunct="1">
              <a:lnSpc>
                <a:spcPct val="120000"/>
              </a:lnSpc>
              <a:spcBef>
                <a:spcPts val="20"/>
              </a:spcBef>
              <a:buNone/>
            </a:pPr>
            <a:endParaRPr lang="zh-CN" altLang="en-US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265" name="Text Box 38"/>
          <p:cNvSpPr txBox="1"/>
          <p:nvPr/>
        </p:nvSpPr>
        <p:spPr>
          <a:xfrm>
            <a:off x="-45085" y="1664970"/>
            <a:ext cx="8759190" cy="49129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762000" indent="-762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en-US" altLang="zh-CN" sz="20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传动部分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—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带传动、链传动、齿轮传动、蜗杆传动以及螺旋传动等；</a:t>
            </a:r>
          </a:p>
          <a:p>
            <a:pPr marL="762000" indent="-762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连接部分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螺纹连接，键、花键及无键连接，销钉连接，铆接、焊接、胶接与过盈配合连接等；</a:t>
            </a:r>
          </a:p>
          <a:p>
            <a:pPr marL="762000" indent="-762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轴系部分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滑动轴承、滚动轴承、联轴器与离合器以及轴等；</a:t>
            </a:r>
          </a:p>
          <a:p>
            <a:pPr marL="762000" indent="-762000" algn="l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其他部分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弹簧、机座与箱体、减速器等；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0C30686-A41C-4BC0-8693-58FE245486BB}"/>
                  </a:ext>
                </a:extLst>
              </p14:cNvPr>
              <p14:cNvContentPartPr/>
              <p14:nvPr/>
            </p14:nvContentPartPr>
            <p14:xfrm>
              <a:off x="2275560" y="6339720"/>
              <a:ext cx="360" cy="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0C30686-A41C-4BC0-8693-58FE245486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66920" y="63307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F72A2731-6865-464D-AB01-1BDB7F26EF56}"/>
                  </a:ext>
                </a:extLst>
              </p14:cNvPr>
              <p14:cNvContentPartPr/>
              <p14:nvPr/>
            </p14:nvContentPartPr>
            <p14:xfrm>
              <a:off x="1437120" y="6187080"/>
              <a:ext cx="360" cy="3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F72A2731-6865-464D-AB01-1BDB7F26EF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8480" y="61784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4FA8A96-719F-4C42-9786-CEFBB274C82E}"/>
                  </a:ext>
                </a:extLst>
              </p14:cNvPr>
              <p14:cNvContentPartPr/>
              <p14:nvPr/>
            </p14:nvContentPartPr>
            <p14:xfrm>
              <a:off x="1986120" y="5643840"/>
              <a:ext cx="360" cy="3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4FA8A96-719F-4C42-9786-CEFBB274C8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7120" y="563484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1026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5131435"/>
            <a:ext cx="2625725" cy="1076325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机械设计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中国矿业大学（北京）</a:t>
            </a:r>
          </a:p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张文忠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000" b="1" dirty="0"/>
              <a:t>编著</a:t>
            </a:r>
          </a:p>
        </p:txBody>
      </p:sp>
      <p:pic>
        <p:nvPicPr>
          <p:cNvPr id="7" name="图片 6" descr="微信图片_202108271703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8745" y="1345565"/>
            <a:ext cx="2458085" cy="3571240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3168015" y="2051050"/>
            <a:ext cx="1472565" cy="7562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第</a:t>
            </a:r>
            <a:r>
              <a:rPr lang="en-US" altLang="zh-CN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篇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ctr">
              <a:spcBef>
                <a:spcPts val="0"/>
              </a:spcBef>
            </a:pP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设计一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145790" y="3637280"/>
            <a:ext cx="1403350" cy="75628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第</a:t>
            </a:r>
            <a:r>
              <a:rPr lang="en-US" altLang="zh-CN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</a:t>
            </a: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篇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ctr">
              <a:spcBef>
                <a:spcPts val="0"/>
              </a:spcBef>
            </a:pP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设计二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148965" y="340995"/>
            <a:ext cx="1483360" cy="122428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第</a:t>
            </a:r>
            <a:r>
              <a:rPr lang="en-US" altLang="zh-CN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篇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algn="ctr">
              <a:spcBef>
                <a:spcPts val="0"/>
              </a:spcBef>
            </a:pP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机械设计总论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008245" y="1887220"/>
            <a:ext cx="1435100" cy="4000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螺纹连接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008245" y="2424430"/>
            <a:ext cx="1435100" cy="46926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螺旋传动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951730" y="3101340"/>
            <a:ext cx="1328420" cy="407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带传动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34585" y="3637280"/>
            <a:ext cx="1358900" cy="38354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链传动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933315" y="4148455"/>
            <a:ext cx="1383665" cy="41783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齿轮传动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934585" y="5331460"/>
            <a:ext cx="1270635" cy="67691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轴系零、部件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739890" y="3488055"/>
            <a:ext cx="1860550" cy="407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圆柱齿轮传动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749415" y="3966210"/>
            <a:ext cx="1851660" cy="407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圆锥齿轮传动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739890" y="4458970"/>
            <a:ext cx="1861185" cy="407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蜗轮蜗杆传动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732905" y="5055235"/>
            <a:ext cx="1861185" cy="407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轴毂连接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732905" y="5484495"/>
            <a:ext cx="1861185" cy="407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轴承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710680" y="5933440"/>
            <a:ext cx="1861185" cy="407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轴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587625" y="1066800"/>
            <a:ext cx="580390" cy="2999105"/>
            <a:chOff x="4526" y="1672"/>
            <a:chExt cx="914" cy="4723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4934" y="1677"/>
              <a:ext cx="47" cy="47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903" y="1672"/>
              <a:ext cx="486" cy="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endCxn id="2" idx="1"/>
            </p:cNvCxnSpPr>
            <p:nvPr/>
          </p:nvCxnSpPr>
          <p:spPr>
            <a:xfrm flipV="1">
              <a:off x="4986" y="3818"/>
              <a:ext cx="454" cy="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981" y="6380"/>
              <a:ext cx="408" cy="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4526" y="4549"/>
              <a:ext cx="408" cy="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4640580" y="2045335"/>
            <a:ext cx="397510" cy="657225"/>
            <a:chOff x="7697" y="3244"/>
            <a:chExt cx="626" cy="1035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8005" y="3244"/>
              <a:ext cx="0" cy="103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7697" y="3826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005" y="3279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026" y="4279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4551680" y="3269615"/>
            <a:ext cx="389890" cy="2448560"/>
            <a:chOff x="7615" y="5110"/>
            <a:chExt cx="614" cy="3856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7895" y="5110"/>
              <a:ext cx="17" cy="38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7615" y="6411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7895" y="6038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7933" y="6872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7895" y="8966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7895" y="5110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3" name="组合 52"/>
          <p:cNvGrpSpPr/>
          <p:nvPr/>
        </p:nvGrpSpPr>
        <p:grpSpPr>
          <a:xfrm>
            <a:off x="6292215" y="3709035"/>
            <a:ext cx="447040" cy="1053465"/>
            <a:chOff x="10360" y="5833"/>
            <a:chExt cx="704" cy="1659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10728" y="5846"/>
              <a:ext cx="14" cy="16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V="1">
              <a:off x="10360" y="6872"/>
              <a:ext cx="367" cy="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V="1">
              <a:off x="10705" y="5833"/>
              <a:ext cx="334" cy="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10768" y="6606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10742" y="7492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61" name="圆角矩形 60"/>
          <p:cNvSpPr/>
          <p:nvPr/>
        </p:nvSpPr>
        <p:spPr>
          <a:xfrm>
            <a:off x="6710680" y="6370955"/>
            <a:ext cx="1861185" cy="4070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联轴器离合器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191885" y="5259070"/>
            <a:ext cx="541020" cy="1323340"/>
            <a:chOff x="10207" y="8238"/>
            <a:chExt cx="852" cy="2084"/>
          </a:xfrm>
        </p:grpSpPr>
        <p:cxnSp>
          <p:nvCxnSpPr>
            <p:cNvPr id="55" name="直接连接符 54"/>
            <p:cNvCxnSpPr/>
            <p:nvPr/>
          </p:nvCxnSpPr>
          <p:spPr>
            <a:xfrm flipH="1">
              <a:off x="10588" y="8239"/>
              <a:ext cx="10" cy="20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10207" y="8848"/>
              <a:ext cx="367" cy="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endCxn id="18" idx="1"/>
            </p:cNvCxnSpPr>
            <p:nvPr/>
          </p:nvCxnSpPr>
          <p:spPr>
            <a:xfrm flipV="1">
              <a:off x="10629" y="8238"/>
              <a:ext cx="430" cy="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10584" y="8966"/>
              <a:ext cx="3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10589" y="9621"/>
              <a:ext cx="43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10552" y="10321"/>
              <a:ext cx="452" cy="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64" name="圆角矩形 63"/>
          <p:cNvSpPr/>
          <p:nvPr/>
        </p:nvSpPr>
        <p:spPr>
          <a:xfrm>
            <a:off x="5086350" y="75565"/>
            <a:ext cx="2300605" cy="40005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机械设计概论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5086350" y="535305"/>
            <a:ext cx="2299970" cy="40005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机械零件的强度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5086350" y="995045"/>
            <a:ext cx="2299970" cy="40005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机械系统概论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5076825" y="1395095"/>
            <a:ext cx="2300605" cy="40005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摩擦磨损润滑</a:t>
            </a:r>
            <a:endParaRPr lang="zh-CN" altLang="en-US" sz="2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4665980" y="263525"/>
            <a:ext cx="409575" cy="1423035"/>
            <a:chOff x="7874" y="407"/>
            <a:chExt cx="645" cy="2241"/>
          </a:xfrm>
        </p:grpSpPr>
        <p:cxnSp>
          <p:nvCxnSpPr>
            <p:cNvPr id="69" name="直接连接符 68"/>
            <p:cNvCxnSpPr/>
            <p:nvPr/>
          </p:nvCxnSpPr>
          <p:spPr>
            <a:xfrm>
              <a:off x="8154" y="407"/>
              <a:ext cx="0" cy="22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7874" y="1552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V="1">
              <a:off x="8122" y="1173"/>
              <a:ext cx="397" cy="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8192" y="2013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8154" y="2648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8154" y="426"/>
              <a:ext cx="29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3249295" y="2821305"/>
            <a:ext cx="1480185" cy="398780"/>
          </a:xfrm>
          <a:prstGeom prst="rect">
            <a:avLst/>
          </a:prstGeom>
          <a:solidFill>
            <a:srgbClr val="FF993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</a:rPr>
              <a:t>千斤顶设计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071495" y="4429760"/>
            <a:ext cx="1480185" cy="706755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黑体" panose="02010609060101010101" pitchFamily="2" charset="-122"/>
                <a:ea typeface="黑体" panose="02010609060101010101" pitchFamily="2" charset="-122"/>
              </a:rPr>
              <a:t>板链斗式提升机设计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684010" y="1932940"/>
            <a:ext cx="2129155" cy="922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b="1"/>
              <a:t>千斤顶设计计算说明书</a:t>
            </a:r>
          </a:p>
          <a:p>
            <a:pPr algn="l"/>
            <a:r>
              <a:rPr lang="zh-CN" altLang="en-US" sz="1800" b="1"/>
              <a:t>装配图及零件图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965450" y="5290820"/>
            <a:ext cx="1666875" cy="1198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b="1"/>
              <a:t>传动系统设计计算说明书</a:t>
            </a:r>
          </a:p>
          <a:p>
            <a:pPr algn="l"/>
            <a:r>
              <a:rPr lang="zh-CN" altLang="en-US" sz="1800" b="1"/>
              <a:t>装配图及零件图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2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bldLvl="0" animBg="1"/>
      <p:bldP spid="2" grpId="0" bldLvl="0" animBg="1"/>
      <p:bldP spid="3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19" grpId="0" bldLvl="0" animBg="1"/>
      <p:bldP spid="20" grpId="0" bldLvl="0" animBg="1"/>
      <p:bldP spid="61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4" grpId="0" bldLvl="0" animBg="1"/>
      <p:bldP spid="5" grpId="0" bldLvl="0" animBg="1"/>
      <p:bldP spid="32" grpId="0" bldLvl="0" animBg="1"/>
      <p:bldP spid="3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/>
        </p:nvGraphicFramePr>
        <p:xfrm>
          <a:off x="661480" y="269315"/>
          <a:ext cx="8129116" cy="6320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1" r="15915"/>
          <a:stretch>
            <a:fillRect/>
          </a:stretch>
        </p:blipFill>
        <p:spPr>
          <a:xfrm>
            <a:off x="1303852" y="2176422"/>
            <a:ext cx="1748673" cy="2616071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529393" y="253918"/>
            <a:ext cx="1635993" cy="6400800"/>
          </a:xfrm>
          <a:prstGeom prst="roundRect">
            <a:avLst/>
          </a:prstGeom>
          <a:noFill/>
          <a:ln w="28575">
            <a:solidFill>
              <a:srgbClr val="FF00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5098" y="4854101"/>
            <a:ext cx="3122578" cy="1077218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</a:rPr>
              <a:t>机械设计（第十版）</a:t>
            </a:r>
            <a:endParaRPr lang="en-US" altLang="zh-CN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濮良贵   陈国定  吴立言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000" b="1" dirty="0"/>
              <a:t>主编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230295" y="231901"/>
            <a:ext cx="50355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indent="-762000" algn="l">
              <a:spcBef>
                <a:spcPct val="20000"/>
              </a:spcBef>
              <a:spcAft>
                <a:spcPts val="0"/>
              </a:spcAft>
              <a:buSzPct val="80000"/>
            </a:pPr>
            <a:r>
              <a:rPr lang="zh-CN" altLang="en-US" sz="2800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三、本课程的特点</a:t>
            </a: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126163" y="751014"/>
            <a:ext cx="8822453" cy="3788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l">
              <a:lnSpc>
                <a:spcPct val="120000"/>
              </a:lnSpc>
              <a:spcAft>
                <a:spcPts val="0"/>
              </a:spcAft>
              <a:buSzPct val="80000"/>
              <a:buFontTx/>
              <a:buBlip>
                <a:blip r:embed="rId3"/>
              </a:buBlip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涉及面广</a:t>
            </a:r>
          </a:p>
          <a:p>
            <a:pPr algn="l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</a:rPr>
              <a:t>    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</a:rPr>
              <a:t>关系多</a:t>
            </a:r>
            <a:r>
              <a:rPr lang="zh-CN" altLang="en-US" dirty="0">
                <a:latin typeface="华文中宋" panose="02010600040101010101" pitchFamily="2" charset="-122"/>
              </a:rPr>
              <a:t>─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与诸多先修课关系密切</a:t>
            </a:r>
            <a:r>
              <a:rPr lang="zh-CN" altLang="en-US" sz="2000" b="1" dirty="0">
                <a:latin typeface="华文中宋" panose="020106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</a:rPr>
              <a:t>    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</a:rPr>
              <a:t>要求多</a:t>
            </a:r>
            <a:r>
              <a:rPr lang="zh-CN" altLang="en-US" dirty="0">
                <a:latin typeface="华文中宋" panose="02010600040101010101" pitchFamily="2" charset="-122"/>
              </a:rPr>
              <a:t>─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设计一个机器或零件时，应同时满足强度、刚度、耐磨性、 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		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工艺性等各方面的要求。</a:t>
            </a:r>
          </a:p>
          <a:p>
            <a:pPr algn="l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</a:rPr>
              <a:t>   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</a:rPr>
              <a:t>门类多</a:t>
            </a:r>
            <a:r>
              <a:rPr lang="zh-CN" altLang="en-US" dirty="0">
                <a:latin typeface="华文中宋" panose="02010600040101010101" pitchFamily="2" charset="-122"/>
              </a:rPr>
              <a:t>─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典型的通用零件多、类型多；各类零件，设计方法各有不同。</a:t>
            </a:r>
          </a:p>
          <a:p>
            <a:pPr algn="l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</a:rPr>
              <a:t>    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</a:rPr>
              <a:t>公式多</a:t>
            </a:r>
            <a:r>
              <a:rPr lang="zh-CN" altLang="en-US" dirty="0">
                <a:latin typeface="华文中宋" panose="02010600040101010101" pitchFamily="2" charset="-122"/>
              </a:rPr>
              <a:t>─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除了定义式以外，对于大多数公式着重于公式的应用，不强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		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调公式的推导。</a:t>
            </a:r>
          </a:p>
          <a:p>
            <a:pPr algn="l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</a:rPr>
              <a:t>    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</a:rPr>
              <a:t>图表多</a:t>
            </a:r>
            <a:r>
              <a:rPr lang="zh-CN" altLang="en-US" dirty="0">
                <a:latin typeface="华文中宋" panose="02010600040101010101" pitchFamily="2" charset="-122"/>
              </a:rPr>
              <a:t>─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要求能看懂、会用，了解适用的范围和变化趋势。</a:t>
            </a:r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-257615" y="4503137"/>
            <a:ext cx="8849789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lnSpc>
                <a:spcPct val="120000"/>
              </a:lnSpc>
              <a:spcAft>
                <a:spcPts val="0"/>
              </a:spcAft>
              <a:buSzPct val="80000"/>
              <a:buFontTx/>
              <a:buBlip>
                <a:blip r:embed="rId3"/>
              </a:buBlip>
            </a:pPr>
            <a:r>
              <a:rPr lang="en-US" altLang="zh-CN" dirty="0">
                <a:solidFill>
                  <a:srgbClr val="003399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实践性强</a:t>
            </a:r>
            <a:r>
              <a:rPr lang="zh-CN" altLang="en-US" dirty="0">
                <a:latin typeface="华文中宋" panose="02010600040101010101" pitchFamily="2" charset="-122"/>
              </a:rPr>
              <a:t>─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不仅要读懂书，还要多联系实际，要注重实践性环节</a:t>
            </a:r>
            <a:r>
              <a:rPr lang="zh-CN" altLang="en-US" sz="2000" b="1" dirty="0"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102968" y="5031366"/>
            <a:ext cx="9011138" cy="56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l">
              <a:lnSpc>
                <a:spcPct val="120000"/>
              </a:lnSpc>
              <a:spcAft>
                <a:spcPts val="0"/>
              </a:spcAft>
              <a:buSzPct val="80000"/>
              <a:buFontTx/>
              <a:buBlip>
                <a:blip r:embed="rId3"/>
              </a:buBlip>
            </a:pPr>
            <a:r>
              <a:rPr lang="en-US" altLang="zh-CN" dirty="0">
                <a:solidFill>
                  <a:srgbClr val="003399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无重点</a:t>
            </a:r>
            <a:r>
              <a:rPr lang="zh-CN" altLang="en-US" dirty="0">
                <a:latin typeface="华文中宋" panose="02010600040101010101" pitchFamily="2" charset="-122"/>
              </a:rPr>
              <a:t>─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又都是重点，设计工作必须详尽，细小的疏忽也会导致严重事故</a:t>
            </a:r>
            <a:r>
              <a:rPr lang="zh-CN" altLang="en-US" sz="2000" b="1" dirty="0"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94360" y="5766777"/>
            <a:ext cx="904964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lnSpc>
                <a:spcPct val="120000"/>
              </a:lnSpc>
              <a:spcAft>
                <a:spcPts val="0"/>
              </a:spcAft>
              <a:buSzPct val="80000"/>
              <a:buFontTx/>
              <a:buBlip>
                <a:blip r:embed="rId3"/>
              </a:buBlip>
            </a:pPr>
            <a:r>
              <a:rPr lang="en-US" altLang="zh-CN" dirty="0">
                <a:solidFill>
                  <a:srgbClr val="003399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设计问题无统一答案</a:t>
            </a:r>
            <a:r>
              <a:rPr lang="zh-CN" altLang="en-US" dirty="0">
                <a:latin typeface="华文中宋" panose="02010600040101010101" pitchFamily="2" charset="-122"/>
              </a:rPr>
              <a:t>─</a:t>
            </a:r>
            <a:r>
              <a:rPr lang="zh-CN" altLang="en-US" sz="2000" b="1" dirty="0">
                <a:latin typeface="华文中宋" panose="02010600040101010101" pitchFamily="2" charset="-122"/>
              </a:rPr>
              <a:t>更多地谈论谁设计得更好，要注意发展求异思维。</a:t>
            </a:r>
          </a:p>
        </p:txBody>
      </p:sp>
      <p:sp>
        <p:nvSpPr>
          <p:cNvPr id="104460" name="Rectangle 1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053388" y="784225"/>
            <a:ext cx="709612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Aft>
                <a:spcPts val="0"/>
              </a:spcAft>
            </a:pPr>
            <a:r>
              <a:rPr lang="zh-CN" altLang="en-US" sz="800">
                <a:solidFill>
                  <a:schemeClr val="bg1"/>
                </a:solidFill>
              </a:rPr>
              <a:t>机械设计课程简介</a:t>
            </a:r>
            <a:r>
              <a:rPr lang="en-US" altLang="zh-CN" sz="800">
                <a:solidFill>
                  <a:schemeClr val="bg1"/>
                </a:solidFill>
              </a:rPr>
              <a:t>2</a:t>
            </a:r>
            <a:endParaRPr lang="en-US" altLang="zh-CN"/>
          </a:p>
        </p:txBody>
      </p:sp>
      <p:sp>
        <p:nvSpPr>
          <p:cNvPr id="104461" name="Text Box 13"/>
          <p:cNvSpPr txBox="1">
            <a:spLocks noChangeArrowheads="1"/>
          </p:cNvSpPr>
          <p:nvPr/>
        </p:nvSpPr>
        <p:spPr bwMode="auto">
          <a:xfrm>
            <a:off x="6167438" y="6094413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 </a:t>
            </a:r>
          </a:p>
        </p:txBody>
      </p:sp>
      <p:sp>
        <p:nvSpPr>
          <p:cNvPr id="2" name="爆炸形 1 1"/>
          <p:cNvSpPr/>
          <p:nvPr/>
        </p:nvSpPr>
        <p:spPr>
          <a:xfrm>
            <a:off x="4095261" y="0"/>
            <a:ext cx="2688492" cy="1398954"/>
          </a:xfrm>
          <a:prstGeom prst="irregularSeal1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实践性、综合性</a:t>
            </a:r>
          </a:p>
        </p:txBody>
      </p:sp>
    </p:spTree>
  </p:cSld>
  <p:clrMapOvr>
    <a:masterClrMapping/>
  </p:clrMapOvr>
  <p:transition spd="med">
    <p:random/>
    <p:sndAc>
      <p:stSnd>
        <p:snd r:embed="rId2" name="TYP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ldLvl="0" animBg="1" autoUpdateAnimBg="0"/>
      <p:bldP spid="104452" grpId="0" bldLvl="0" animBg="1" autoUpdateAnimBg="0"/>
      <p:bldP spid="104453" grpId="0" bldLvl="0" animBg="1" autoUpdateAnimBg="0"/>
      <p:bldP spid="104454" grpId="0" bldLvl="0" animBg="1" autoUpdateAnimBg="0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Text Box 7"/>
          <p:cNvSpPr txBox="1"/>
          <p:nvPr/>
        </p:nvSpPr>
        <p:spPr>
          <a:xfrm>
            <a:off x="424333" y="1393878"/>
            <a:ext cx="8594725" cy="4258945"/>
          </a:xfrm>
          <a:prstGeom prst="rect">
            <a:avLst/>
          </a:prstGeom>
          <a:noFill/>
          <a:ln w="38100">
            <a:noFill/>
          </a:ln>
        </p:spPr>
        <p:txBody>
          <a:bodyPr tIns="226800" bIns="15480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《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理论力学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》  ———</a:t>
            </a:r>
            <a:r>
              <a:rPr lang="en-US" altLang="zh-CN" sz="2400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建立力学模型、进行受力分析；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《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材料力学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》  ———</a:t>
            </a:r>
            <a:r>
              <a:rPr lang="en-US" altLang="zh-CN" sz="2400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强度计算，求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σ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Times New Roman" panose="02020603050405020304" pitchFamily="18" charset="0"/>
              </a:rPr>
              <a:t>τ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《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金属工艺学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》  ——</a:t>
            </a:r>
            <a:r>
              <a:rPr lang="en-US" altLang="zh-CN" sz="2400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零件的加工方法、工艺性；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《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金属材料及热处理</a:t>
            </a:r>
            <a:r>
              <a:rPr lang="en-US" altLang="zh-CN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》 —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选零件材料、热处理方式；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《</a:t>
            </a:r>
            <a:r>
              <a:rPr lang="zh-CN" altLang="en-US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机械原理</a:t>
            </a:r>
            <a:r>
              <a:rPr lang="en-US" altLang="zh-CN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》 ———      </a:t>
            </a:r>
            <a:r>
              <a:rPr lang="zh-CN" altLang="en-US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机械方案的选择</a:t>
            </a:r>
            <a:r>
              <a:rPr lang="en-US" altLang="zh-CN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</a:t>
            </a:r>
            <a:endParaRPr lang="en-US" altLang="zh-CN" sz="24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《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机械制图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》  ———</a:t>
            </a:r>
            <a:r>
              <a:rPr lang="en-US" altLang="zh-CN" sz="2400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按国家制图标准设计及表达；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《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公差与互换技术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》—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保证零部件功能、装配、 互换性。</a:t>
            </a:r>
          </a:p>
        </p:txBody>
      </p:sp>
      <p:sp>
        <p:nvSpPr>
          <p:cNvPr id="36870" name="Rectangle 8"/>
          <p:cNvSpPr/>
          <p:nvPr/>
        </p:nvSpPr>
        <p:spPr>
          <a:xfrm>
            <a:off x="252134" y="648932"/>
            <a:ext cx="26558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前修的课程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Text Box 10"/>
          <p:cNvSpPr txBox="1"/>
          <p:nvPr/>
        </p:nvSpPr>
        <p:spPr>
          <a:xfrm>
            <a:off x="855361" y="1795801"/>
            <a:ext cx="7773073" cy="3416320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①研究零件的工作原理、类型、特点和使用场合；</a:t>
            </a:r>
          </a:p>
          <a:p>
            <a:pPr algn="l" eaLnBrk="0" hangingPunct="0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②分析零件的工作条件，受力情况；</a:t>
            </a:r>
          </a:p>
          <a:p>
            <a:pPr algn="l" eaLnBrk="0" hangingPunct="0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③研究零件的失效形式，提出设计准则；</a:t>
            </a:r>
          </a:p>
          <a:p>
            <a:pPr algn="l" eaLnBrk="0" hangingPunct="0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④选择零件的材料、热处理方式；</a:t>
            </a:r>
          </a:p>
          <a:p>
            <a:pPr algn="l" eaLnBrk="0" hangingPunct="0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⑤进行强度或寿命计算，确定零件的主要参数；</a:t>
            </a:r>
          </a:p>
          <a:p>
            <a:pPr algn="l" eaLnBrk="0" hangingPunct="0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⑥选择其他参数，进行零件的结构设计。</a:t>
            </a:r>
          </a:p>
        </p:txBody>
      </p:sp>
      <p:sp>
        <p:nvSpPr>
          <p:cNvPr id="2" name="矩形 1"/>
          <p:cNvSpPr/>
          <p:nvPr/>
        </p:nvSpPr>
        <p:spPr>
          <a:xfrm>
            <a:off x="330573" y="823746"/>
            <a:ext cx="3205480" cy="521970"/>
          </a:xfrm>
          <a:prstGeom prst="rect">
            <a:avLst/>
          </a:prstGeom>
          <a:solidFill>
            <a:srgbClr val="FF9900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各章节的知识体系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</a:p>
        </p:txBody>
      </p:sp>
      <p:sp>
        <p:nvSpPr>
          <p:cNvPr id="3" name="下箭头 2"/>
          <p:cNvSpPr/>
          <p:nvPr/>
        </p:nvSpPr>
        <p:spPr>
          <a:xfrm>
            <a:off x="437745" y="2227634"/>
            <a:ext cx="214009" cy="2626468"/>
          </a:xfrm>
          <a:prstGeom prst="downArrow">
            <a:avLst/>
          </a:prstGeom>
          <a:solidFill>
            <a:srgbClr val="00B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8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410796" y="345831"/>
            <a:ext cx="5177204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/>
          <a:p>
            <a:pPr marL="762000" indent="-762000" algn="l">
              <a:spcBef>
                <a:spcPct val="20000"/>
              </a:spcBef>
              <a:spcAft>
                <a:spcPts val="0"/>
              </a:spcAft>
              <a:buSzPct val="80000"/>
            </a:pPr>
            <a:r>
              <a:rPr lang="zh-CN" altLang="en-US" sz="2800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四、学习中注意的几个问题</a:t>
            </a: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214922" y="974970"/>
            <a:ext cx="80232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>
              <a:lnSpc>
                <a:spcPct val="120000"/>
              </a:lnSpc>
              <a:spcAft>
                <a:spcPts val="0"/>
              </a:spcAft>
              <a:buSzPct val="80000"/>
              <a:buFontTx/>
              <a:buBlip>
                <a:blip r:embed="rId4"/>
              </a:buBlip>
            </a:pPr>
            <a:r>
              <a:rPr lang="en-US" altLang="zh-CN" dirty="0"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着重学习零件的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设计方法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以及零件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参数的合理选择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472831" y="1875205"/>
            <a:ext cx="8397631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l">
              <a:lnSpc>
                <a:spcPct val="120000"/>
              </a:lnSpc>
              <a:spcAft>
                <a:spcPts val="0"/>
              </a:spcAft>
              <a:buSzPct val="80000"/>
              <a:buFontTx/>
              <a:buBlip>
                <a:blip r:embed="rId4"/>
              </a:buBlip>
            </a:pPr>
            <a:r>
              <a:rPr lang="en-US" altLang="zh-CN" dirty="0"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除了理论分析和计算以外，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更应重视零件结构设计的。</a:t>
            </a:r>
            <a:endParaRPr lang="en-US" altLang="zh-CN" dirty="0">
              <a:solidFill>
                <a:srgbClr val="0000FF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>
              <a:lnSpc>
                <a:spcPct val="120000"/>
              </a:lnSpc>
              <a:buSzPct val="80000"/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  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ea typeface="+mn-ea"/>
              </a:rPr>
              <a:t>──设计决非只是计算。</a:t>
            </a: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465016" y="2791071"/>
            <a:ext cx="8315325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l">
              <a:lnSpc>
                <a:spcPct val="120000"/>
              </a:lnSpc>
              <a:spcAft>
                <a:spcPts val="0"/>
              </a:spcAft>
              <a:buSzPct val="80000"/>
              <a:buFontTx/>
              <a:buBlip>
                <a:blip r:embed="rId4"/>
              </a:buBlip>
            </a:pPr>
            <a:r>
              <a:rPr lang="en-US" altLang="zh-CN" dirty="0"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性能要求与经济性</a:t>
            </a:r>
            <a:b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　　</a:t>
            </a:r>
            <a:r>
              <a:rPr lang="zh-CN" altLang="en-US" b="1" dirty="0"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ea typeface="+mn-ea"/>
              </a:rPr>
              <a:t>──永远是一对矛盾，应学会合理地解决这一对矛盾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05478" name="Rectangle 6"/>
          <p:cNvSpPr>
            <a:spLocks noChangeArrowheads="1"/>
          </p:cNvSpPr>
          <p:nvPr/>
        </p:nvSpPr>
        <p:spPr bwMode="auto">
          <a:xfrm>
            <a:off x="480645" y="3726473"/>
            <a:ext cx="8272585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l">
              <a:lnSpc>
                <a:spcPct val="120000"/>
              </a:lnSpc>
              <a:spcAft>
                <a:spcPts val="0"/>
              </a:spcAft>
              <a:buSzPct val="80000"/>
              <a:buFontTx/>
              <a:buBlip>
                <a:blip r:embed="rId4"/>
              </a:buBlip>
            </a:pPr>
            <a:r>
              <a:rPr lang="en-US" altLang="zh-CN" dirty="0">
                <a:latin typeface="华文中宋" panose="02010600040101010101" pitchFamily="2" charset="-122"/>
              </a:rPr>
              <a:t> 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经验设计与现代设计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l">
              <a:lnSpc>
                <a:spcPct val="120000"/>
              </a:lnSpc>
              <a:buSzPct val="80000"/>
            </a:pPr>
            <a:r>
              <a:rPr lang="en-US" altLang="zh-CN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          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ea typeface="+mn-ea"/>
              </a:rPr>
              <a:t>──二者均重要，前者是后者的基础。</a:t>
            </a:r>
          </a:p>
        </p:txBody>
      </p:sp>
      <p:sp>
        <p:nvSpPr>
          <p:cNvPr id="105485" name="Rectangle 1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7429500" y="889000"/>
            <a:ext cx="13716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Aft>
                <a:spcPts val="0"/>
              </a:spcAft>
            </a:pPr>
            <a:r>
              <a:rPr lang="zh-CN" altLang="en-US" sz="800">
                <a:solidFill>
                  <a:schemeClr val="bg1"/>
                </a:solidFill>
              </a:rPr>
              <a:t>机械设计课程简介</a:t>
            </a:r>
            <a:r>
              <a:rPr lang="en-US" altLang="zh-CN" sz="8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5486" name="Text Box 14"/>
          <p:cNvSpPr txBox="1">
            <a:spLocks noChangeArrowheads="1"/>
          </p:cNvSpPr>
          <p:nvPr/>
        </p:nvSpPr>
        <p:spPr bwMode="auto">
          <a:xfrm>
            <a:off x="7081838" y="6283325"/>
            <a:ext cx="247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 </a:t>
            </a:r>
          </a:p>
        </p:txBody>
      </p:sp>
      <p:sp>
        <p:nvSpPr>
          <p:cNvPr id="13" name="Rectangle 2"/>
          <p:cNvSpPr/>
          <p:nvPr/>
        </p:nvSpPr>
        <p:spPr>
          <a:xfrm>
            <a:off x="1133232" y="5454529"/>
            <a:ext cx="23399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学习方法</a:t>
            </a:r>
          </a:p>
        </p:txBody>
      </p:sp>
      <p:sp>
        <p:nvSpPr>
          <p:cNvPr id="14" name="Text Box 4"/>
          <p:cNvSpPr txBox="1"/>
          <p:nvPr/>
        </p:nvSpPr>
        <p:spPr>
          <a:xfrm>
            <a:off x="3193666" y="4702071"/>
            <a:ext cx="3105150" cy="1863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0"/>
              </a:spcAft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运用前修知识</a:t>
            </a:r>
          </a:p>
          <a:p>
            <a:pPr ea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抓住设计主线</a:t>
            </a:r>
          </a:p>
          <a:p>
            <a:pPr ea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理论联系实际</a:t>
            </a:r>
          </a:p>
          <a:p>
            <a:pPr eaLnBrk="0" hangingPunct="0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解决工程问题</a:t>
            </a:r>
          </a:p>
        </p:txBody>
      </p:sp>
      <p:sp>
        <p:nvSpPr>
          <p:cNvPr id="15" name="AutoShape 5"/>
          <p:cNvSpPr/>
          <p:nvPr/>
        </p:nvSpPr>
        <p:spPr>
          <a:xfrm>
            <a:off x="3225349" y="4908060"/>
            <a:ext cx="354098" cy="1500554"/>
          </a:xfrm>
          <a:prstGeom prst="leftBrace">
            <a:avLst>
              <a:gd name="adj1" fmla="val 45565"/>
              <a:gd name="adj2" fmla="val 52648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  <p:sndAc>
      <p:stSnd>
        <p:snd r:embed="rId3" name="TYP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autoUpdateAnimBg="0"/>
      <p:bldP spid="105476" grpId="0" autoUpdateAnimBg="0"/>
      <p:bldP spid="105477" grpId="0" autoUpdateAnimBg="0"/>
      <p:bldP spid="105478" grpId="0" autoUpdateAnimBg="0"/>
      <p:bldP spid="105486" grpId="0" autoUpdateAnimBg="0"/>
      <p:bldP spid="13" grpId="0"/>
      <p:bldP spid="14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6395" y="865505"/>
            <a:ext cx="8411210" cy="1196340"/>
            <a:chOff x="577" y="1363"/>
            <a:chExt cx="13246" cy="1884"/>
          </a:xfrm>
        </p:grpSpPr>
        <p:sp>
          <p:nvSpPr>
            <p:cNvPr id="5" name="圆角矩形 4"/>
            <p:cNvSpPr/>
            <p:nvPr/>
          </p:nvSpPr>
          <p:spPr>
            <a:xfrm>
              <a:off x="614" y="1363"/>
              <a:ext cx="12846" cy="188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577" y="1708"/>
              <a:ext cx="13246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zh-CN" altLang="en-US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注重基本概念的理解和基本设计方法的掌握，不强调系统的理论分析；</a:t>
              </a:r>
              <a:endParaRPr lang="zh-CN" altLang="en-US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66395" y="2406650"/>
            <a:ext cx="8411210" cy="1196340"/>
            <a:chOff x="577" y="3790"/>
            <a:chExt cx="13246" cy="1884"/>
          </a:xfrm>
        </p:grpSpPr>
        <p:sp>
          <p:nvSpPr>
            <p:cNvPr id="6" name="圆角矩形 5"/>
            <p:cNvSpPr/>
            <p:nvPr/>
          </p:nvSpPr>
          <p:spPr>
            <a:xfrm>
              <a:off x="577" y="3790"/>
              <a:ext cx="12846" cy="188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77" y="4079"/>
              <a:ext cx="13246" cy="13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zh-CN" altLang="en-US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着重理解公式建立的前提、意义和应用，不强调对理论公式的具体推导；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66395" y="4095115"/>
            <a:ext cx="8411210" cy="1196340"/>
            <a:chOff x="577" y="6449"/>
            <a:chExt cx="13246" cy="1884"/>
          </a:xfrm>
        </p:grpSpPr>
        <p:sp>
          <p:nvSpPr>
            <p:cNvPr id="7" name="圆角矩形 6"/>
            <p:cNvSpPr/>
            <p:nvPr/>
          </p:nvSpPr>
          <p:spPr>
            <a:xfrm>
              <a:off x="577" y="6449"/>
              <a:ext cx="12846" cy="1884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77" y="7029"/>
              <a:ext cx="13246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zh-CN" altLang="en-US">
                  <a:latin typeface="黑体" panose="02010609060101010101" pitchFamily="2" charset="-122"/>
                  <a:ea typeface="黑体" panose="02010609060101010101" pitchFamily="2" charset="-122"/>
                  <a:sym typeface="+mn-ea"/>
                </a:rPr>
                <a:t>注意密切联系生产实际，努力培养解决工程实际问题的能力；</a:t>
              </a:r>
              <a:endParaRPr lang="zh-CN" altLang="en-US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/>
          </p:cNvSpPr>
          <p:nvPr>
            <p:ph type="body" idx="4294967295"/>
          </p:nvPr>
        </p:nvSpPr>
        <p:spPr>
          <a:xfrm>
            <a:off x="205432" y="429845"/>
            <a:ext cx="8641583" cy="6652009"/>
          </a:xfrm>
        </p:spPr>
        <p:txBody>
          <a:bodyPr vert="horz" wrap="square" anchor="t"/>
          <a:lstStyle/>
          <a:p>
            <a:pPr marL="390525" indent="-390525" eaLnBrk="1" hangingPunct="1">
              <a:lnSpc>
                <a:spcPct val="130000"/>
              </a:lnSpc>
              <a:spcAft>
                <a:spcPts val="0"/>
              </a:spcAft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五、要求</a:t>
            </a:r>
          </a:p>
          <a:p>
            <a:pPr marL="390525" indent="-390525" eaLnBrk="1" hangingPunct="1">
              <a:lnSpc>
                <a:spcPct val="130000"/>
              </a:lnSpc>
              <a:spcAft>
                <a:spcPts val="0"/>
              </a:spcAft>
              <a:buNone/>
            </a:pPr>
            <a:endParaRPr lang="zh-CN" altLang="en-US" sz="2800" dirty="0">
              <a:solidFill>
                <a:schemeClr val="accent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90525" indent="-390525" eaLnBrk="1" hangingPunct="1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    以听课为主，自学为辅，考试内容以讲课和要求自学的为主，微信、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QQ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答疑，集中答疑具体时间待定。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90525" indent="-39052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课程考核  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50%+50% 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en-US" altLang="zh-CN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90525" indent="-39052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平时作业质量、考勤情况    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50%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390525" indent="-39052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         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期末考试      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50%</a:t>
            </a:r>
          </a:p>
          <a:p>
            <a:pPr marL="390525" indent="-390525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4" name="文本框 307203"/>
          <p:cNvSpPr txBox="1"/>
          <p:nvPr/>
        </p:nvSpPr>
        <p:spPr>
          <a:xfrm>
            <a:off x="239138" y="707431"/>
            <a:ext cx="8791575" cy="52324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algn="l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课程安排：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共</a:t>
            </a:r>
            <a:r>
              <a:rPr lang="en-US" altLang="zh-CN" sz="2800" b="1" dirty="0">
                <a:latin typeface="Times New Roman" panose="02020603050405020304" pitchFamily="18" charset="0"/>
              </a:rPr>
              <a:t>48</a:t>
            </a:r>
            <a:r>
              <a:rPr lang="zh-CN" altLang="en-US" sz="2800" b="1" dirty="0">
                <a:latin typeface="Times New Roman" panose="02020603050405020304" pitchFamily="18" charset="0"/>
              </a:rPr>
              <a:t>学时，其中讲授</a:t>
            </a:r>
            <a:r>
              <a:rPr lang="en-US" altLang="zh-CN" sz="2800" b="1" dirty="0">
                <a:latin typeface="Times New Roman" panose="02020603050405020304" pitchFamily="18" charset="0"/>
              </a:rPr>
              <a:t>48</a:t>
            </a:r>
            <a:r>
              <a:rPr lang="zh-CN" altLang="en-US" sz="2800" b="1" dirty="0">
                <a:latin typeface="Times New Roman" panose="02020603050405020304" pitchFamily="18" charset="0"/>
              </a:rPr>
              <a:t>学时。</a:t>
            </a:r>
          </a:p>
        </p:txBody>
      </p:sp>
      <p:sp>
        <p:nvSpPr>
          <p:cNvPr id="307205" name="文本框 307204"/>
          <p:cNvSpPr txBox="1"/>
          <p:nvPr/>
        </p:nvSpPr>
        <p:spPr>
          <a:xfrm>
            <a:off x="550106" y="2968189"/>
            <a:ext cx="8300028" cy="1200150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>
            <a:spAutoFit/>
          </a:bodyPr>
          <a:lstStyle/>
          <a:p>
            <a:pPr algn="l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）作业必须按时完成，</a:t>
            </a:r>
            <a:r>
              <a:rPr lang="zh-CN" altLang="en-US" b="1" dirty="0">
                <a:sym typeface="+mn-ea"/>
              </a:rPr>
              <a:t>字迹工整，</a:t>
            </a:r>
            <a:r>
              <a:rPr lang="zh-CN" altLang="en-US" b="1" dirty="0"/>
              <a:t>按要求用</a:t>
            </a:r>
            <a:r>
              <a:rPr lang="en-US" altLang="zh-CN" b="1" dirty="0">
                <a:latin typeface="Times New Roman" panose="02020603050405020304" pitchFamily="18" charset="0"/>
              </a:rPr>
              <a:t>CAD</a:t>
            </a:r>
            <a:r>
              <a:rPr lang="zh-CN" altLang="en-US" b="1" dirty="0">
                <a:latin typeface="Times New Roman" panose="02020603050405020304" pitchFamily="18" charset="0"/>
              </a:rPr>
              <a:t>绘制工程图（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杜绝拷贝</a:t>
            </a:r>
            <a:r>
              <a:rPr lang="zh-CN" altLang="en-US" b="1" dirty="0">
                <a:latin typeface="Times New Roman" panose="02020603050405020304" pitchFamily="18" charset="0"/>
              </a:rPr>
              <a:t>）。作业量未达到规定者不能参加考试。 </a:t>
            </a:r>
          </a:p>
        </p:txBody>
      </p:sp>
      <p:sp>
        <p:nvSpPr>
          <p:cNvPr id="307206" name="文本框 307205"/>
          <p:cNvSpPr txBox="1"/>
          <p:nvPr/>
        </p:nvSpPr>
        <p:spPr>
          <a:xfrm>
            <a:off x="299532" y="2263793"/>
            <a:ext cx="8550275" cy="52324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800" b="1" dirty="0">
                <a:solidFill>
                  <a:srgbClr val="66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）上课认真听讲，</a:t>
            </a:r>
            <a:r>
              <a:rPr lang="zh-CN" altLang="en-US" b="1" dirty="0"/>
              <a:t>课后复习，</a:t>
            </a:r>
            <a:r>
              <a:rPr lang="zh-CN" altLang="en-US" b="1" dirty="0">
                <a:latin typeface="Times New Roman" panose="02020603050405020304" pitchFamily="18" charset="0"/>
              </a:rPr>
              <a:t>及时消化。    </a:t>
            </a:r>
          </a:p>
        </p:txBody>
      </p:sp>
      <p:sp>
        <p:nvSpPr>
          <p:cNvPr id="307208" name="矩形 307207"/>
          <p:cNvSpPr/>
          <p:nvPr/>
        </p:nvSpPr>
        <p:spPr>
          <a:xfrm>
            <a:off x="211138" y="1535113"/>
            <a:ext cx="1547812" cy="52197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要求：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0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0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/>
      <p:bldP spid="307205" grpId="0"/>
      <p:bldP spid="307206" grpId="0"/>
      <p:bldP spid="30720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YwY2UxNzI0ODdjMTkzYTM2NmQ4OTdkNGYwMzJlY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5840,&quot;width&quot;:10904}"/>
</p:tagLst>
</file>

<file path=ppt/theme/theme1.xml><?xml version="1.0" encoding="utf-8"?>
<a:theme xmlns:a="http://schemas.openxmlformats.org/drawingml/2006/main" name="机械设计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BE5"/>
      </a:accent6>
      <a:hlink>
        <a:srgbClr val="FF0000"/>
      </a:hlink>
      <a:folHlink>
        <a:srgbClr val="009900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机械设计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BE5"/>
      </a:accent6>
      <a:hlink>
        <a:srgbClr val="FF0000"/>
      </a:hlink>
      <a:folHlink>
        <a:srgbClr val="009900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Settings\PCY\Application Data\Microsoft\Templates\机械设计.pot</Template>
  <TotalTime>6</TotalTime>
  <Words>1557</Words>
  <Application>Microsoft Office PowerPoint</Application>
  <PresentationFormat>全屏显示(4:3)</PresentationFormat>
  <Paragraphs>197</Paragraphs>
  <Slides>19</Slides>
  <Notes>12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黑体</vt:lpstr>
      <vt:lpstr>华文中宋</vt:lpstr>
      <vt:lpstr>楷体_GB2312</vt:lpstr>
      <vt:lpstr>宋体</vt:lpstr>
      <vt:lpstr>微软雅黑</vt:lpstr>
      <vt:lpstr>Arial</vt:lpstr>
      <vt:lpstr>Times New Roman</vt:lpstr>
      <vt:lpstr>机械设计</vt:lpstr>
      <vt:lpstr>1_机械设计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机械设计课程简介2</vt:lpstr>
      <vt:lpstr>PowerPoint 演示文稿</vt:lpstr>
      <vt:lpstr>PowerPoint 演示文稿</vt:lpstr>
      <vt:lpstr>机械设计课程简介3</vt:lpstr>
      <vt:lpstr>PowerPoint 演示文稿</vt:lpstr>
      <vt:lpstr>PowerPoint 演示文稿</vt:lpstr>
      <vt:lpstr>PowerPoint 演示文稿</vt:lpstr>
    </vt:vector>
  </TitlesOfParts>
  <Company>CAD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dqh</dc:creator>
  <cp:lastModifiedBy>qh dong</cp:lastModifiedBy>
  <cp:revision>519</cp:revision>
  <dcterms:created xsi:type="dcterms:W3CDTF">2001-10-14T04:21:00Z</dcterms:created>
  <dcterms:modified xsi:type="dcterms:W3CDTF">2025-08-31T13:45:12Z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1D3AFE1BE6964E48BFAFB11F8BF776F0</vt:lpwstr>
  </property>
</Properties>
</file>